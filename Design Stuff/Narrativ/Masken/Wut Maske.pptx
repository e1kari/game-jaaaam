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0" r:id="rId2"/>
  </p:sldMasterIdLst>
  <p:notesMasterIdLst>
    <p:notesMasterId r:id="rId11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2"/>
      <p:bold r:id="rId13"/>
      <p:italic r:id="rId14"/>
      <p:boldItalic r:id="rId15"/>
    </p:embeddedFont>
    <p:embeddedFont>
      <p:font typeface="Montserrat ExtraBold" panose="00000900000000000000" pitchFamily="2" charset="0"/>
      <p:bold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2" roundtripDataSignature="AMtx7mjTz30nbRXKs5E3vrOIH3TGAJARH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2E3274-4D5C-44BF-BB08-FA6336CB3DAF}">
  <a:tblStyle styleId="{692E3274-4D5C-44BF-BB08-FA6336CB3DAF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tcBdr/>
        <a:fill>
          <a:solidFill>
            <a:srgbClr val="CAD1D8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AD1D8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100" y="46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2.fntdata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font" Target="fonts/font4.fntdata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3.fntdata"/><Relationship Id="rId22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" name="Google Shape;13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b636e5de4b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g3b636e5de4b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2" name="Google Shape;17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8" name="Google Shape;19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b636e5de4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" name="Google Shape;211;g3b636e5de4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5" name="Google Shape;2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de"/>
              <a:t>20 minutes 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de"/>
              <a:t>Remember, when you are done your first draft. YOU ARE NOT DONE.  COUNT YOUR WORDS, if you are over 20 or under 3 in any line of dialogue you must edit your own text to make it fit or expand on the world lore or to make the character speaking sound unique. 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0" name="Google Shape;24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de"/>
              <a:t>20 minutes 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de"/>
              <a:t>Remember, when you are done your first draft. YOU ARE NOT DONE.  COUNT YOUR WORDS, if you are over 20 or under 3 in any line of dialogue you must edit your own text to make it fit or expand on the world lore or to make the character speaking sound unique. 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2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2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3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31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3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subTitle" idx="1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9pPr>
          </a:lstStyle>
          <a:p>
            <a:endParaRPr/>
          </a:p>
        </p:txBody>
      </p:sp>
      <p:sp>
        <p:nvSpPr>
          <p:cNvPr id="68" name="Google Shape;68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6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6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p3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marL="914400" lvl="1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2pPr>
            <a:lvl3pPr marL="1371600" lvl="2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3pPr>
            <a:lvl4pPr marL="1828800" lvl="3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4pPr>
            <a:lvl5pPr marL="2286000" lvl="4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5pPr>
            <a:lvl6pPr marL="2743200" lvl="5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6pPr>
            <a:lvl7pPr marL="3200400" lvl="6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7pPr>
            <a:lvl8pPr marL="3657600" lvl="7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8pPr>
            <a:lvl9pPr marL="4114800" lvl="8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8" name="Google Shape;78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8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38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82" name="Google Shape;82;p3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3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39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39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3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3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3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0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40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5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95" name="Google Shape;95;p40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500" cy="2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6" name="Google Shape;96;p40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97" name="Google Shape;97;p40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400" cy="2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4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4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4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4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2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42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09" name="Google Shape;109;p42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110" name="Google Shape;110;p4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4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43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43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117" name="Google Shape;117;p4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4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4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44"/>
          <p:cNvSpPr txBox="1">
            <a:spLocks noGrp="1"/>
          </p:cNvSpPr>
          <p:nvPr>
            <p:ph type="body" idx="1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23" name="Google Shape;123;p4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4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4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5"/>
          <p:cNvSpPr txBox="1">
            <a:spLocks noGrp="1"/>
          </p:cNvSpPr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45"/>
          <p:cNvSpPr txBox="1">
            <a:spLocks noGrp="1"/>
          </p:cNvSpPr>
          <p:nvPr>
            <p:ph type="body" idx="1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29" name="Google Shape;129;p4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4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4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‹Nr.›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Google Shape;149;p2"/>
          <p:cNvGrpSpPr/>
          <p:nvPr/>
        </p:nvGrpSpPr>
        <p:grpSpPr>
          <a:xfrm>
            <a:off x="275" y="-1900"/>
            <a:ext cx="4420723" cy="779452"/>
            <a:chOff x="0" y="214638"/>
            <a:chExt cx="3107932" cy="815582"/>
          </a:xfrm>
        </p:grpSpPr>
        <p:grpSp>
          <p:nvGrpSpPr>
            <p:cNvPr id="150" name="Google Shape;150;p2"/>
            <p:cNvGrpSpPr/>
            <p:nvPr/>
          </p:nvGrpSpPr>
          <p:grpSpPr>
            <a:xfrm>
              <a:off x="0" y="291855"/>
              <a:ext cx="3107932" cy="738365"/>
              <a:chOff x="0" y="225393"/>
              <a:chExt cx="3076856" cy="738365"/>
            </a:xfrm>
          </p:grpSpPr>
          <p:sp>
            <p:nvSpPr>
              <p:cNvPr id="151" name="Google Shape;151;p2"/>
              <p:cNvSpPr/>
              <p:nvPr/>
            </p:nvSpPr>
            <p:spPr>
              <a:xfrm>
                <a:off x="0" y="225393"/>
                <a:ext cx="2275500" cy="738300"/>
              </a:xfrm>
              <a:prstGeom prst="rec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52" name="Google Shape;152;p2"/>
              <p:cNvSpPr/>
              <p:nvPr/>
            </p:nvSpPr>
            <p:spPr>
              <a:xfrm>
                <a:off x="1938759" y="225393"/>
                <a:ext cx="1138097" cy="738365"/>
              </a:xfrm>
              <a:prstGeom prst="flowChartInputOutpu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153" name="Google Shape;153;p2"/>
            <p:cNvGrpSpPr/>
            <p:nvPr/>
          </p:nvGrpSpPr>
          <p:grpSpPr>
            <a:xfrm>
              <a:off x="0" y="214638"/>
              <a:ext cx="3047301" cy="738365"/>
              <a:chOff x="0" y="214638"/>
              <a:chExt cx="3047301" cy="738365"/>
            </a:xfrm>
          </p:grpSpPr>
          <p:sp>
            <p:nvSpPr>
              <p:cNvPr id="154" name="Google Shape;154;p2"/>
              <p:cNvSpPr/>
              <p:nvPr/>
            </p:nvSpPr>
            <p:spPr>
              <a:xfrm>
                <a:off x="0" y="214638"/>
                <a:ext cx="2275500" cy="738300"/>
              </a:xfrm>
              <a:prstGeom prst="rec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55" name="Google Shape;155;p2"/>
              <p:cNvSpPr/>
              <p:nvPr/>
            </p:nvSpPr>
            <p:spPr>
              <a:xfrm>
                <a:off x="1909204" y="214638"/>
                <a:ext cx="1138097" cy="738365"/>
              </a:xfrm>
              <a:prstGeom prst="flowChartInputOutpu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156" name="Google Shape;156;p2"/>
          <p:cNvSpPr txBox="1"/>
          <p:nvPr/>
        </p:nvSpPr>
        <p:spPr>
          <a:xfrm flipH="1">
            <a:off x="12525" y="-82550"/>
            <a:ext cx="4090800" cy="8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</a:pPr>
            <a:r>
              <a:rPr lang="de-DE" sz="1800" b="0" i="0" u="none" strike="noStrike" cap="none" dirty="0" err="1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Liliha</a:t>
            </a:r>
            <a:endParaRPr sz="1800" b="0" i="0" u="none" strike="noStrike" cap="none" dirty="0">
              <a:solidFill>
                <a:schemeClr val="lt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B951"/>
              </a:buClr>
              <a:buSzPts val="1800"/>
              <a:buFont typeface="Montserrat ExtraBold"/>
              <a:buNone/>
            </a:pPr>
            <a:r>
              <a:rPr lang="de" sz="1800" b="0" i="0" u="none" strike="noStrike" cap="none" dirty="0">
                <a:solidFill>
                  <a:srgbClr val="FFB95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Wut Maske</a:t>
            </a:r>
            <a:endParaRPr sz="1700" b="0" i="0" u="none" strike="noStrike" cap="none" dirty="0">
              <a:solidFill>
                <a:srgbClr val="FF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3" name="Grafik 2" descr="Ein Bild, das Entwurf, Lineart, Darstellung, Malbuch enthält.&#10;&#10;KI-generierte Inhalte können fehlerhaft sein.">
            <a:extLst>
              <a:ext uri="{FF2B5EF4-FFF2-40B4-BE49-F238E27FC236}">
                <a16:creationId xmlns:a16="http://schemas.microsoft.com/office/drawing/2014/main" id="{0300685E-FD95-A51D-66D8-80B1474EE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2837788" y="1634357"/>
            <a:ext cx="3924908" cy="27227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1" name="Google Shape;161;g3b636e5de4b_0_32"/>
          <p:cNvGrpSpPr/>
          <p:nvPr/>
        </p:nvGrpSpPr>
        <p:grpSpPr>
          <a:xfrm>
            <a:off x="274" y="-1897"/>
            <a:ext cx="3491140" cy="779452"/>
            <a:chOff x="0" y="214638"/>
            <a:chExt cx="3107932" cy="815582"/>
          </a:xfrm>
        </p:grpSpPr>
        <p:grpSp>
          <p:nvGrpSpPr>
            <p:cNvPr id="162" name="Google Shape;162;g3b636e5de4b_0_32"/>
            <p:cNvGrpSpPr/>
            <p:nvPr/>
          </p:nvGrpSpPr>
          <p:grpSpPr>
            <a:xfrm>
              <a:off x="0" y="291855"/>
              <a:ext cx="3107932" cy="738365"/>
              <a:chOff x="0" y="225393"/>
              <a:chExt cx="3076856" cy="738365"/>
            </a:xfrm>
          </p:grpSpPr>
          <p:sp>
            <p:nvSpPr>
              <p:cNvPr id="163" name="Google Shape;163;g3b636e5de4b_0_32"/>
              <p:cNvSpPr/>
              <p:nvPr/>
            </p:nvSpPr>
            <p:spPr>
              <a:xfrm>
                <a:off x="0" y="225393"/>
                <a:ext cx="2275500" cy="738300"/>
              </a:xfrm>
              <a:prstGeom prst="rec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64" name="Google Shape;164;g3b636e5de4b_0_32"/>
              <p:cNvSpPr/>
              <p:nvPr/>
            </p:nvSpPr>
            <p:spPr>
              <a:xfrm>
                <a:off x="1938759" y="225393"/>
                <a:ext cx="1138097" cy="738365"/>
              </a:xfrm>
              <a:prstGeom prst="flowChartInputOutpu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165" name="Google Shape;165;g3b636e5de4b_0_32"/>
            <p:cNvGrpSpPr/>
            <p:nvPr/>
          </p:nvGrpSpPr>
          <p:grpSpPr>
            <a:xfrm>
              <a:off x="0" y="214638"/>
              <a:ext cx="3047301" cy="738365"/>
              <a:chOff x="0" y="214638"/>
              <a:chExt cx="3047301" cy="738365"/>
            </a:xfrm>
          </p:grpSpPr>
          <p:sp>
            <p:nvSpPr>
              <p:cNvPr id="166" name="Google Shape;166;g3b636e5de4b_0_32"/>
              <p:cNvSpPr/>
              <p:nvPr/>
            </p:nvSpPr>
            <p:spPr>
              <a:xfrm>
                <a:off x="0" y="214638"/>
                <a:ext cx="2275500" cy="738300"/>
              </a:xfrm>
              <a:prstGeom prst="rec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67" name="Google Shape;167;g3b636e5de4b_0_32"/>
              <p:cNvSpPr/>
              <p:nvPr/>
            </p:nvSpPr>
            <p:spPr>
              <a:xfrm>
                <a:off x="1909204" y="214638"/>
                <a:ext cx="1138097" cy="738365"/>
              </a:xfrm>
              <a:prstGeom prst="flowChartInputOutpu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168" name="Google Shape;168;g3b636e5de4b_0_32"/>
          <p:cNvSpPr txBox="1"/>
          <p:nvPr/>
        </p:nvSpPr>
        <p:spPr>
          <a:xfrm flipH="1">
            <a:off x="12825" y="-82556"/>
            <a:ext cx="3755400" cy="8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</a:pPr>
            <a:r>
              <a:rPr lang="de" sz="18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Character Name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B951"/>
              </a:buClr>
              <a:buSzPts val="1800"/>
              <a:buFont typeface="Montserrat ExtraBold"/>
              <a:buNone/>
            </a:pPr>
            <a:r>
              <a:rPr lang="de" sz="1800" b="0" i="0" u="none" strike="noStrike" cap="none">
                <a:solidFill>
                  <a:srgbClr val="FFB95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Character Checklist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69" name="Google Shape;169;g3b636e5de4b_0_32"/>
          <p:cNvGraphicFramePr/>
          <p:nvPr/>
        </p:nvGraphicFramePr>
        <p:xfrm>
          <a:off x="21850" y="851289"/>
          <a:ext cx="3000000" cy="3000000"/>
        </p:xfrm>
        <a:graphic>
          <a:graphicData uri="http://schemas.openxmlformats.org/drawingml/2006/table">
            <a:tbl>
              <a:tblPr bandCol="1">
                <a:noFill/>
                <a:tableStyleId>{692E3274-4D5C-44BF-BB08-FA6336CB3DAF}</a:tableStyleId>
              </a:tblPr>
              <a:tblGrid>
                <a:gridCol w="227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70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70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70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9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Goal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Why do they do, what they do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A specific personality / Universal Behaviour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What makes them different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9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Flaw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something negative about them 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Secrets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Something mysterious about them (can be silly) 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9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Belonging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Which group do they belong too 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Assertiveness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How does he present himself 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9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Believe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In what do they believe 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Specific Tastes and professions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What do they prefer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9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Information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How does he enrich the world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Hurt Them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The most hurtful situation 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9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Special Skill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100"/>
                        <a:t>Give them a cool but very dumb quirk</a:t>
                      </a:r>
                      <a:endParaRPr sz="1100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"/>
          <p:cNvSpPr txBox="1"/>
          <p:nvPr/>
        </p:nvSpPr>
        <p:spPr>
          <a:xfrm>
            <a:off x="22124" y="703635"/>
            <a:ext cx="9122100" cy="387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de" sz="1800" b="1" i="0" u="none" strike="noStrike" cap="non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Name: 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de" sz="1800" b="1" i="0" u="none" strike="noStrike" cap="non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Gender: </a:t>
            </a:r>
            <a:endParaRPr sz="18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de" sz="1800" b="1" i="0" u="none" strike="noStrike" cap="non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Age: </a:t>
            </a:r>
            <a:endParaRPr sz="18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de" sz="1800" b="1" i="0" u="none" strike="noStrike" cap="non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Personality: </a:t>
            </a:r>
            <a:endParaRPr sz="18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de" sz="1800" b="1" i="0" u="none" strike="noStrike" cap="non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Alignment: </a:t>
            </a:r>
            <a:endParaRPr sz="18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de" sz="1800" b="1" i="0" u="none" strike="noStrike" cap="non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Occupation: 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de" sz="1800" b="0" i="0" u="none" strike="noStrike" cap="non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de" sz="18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Describe the past, the what and the now shortly</a:t>
            </a:r>
            <a:endParaRPr sz="1800" b="1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24242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5" name="Google Shape;175;p3"/>
          <p:cNvGrpSpPr/>
          <p:nvPr/>
        </p:nvGrpSpPr>
        <p:grpSpPr>
          <a:xfrm>
            <a:off x="274" y="-1897"/>
            <a:ext cx="3491140" cy="779452"/>
            <a:chOff x="0" y="214638"/>
            <a:chExt cx="3107932" cy="815582"/>
          </a:xfrm>
        </p:grpSpPr>
        <p:grpSp>
          <p:nvGrpSpPr>
            <p:cNvPr id="176" name="Google Shape;176;p3"/>
            <p:cNvGrpSpPr/>
            <p:nvPr/>
          </p:nvGrpSpPr>
          <p:grpSpPr>
            <a:xfrm>
              <a:off x="0" y="291855"/>
              <a:ext cx="3107932" cy="738365"/>
              <a:chOff x="0" y="225393"/>
              <a:chExt cx="3076856" cy="738365"/>
            </a:xfrm>
          </p:grpSpPr>
          <p:sp>
            <p:nvSpPr>
              <p:cNvPr id="177" name="Google Shape;177;p3"/>
              <p:cNvSpPr/>
              <p:nvPr/>
            </p:nvSpPr>
            <p:spPr>
              <a:xfrm>
                <a:off x="0" y="225393"/>
                <a:ext cx="2275500" cy="738300"/>
              </a:xfrm>
              <a:prstGeom prst="rec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78" name="Google Shape;178;p3"/>
              <p:cNvSpPr/>
              <p:nvPr/>
            </p:nvSpPr>
            <p:spPr>
              <a:xfrm>
                <a:off x="1938759" y="225393"/>
                <a:ext cx="1138097" cy="738365"/>
              </a:xfrm>
              <a:prstGeom prst="flowChartInputOutpu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179" name="Google Shape;179;p3"/>
            <p:cNvGrpSpPr/>
            <p:nvPr/>
          </p:nvGrpSpPr>
          <p:grpSpPr>
            <a:xfrm>
              <a:off x="0" y="214638"/>
              <a:ext cx="3047301" cy="738365"/>
              <a:chOff x="0" y="214638"/>
              <a:chExt cx="3047301" cy="738365"/>
            </a:xfrm>
          </p:grpSpPr>
          <p:sp>
            <p:nvSpPr>
              <p:cNvPr id="180" name="Google Shape;180;p3"/>
              <p:cNvSpPr/>
              <p:nvPr/>
            </p:nvSpPr>
            <p:spPr>
              <a:xfrm>
                <a:off x="0" y="214638"/>
                <a:ext cx="2275500" cy="738300"/>
              </a:xfrm>
              <a:prstGeom prst="rec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81" name="Google Shape;181;p3"/>
              <p:cNvSpPr/>
              <p:nvPr/>
            </p:nvSpPr>
            <p:spPr>
              <a:xfrm>
                <a:off x="1909204" y="214638"/>
                <a:ext cx="1138097" cy="738365"/>
              </a:xfrm>
              <a:prstGeom prst="flowChartInputOutpu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182" name="Google Shape;182;p3"/>
          <p:cNvSpPr txBox="1"/>
          <p:nvPr/>
        </p:nvSpPr>
        <p:spPr>
          <a:xfrm flipH="1">
            <a:off x="12825" y="-82556"/>
            <a:ext cx="3755400" cy="8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</a:pPr>
            <a:r>
              <a:rPr lang="de" sz="18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Character Name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B951"/>
              </a:buClr>
              <a:buSzPts val="1800"/>
              <a:buFont typeface="Montserrat ExtraBold"/>
              <a:buNone/>
            </a:pPr>
            <a:r>
              <a:rPr lang="de" sz="1800" b="0" i="0" u="none" strike="noStrike" cap="none">
                <a:solidFill>
                  <a:srgbClr val="FFB95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Character Bio (short)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4"/>
          <p:cNvSpPr txBox="1"/>
          <p:nvPr/>
        </p:nvSpPr>
        <p:spPr>
          <a:xfrm>
            <a:off x="22124" y="703635"/>
            <a:ext cx="9122100" cy="32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1800" b="1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1800" b="1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1800" b="1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de" sz="1800" b="1" i="0" u="none" strike="noStrike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Describe the past, the what and the now (see the checklist)</a:t>
            </a:r>
            <a:endParaRPr sz="1800" b="1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1200" b="0" i="0" u="none" strike="noStrike" cap="none">
              <a:solidFill>
                <a:srgbClr val="242424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1200" b="1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100" b="1" i="0" u="none" strike="noStrike" cap="non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8" name="Google Shape;188;p4"/>
          <p:cNvGrpSpPr/>
          <p:nvPr/>
        </p:nvGrpSpPr>
        <p:grpSpPr>
          <a:xfrm>
            <a:off x="274" y="-1897"/>
            <a:ext cx="3894239" cy="779452"/>
            <a:chOff x="0" y="214638"/>
            <a:chExt cx="3107932" cy="815582"/>
          </a:xfrm>
        </p:grpSpPr>
        <p:grpSp>
          <p:nvGrpSpPr>
            <p:cNvPr id="189" name="Google Shape;189;p4"/>
            <p:cNvGrpSpPr/>
            <p:nvPr/>
          </p:nvGrpSpPr>
          <p:grpSpPr>
            <a:xfrm>
              <a:off x="0" y="291855"/>
              <a:ext cx="3107932" cy="738365"/>
              <a:chOff x="0" y="225393"/>
              <a:chExt cx="3076856" cy="738365"/>
            </a:xfrm>
          </p:grpSpPr>
          <p:sp>
            <p:nvSpPr>
              <p:cNvPr id="190" name="Google Shape;190;p4"/>
              <p:cNvSpPr/>
              <p:nvPr/>
            </p:nvSpPr>
            <p:spPr>
              <a:xfrm>
                <a:off x="0" y="225393"/>
                <a:ext cx="2275500" cy="738300"/>
              </a:xfrm>
              <a:prstGeom prst="rec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91" name="Google Shape;191;p4"/>
              <p:cNvSpPr/>
              <p:nvPr/>
            </p:nvSpPr>
            <p:spPr>
              <a:xfrm>
                <a:off x="1938759" y="225393"/>
                <a:ext cx="1138097" cy="738365"/>
              </a:xfrm>
              <a:prstGeom prst="flowChartInputOutpu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192" name="Google Shape;192;p4"/>
            <p:cNvGrpSpPr/>
            <p:nvPr/>
          </p:nvGrpSpPr>
          <p:grpSpPr>
            <a:xfrm>
              <a:off x="0" y="214638"/>
              <a:ext cx="3047301" cy="738365"/>
              <a:chOff x="0" y="214638"/>
              <a:chExt cx="3047301" cy="738365"/>
            </a:xfrm>
          </p:grpSpPr>
          <p:sp>
            <p:nvSpPr>
              <p:cNvPr id="193" name="Google Shape;193;p4"/>
              <p:cNvSpPr/>
              <p:nvPr/>
            </p:nvSpPr>
            <p:spPr>
              <a:xfrm>
                <a:off x="0" y="214638"/>
                <a:ext cx="2275500" cy="738300"/>
              </a:xfrm>
              <a:prstGeom prst="rec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94" name="Google Shape;194;p4"/>
              <p:cNvSpPr/>
              <p:nvPr/>
            </p:nvSpPr>
            <p:spPr>
              <a:xfrm>
                <a:off x="1909204" y="214638"/>
                <a:ext cx="1138097" cy="738365"/>
              </a:xfrm>
              <a:prstGeom prst="flowChartInputOutpu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195" name="Google Shape;195;p4"/>
          <p:cNvSpPr txBox="1"/>
          <p:nvPr/>
        </p:nvSpPr>
        <p:spPr>
          <a:xfrm flipH="1">
            <a:off x="12896" y="-82558"/>
            <a:ext cx="3805500" cy="8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</a:pPr>
            <a:r>
              <a:rPr lang="de" sz="18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Character Name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B951"/>
              </a:buClr>
              <a:buSzPts val="1800"/>
              <a:buFont typeface="Montserrat ExtraBold"/>
              <a:buNone/>
            </a:pPr>
            <a:r>
              <a:rPr lang="de" sz="1800" b="0" i="0" u="none" strike="noStrike" cap="none">
                <a:solidFill>
                  <a:srgbClr val="FFB95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Character Bio (Long)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" name="Google Shape;200;p5"/>
          <p:cNvGrpSpPr/>
          <p:nvPr/>
        </p:nvGrpSpPr>
        <p:grpSpPr>
          <a:xfrm>
            <a:off x="27169" y="24983"/>
            <a:ext cx="2858365" cy="550436"/>
            <a:chOff x="0" y="214638"/>
            <a:chExt cx="3107932" cy="815582"/>
          </a:xfrm>
        </p:grpSpPr>
        <p:grpSp>
          <p:nvGrpSpPr>
            <p:cNvPr id="201" name="Google Shape;201;p5"/>
            <p:cNvGrpSpPr/>
            <p:nvPr/>
          </p:nvGrpSpPr>
          <p:grpSpPr>
            <a:xfrm>
              <a:off x="0" y="291855"/>
              <a:ext cx="3107932" cy="738365"/>
              <a:chOff x="0" y="225393"/>
              <a:chExt cx="3076856" cy="738365"/>
            </a:xfrm>
          </p:grpSpPr>
          <p:sp>
            <p:nvSpPr>
              <p:cNvPr id="202" name="Google Shape;202;p5"/>
              <p:cNvSpPr/>
              <p:nvPr/>
            </p:nvSpPr>
            <p:spPr>
              <a:xfrm>
                <a:off x="0" y="225393"/>
                <a:ext cx="2275500" cy="738300"/>
              </a:xfrm>
              <a:prstGeom prst="rec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203" name="Google Shape;203;p5"/>
              <p:cNvSpPr/>
              <p:nvPr/>
            </p:nvSpPr>
            <p:spPr>
              <a:xfrm>
                <a:off x="1938759" y="225393"/>
                <a:ext cx="1138097" cy="738365"/>
              </a:xfrm>
              <a:prstGeom prst="flowChartInputOutpu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04" name="Google Shape;204;p5"/>
            <p:cNvGrpSpPr/>
            <p:nvPr/>
          </p:nvGrpSpPr>
          <p:grpSpPr>
            <a:xfrm>
              <a:off x="0" y="214638"/>
              <a:ext cx="3047301" cy="738365"/>
              <a:chOff x="0" y="214638"/>
              <a:chExt cx="3047301" cy="738365"/>
            </a:xfrm>
          </p:grpSpPr>
          <p:sp>
            <p:nvSpPr>
              <p:cNvPr id="205" name="Google Shape;205;p5"/>
              <p:cNvSpPr/>
              <p:nvPr/>
            </p:nvSpPr>
            <p:spPr>
              <a:xfrm>
                <a:off x="0" y="214638"/>
                <a:ext cx="2275500" cy="738300"/>
              </a:xfrm>
              <a:prstGeom prst="rec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206" name="Google Shape;206;p5"/>
              <p:cNvSpPr/>
              <p:nvPr/>
            </p:nvSpPr>
            <p:spPr>
              <a:xfrm>
                <a:off x="1909204" y="214638"/>
                <a:ext cx="1138097" cy="738365"/>
              </a:xfrm>
              <a:prstGeom prst="flowChartInputOutpu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207" name="Google Shape;207;p5"/>
          <p:cNvSpPr txBox="1"/>
          <p:nvPr/>
        </p:nvSpPr>
        <p:spPr>
          <a:xfrm flipH="1">
            <a:off x="81385" y="-232075"/>
            <a:ext cx="2838000" cy="8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</a:pPr>
            <a:r>
              <a:rPr lang="de"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Weapons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5"/>
          <p:cNvSpPr txBox="1"/>
          <p:nvPr/>
        </p:nvSpPr>
        <p:spPr>
          <a:xfrm>
            <a:off x="16389" y="771225"/>
            <a:ext cx="2634600" cy="7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de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Weapon  - 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de"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Detailed Description: 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34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-"/>
            </a:pP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b636e5de4b_0_0"/>
          <p:cNvSpPr/>
          <p:nvPr/>
        </p:nvSpPr>
        <p:spPr>
          <a:xfrm>
            <a:off x="245556" y="997143"/>
            <a:ext cx="2394900" cy="25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de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Attack</a:t>
            </a:r>
            <a:r>
              <a:rPr lang="d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/Abillity -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g3b636e5de4b_0_0"/>
          <p:cNvSpPr txBox="1"/>
          <p:nvPr/>
        </p:nvSpPr>
        <p:spPr>
          <a:xfrm>
            <a:off x="245556" y="1266338"/>
            <a:ext cx="2947800" cy="5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de"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5" name="Google Shape;215;g3b636e5de4b_0_0"/>
          <p:cNvGrpSpPr/>
          <p:nvPr/>
        </p:nvGrpSpPr>
        <p:grpSpPr>
          <a:xfrm>
            <a:off x="27169" y="24983"/>
            <a:ext cx="2858365" cy="550436"/>
            <a:chOff x="0" y="214638"/>
            <a:chExt cx="3107932" cy="815582"/>
          </a:xfrm>
        </p:grpSpPr>
        <p:grpSp>
          <p:nvGrpSpPr>
            <p:cNvPr id="216" name="Google Shape;216;g3b636e5de4b_0_0"/>
            <p:cNvGrpSpPr/>
            <p:nvPr/>
          </p:nvGrpSpPr>
          <p:grpSpPr>
            <a:xfrm>
              <a:off x="0" y="291855"/>
              <a:ext cx="3107932" cy="738365"/>
              <a:chOff x="0" y="225393"/>
              <a:chExt cx="3076856" cy="738365"/>
            </a:xfrm>
          </p:grpSpPr>
          <p:sp>
            <p:nvSpPr>
              <p:cNvPr id="217" name="Google Shape;217;g3b636e5de4b_0_0"/>
              <p:cNvSpPr/>
              <p:nvPr/>
            </p:nvSpPr>
            <p:spPr>
              <a:xfrm>
                <a:off x="0" y="225393"/>
                <a:ext cx="2275500" cy="738300"/>
              </a:xfrm>
              <a:prstGeom prst="rec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218" name="Google Shape;218;g3b636e5de4b_0_0"/>
              <p:cNvSpPr/>
              <p:nvPr/>
            </p:nvSpPr>
            <p:spPr>
              <a:xfrm>
                <a:off x="1938759" y="225393"/>
                <a:ext cx="1138097" cy="738365"/>
              </a:xfrm>
              <a:prstGeom prst="flowChartInputOutpu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19" name="Google Shape;219;g3b636e5de4b_0_0"/>
            <p:cNvGrpSpPr/>
            <p:nvPr/>
          </p:nvGrpSpPr>
          <p:grpSpPr>
            <a:xfrm>
              <a:off x="0" y="214638"/>
              <a:ext cx="3047301" cy="738365"/>
              <a:chOff x="0" y="214638"/>
              <a:chExt cx="3047301" cy="738365"/>
            </a:xfrm>
          </p:grpSpPr>
          <p:sp>
            <p:nvSpPr>
              <p:cNvPr id="220" name="Google Shape;220;g3b636e5de4b_0_0"/>
              <p:cNvSpPr/>
              <p:nvPr/>
            </p:nvSpPr>
            <p:spPr>
              <a:xfrm>
                <a:off x="0" y="214638"/>
                <a:ext cx="2275500" cy="738300"/>
              </a:xfrm>
              <a:prstGeom prst="rec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221" name="Google Shape;221;g3b636e5de4b_0_0"/>
              <p:cNvSpPr/>
              <p:nvPr/>
            </p:nvSpPr>
            <p:spPr>
              <a:xfrm>
                <a:off x="1909204" y="214638"/>
                <a:ext cx="1138097" cy="738365"/>
              </a:xfrm>
              <a:prstGeom prst="flowChartInputOutpu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222" name="Google Shape;222;g3b636e5de4b_0_0"/>
          <p:cNvSpPr txBox="1"/>
          <p:nvPr/>
        </p:nvSpPr>
        <p:spPr>
          <a:xfrm flipH="1">
            <a:off x="50585" y="-232050"/>
            <a:ext cx="2838000" cy="8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</a:pPr>
            <a:r>
              <a:rPr lang="de"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Attacks </a:t>
            </a:r>
            <a:r>
              <a:rPr lang="de" sz="18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&amp; Abillities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g3b636e5de4b_0_0"/>
          <p:cNvSpPr/>
          <p:nvPr/>
        </p:nvSpPr>
        <p:spPr>
          <a:xfrm>
            <a:off x="2885531" y="997143"/>
            <a:ext cx="2394900" cy="25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de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Attack</a:t>
            </a:r>
            <a:r>
              <a:rPr lang="d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/Abillity -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g3b636e5de4b_0_0"/>
          <p:cNvSpPr txBox="1"/>
          <p:nvPr/>
        </p:nvSpPr>
        <p:spPr>
          <a:xfrm>
            <a:off x="2885531" y="1266338"/>
            <a:ext cx="2947800" cy="5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de"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g3b636e5de4b_0_0"/>
          <p:cNvSpPr/>
          <p:nvPr/>
        </p:nvSpPr>
        <p:spPr>
          <a:xfrm>
            <a:off x="5525506" y="997143"/>
            <a:ext cx="2394900" cy="25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de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Attack</a:t>
            </a:r>
            <a:r>
              <a:rPr lang="d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/Abillity -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g3b636e5de4b_0_0"/>
          <p:cNvSpPr txBox="1"/>
          <p:nvPr/>
        </p:nvSpPr>
        <p:spPr>
          <a:xfrm>
            <a:off x="5525506" y="1266338"/>
            <a:ext cx="2947800" cy="5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de"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g3b636e5de4b_0_0"/>
          <p:cNvSpPr/>
          <p:nvPr/>
        </p:nvSpPr>
        <p:spPr>
          <a:xfrm>
            <a:off x="245556" y="2571743"/>
            <a:ext cx="2394900" cy="25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de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Attack</a:t>
            </a:r>
            <a:r>
              <a:rPr lang="d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/Abillity -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g3b636e5de4b_0_0"/>
          <p:cNvSpPr txBox="1"/>
          <p:nvPr/>
        </p:nvSpPr>
        <p:spPr>
          <a:xfrm>
            <a:off x="245556" y="2840938"/>
            <a:ext cx="2947800" cy="5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de"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g3b636e5de4b_0_0"/>
          <p:cNvSpPr/>
          <p:nvPr/>
        </p:nvSpPr>
        <p:spPr>
          <a:xfrm>
            <a:off x="2885531" y="2571743"/>
            <a:ext cx="2394900" cy="25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de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Attack</a:t>
            </a:r>
            <a:r>
              <a:rPr lang="d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/Abillity -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g3b636e5de4b_0_0"/>
          <p:cNvSpPr txBox="1"/>
          <p:nvPr/>
        </p:nvSpPr>
        <p:spPr>
          <a:xfrm>
            <a:off x="2885531" y="2840938"/>
            <a:ext cx="2947800" cy="5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de"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g3b636e5de4b_0_0"/>
          <p:cNvSpPr/>
          <p:nvPr/>
        </p:nvSpPr>
        <p:spPr>
          <a:xfrm>
            <a:off x="5525506" y="2571743"/>
            <a:ext cx="2394900" cy="25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de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Attack</a:t>
            </a:r>
            <a:r>
              <a:rPr lang="d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/Abillity -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g3b636e5de4b_0_0"/>
          <p:cNvSpPr txBox="1"/>
          <p:nvPr/>
        </p:nvSpPr>
        <p:spPr>
          <a:xfrm>
            <a:off x="5525506" y="2840938"/>
            <a:ext cx="2947800" cy="5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de" sz="1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7" name="Google Shape;237;p6"/>
          <p:cNvGraphicFramePr/>
          <p:nvPr/>
        </p:nvGraphicFramePr>
        <p:xfrm>
          <a:off x="35626" y="5051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{692E3274-4D5C-44BF-BB08-FA6336CB3DAF}</a:tableStyleId>
              </a:tblPr>
              <a:tblGrid>
                <a:gridCol w="129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6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94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Character: (Name)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</a:t>
                      </a:r>
                      <a:r>
                        <a:rPr lang="de" sz="1100">
                          <a:solidFill>
                            <a:schemeClr val="dk1"/>
                          </a:solidFill>
                        </a:rPr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v01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</a:t>
                      </a:r>
                      <a:r>
                        <a:rPr lang="de" sz="1100">
                          <a:solidFill>
                            <a:schemeClr val="dk1"/>
                          </a:solidFill>
                        </a:rPr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v02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Character: (Name)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</a:t>
                      </a:r>
                      <a:r>
                        <a:rPr lang="de" sz="1100" b="1"/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 v01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</a:t>
                      </a:r>
                      <a:r>
                        <a:rPr lang="de" sz="1100" b="1"/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 v02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Character: (Name)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</a:t>
                      </a:r>
                      <a:r>
                        <a:rPr lang="de" sz="1100" b="1"/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 v01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</a:t>
                      </a:r>
                      <a:r>
                        <a:rPr lang="de" sz="1100" b="1"/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 v02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2" name="Google Shape;242;p7"/>
          <p:cNvGraphicFramePr/>
          <p:nvPr/>
        </p:nvGraphicFramePr>
        <p:xfrm>
          <a:off x="35626" y="5051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{692E3274-4D5C-44BF-BB08-FA6336CB3DAF}</a:tableStyleId>
              </a:tblPr>
              <a:tblGrid>
                <a:gridCol w="130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28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6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94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Character: (Name)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</a:t>
                      </a:r>
                      <a:r>
                        <a:rPr lang="de" sz="1100">
                          <a:solidFill>
                            <a:schemeClr val="dk1"/>
                          </a:solidFill>
                        </a:rPr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v01 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</a:t>
                      </a:r>
                      <a:r>
                        <a:rPr lang="de" sz="1100">
                          <a:solidFill>
                            <a:schemeClr val="dk1"/>
                          </a:solidFill>
                        </a:rPr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 v02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Character: (Name)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</a:t>
                      </a:r>
                      <a:r>
                        <a:rPr lang="de" sz="1100" b="1"/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 v01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</a:t>
                      </a:r>
                      <a:r>
                        <a:rPr lang="de" sz="1100" b="1"/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 v02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Character: (Name)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 </a:t>
                      </a:r>
                      <a:r>
                        <a:rPr lang="de" sz="1100" b="1"/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v01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 </a:t>
                      </a:r>
                      <a:r>
                        <a:rPr lang="de" sz="1100" b="1"/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v02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243" name="Google Shape;243;p7"/>
          <p:cNvSpPr txBox="1"/>
          <p:nvPr/>
        </p:nvSpPr>
        <p:spPr>
          <a:xfrm>
            <a:off x="0" y="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de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504</Words>
  <Application>Microsoft Office PowerPoint</Application>
  <PresentationFormat>Bildschirmpräsentation (16:9)</PresentationFormat>
  <Paragraphs>124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8</vt:i4>
      </vt:variant>
    </vt:vector>
  </HeadingPairs>
  <TitlesOfParts>
    <vt:vector size="14" baseType="lpstr">
      <vt:lpstr>Calibri</vt:lpstr>
      <vt:lpstr>Arial</vt:lpstr>
      <vt:lpstr>Montserrat</vt:lpstr>
      <vt:lpstr>Montserrat ExtraBold</vt:lpstr>
      <vt:lpstr>Simple Light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Hever, Jonas (Stud SRH-University)</cp:lastModifiedBy>
  <cp:revision>1</cp:revision>
  <dcterms:modified xsi:type="dcterms:W3CDTF">2026-01-30T21:35:18Z</dcterms:modified>
</cp:coreProperties>
</file>