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docProps/custom.xml" ContentType="application/vnd.openxmlformats-officedocument.custom-properties+xml"/>
  <Override PartName="/docProps/core.xml" ContentType="application/vnd.openxmlformats-package.core-properties+xml"/>
  <Override PartName="/docProps/app.xml" ContentType="application/vnd.openxmlformats-officedocument.extended-properties+xml"/>
  <Override PartName="/ppt/theme/theme1.xml" ContentType="application/vnd.openxmlformats-officedocument.theme+xml"/>
  <Override PartName="/ppt/theme/theme2.xml" ContentType="application/vnd.openxmlformats-officedocument.theme+xml"/>
  <Override PartName="/ppt/theme/theme25.xml" ContentType="application/vnd.openxmlformats-officedocument.theme+xml"/>
  <Override PartName="/ppt/presentation.xml" ContentType="application/vnd.openxmlformats-officedocument.presentationml.presentation.main+xml"/>
  <Override PartName="/ppt/notesMasters/notesMaster1.xml" ContentType="application/vnd.openxmlformats-officedocument.presentationml.notes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Masters/slideMaster1.xml" ContentType="application/vnd.openxmlformats-officedocument.presentationml.slideMaster+xml"/>
  <Override PartName="/ppt/slideMasters/slideMaster12.xml" ContentType="application/vnd.openxmlformats-officedocument.presentationml.slideMaster+xml"/>
  <Override PartName="/ppt/notesSlides/notesSlide5.xml" ContentType="application/vnd.openxmlformats-officedocument.presentationml.notesSlide+xml"/>
  <Override PartName="/ppt/notesSlides/notesSlide6.xml" ContentType="application/vnd.openxmlformats-officedocument.presentationml.notesSlide+xml"/>
  <Override PartName="/ppt/slideLayouts/slideLayout23.xml" ContentType="application/vnd.openxmlformats-officedocument.presentationml.slideLayout+xml"/>
  <Override PartName="/ppt/slideLayouts/slideLayout1.xml" ContentType="application/vnd.openxmlformats-officedocument.presentationml.slideLayout+xml"/>
  <Override PartName="/ppt/slideLayouts/slideLayout20.xml" ContentType="application/vnd.openxmlformats-officedocument.presentationml.slideLayout+xml"/>
  <Override PartName="/ppt/slideLayouts/slideLayout2.xml" ContentType="application/vnd.openxmlformats-officedocument.presentationml.slideLayout+xml"/>
  <Override PartName="/ppt/slideLayouts/slideLayout21.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24.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2.xml" ContentType="application/vnd.openxmlformats-officedocument.presentationml.slideLayout+xml"/>
  <Override PartName="/ppt/presProps.xml" ContentType="application/vnd.openxmlformats-officedocument.presentationml.presProps+xml"/>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custom-properties" Target="docProps/custom.xml"/><Relationship Id="rId4" Type="http://schemas.openxmlformats.org/officeDocument/2006/relationships/officeDocument" Target="ppt/presentation.xml"/>
</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embedTrueTypeFonts="1">
  <p:sldMasterIdLst>
    <p:sldMasterId id="2147483648" r:id="rId2"/>
    <p:sldMasterId id="2147483660" r:id="rId3"/>
  </p:sldMasterIdLst>
  <p:notesMasterIdLst>
    <p:notesMasterId r:id="rId4"/>
  </p:notesMasterIdLst>
  <p:sldIdLst>
    <p:sldId id="256" r:id="rId5"/>
    <p:sldId id="257" r:id="rId6"/>
    <p:sldId id="258" r:id="rId7"/>
    <p:sldId id="259" r:id="rId8"/>
    <p:sldId id="260" r:id="rId9"/>
    <p:sldId id="261" r:id="rId10"/>
  </p:sldIdLst>
  <p:sldSz cx="9144000" cy="5143500"/>
  <p:notesSz cx="6858000" cy="9144000"/>
  <p:embeddedFontLst>
    <p:embeddedFont>
      <p:font typeface="Montserrat"/>
      <p:regular r:id="rId11"/>
      <p:bold r:id="rId12"/>
      <p:boldItalic r:id="rId13"/>
    </p:embeddedFont>
    <p:embeddedFont>
      <p:font typeface="Montserrat ExtraBold"/>
    </p:embeddedFont>
    <p:embeddedFont>
      <p:font typeface="Microsoft YaHei"/>
    </p:embeddedFont>
    <p:embeddedFont>
      <p:font typeface="Lucida Sans"/>
    </p:embeddedFont>
  </p:embeddedFontLst>
</p:presentation>
</file>

<file path=ppt/presProps.xml><?xml version="1.0" encoding="utf-8"?>
<p:presentationPr xmlns:a="http://schemas.openxmlformats.org/drawingml/2006/main" xmlns:p="http://schemas.openxmlformats.org/presentationml/2006/main" xmlns:r="http://schemas.openxmlformats.org/officeDocument/2006/relationships">
  <p:showPr showNarration="1"/>
</p:presentationPr>
</file>

<file path=ppt/_rels/presentation.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slideMaster" Target="slideMasters/slideMaster12.xml"/><Relationship Id="rId4" Type="http://schemas.openxmlformats.org/officeDocument/2006/relationships/notesMaster" Target="notesMasters/notes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font" Target="fonts/Font_1_Montserrat_Regular.fntdata"/><Relationship Id="rId12" Type="http://schemas.openxmlformats.org/officeDocument/2006/relationships/font" Target="fonts/Font_2_Montserrat_Bold.fntdata"/><Relationship Id="rId13" Type="http://schemas.openxmlformats.org/officeDocument/2006/relationships/font" Target="fonts/Font_3_Montserrat_BoldItalic.fntdata"/><Relationship Id="rId14" Type="http://schemas.openxmlformats.org/officeDocument/2006/relationships/presProps" Target="presProps.xml"/>
</Relationships>
</file>

<file path=ppt/notesMasters/_rels/notesMaster1.xml.rels><?xml version="1.0" encoding="UTF-8"?>
<Relationships xmlns="http://schemas.openxmlformats.org/package/2006/relationships"><Relationship Id="rId1" Type="http://schemas.openxmlformats.org/officeDocument/2006/relationships/theme" Target="../theme/theme25.xml"/>
</Relationships>
</file>

<file path=ppt/notesMasters/notesMaster1.xml><?xml version="1.0" encoding="utf-8"?>
<p:notes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5" name="PlaceHolder 1"/>
          <p:cNvSpPr>
            <a:spLocks noGrp="1"/>
          </p:cNvSpPr>
          <p:nvPr>
            <p:ph type="sldImg"/>
          </p:nvPr>
        </p:nvSpPr>
        <p:spPr>
          <a:xfrm>
            <a:off x="0" y="812520"/>
            <a:ext cx="0" cy="0"/>
          </a:xfrm>
          <a:prstGeom prst="rect">
            <a:avLst/>
          </a:prstGeom>
          <a:noFill/>
          <a:ln w="0">
            <a:noFill/>
          </a:ln>
        </p:spPr>
        <p:txBody>
          <a:bodyPr lIns="0" rIns="0" tIns="0" bIns="0" anchor="ctr">
            <a:noAutofit/>
          </a:bodyPr>
          <a:p>
            <a:pPr algn="ctr"/>
            <a:r>
              <a:rPr lang="en-GB" sz="4400" b="0" u="none" strike="noStrike">
                <a:solidFill>
                  <a:srgbClr val="000000"/>
                </a:solidFill>
                <a:effectLst/>
                <a:uFillTx/>
                <a:latin typeface="Arial"/>
              </a:rPr>
              <a:t>Click to move the slide</a:t>
            </a:r>
            <a:endParaRPr lang="en-GB" sz="4400" b="0" u="none" strike="noStrike">
              <a:solidFill>
                <a:srgbClr val="000000"/>
              </a:solidFill>
              <a:effectLst/>
              <a:uFillTx/>
              <a:latin typeface="Arial"/>
            </a:endParaRPr>
          </a:p>
        </p:txBody>
      </p:sp>
      <p:sp>
        <p:nvSpPr>
          <p:cNvPr id="96" name="PlaceHolder 2"/>
          <p:cNvSpPr>
            <a:spLocks noGrp="1"/>
          </p:cNvSpPr>
          <p:nvPr>
            <p:ph type="body"/>
          </p:nvPr>
        </p:nvSpPr>
        <p:spPr>
          <a:xfrm>
            <a:off x="756000" y="5078520"/>
            <a:ext cx="6047640" cy="4811040"/>
          </a:xfrm>
          <a:prstGeom prst="rect">
            <a:avLst/>
          </a:prstGeom>
          <a:noFill/>
          <a:ln w="0">
            <a:noFill/>
          </a:ln>
        </p:spPr>
        <p:txBody>
          <a:bodyPr lIns="0" rIns="0" tIns="0" bIns="0" anchor="t">
            <a:noAutofit/>
          </a:bodyPr>
          <a:p>
            <a:pPr indent="0">
              <a:buNone/>
            </a:pPr>
            <a:r>
              <a:rPr lang="en-GB" sz="2000" b="0" u="none" strike="noStrike">
                <a:solidFill>
                  <a:srgbClr val="000000"/>
                </a:solidFill>
                <a:effectLst/>
                <a:uFillTx/>
                <a:latin typeface="Arial"/>
              </a:rPr>
              <a:t>Click to edit the notes' format</a:t>
            </a:r>
            <a:endParaRPr lang="en-GB" sz="2000" b="0" u="none" strike="noStrike">
              <a:solidFill>
                <a:srgbClr val="000000"/>
              </a:solidFill>
              <a:effectLst/>
              <a:uFillTx/>
              <a:latin typeface="Arial"/>
            </a:endParaRPr>
          </a:p>
        </p:txBody>
      </p:sp>
      <p:sp>
        <p:nvSpPr>
          <p:cNvPr id="97" name="PlaceHolder 3"/>
          <p:cNvSpPr>
            <a:spLocks noGrp="1"/>
          </p:cNvSpPr>
          <p:nvPr>
            <p:ph type="hdr"/>
          </p:nvPr>
        </p:nvSpPr>
        <p:spPr>
          <a:xfrm>
            <a:off x="0" y="0"/>
            <a:ext cx="3280680" cy="534240"/>
          </a:xfrm>
          <a:prstGeom prst="rect">
            <a:avLst/>
          </a:prstGeom>
          <a:noFill/>
          <a:ln w="0">
            <a:noFill/>
          </a:ln>
        </p:spPr>
        <p:txBody>
          <a:bodyPr lIns="0" rIns="0" tIns="0" bIns="0" anchor="t">
            <a:noAutofit/>
          </a:bodyPr>
          <a:p>
            <a:pPr indent="0">
              <a:buNone/>
            </a:pPr>
            <a:r>
              <a:rPr lang="en-GB" sz="1400" b="0" u="none" strike="noStrike">
                <a:solidFill>
                  <a:srgbClr val="000000"/>
                </a:solidFill>
                <a:effectLst/>
                <a:uFillTx/>
                <a:latin typeface="Times New Roman"/>
              </a:rPr>
              <a:t>&lt;header&gt;</a:t>
            </a:r>
            <a:endParaRPr lang="en-GB" sz="1400" b="0" u="none" strike="noStrike">
              <a:solidFill>
                <a:srgbClr val="000000"/>
              </a:solidFill>
              <a:effectLst/>
              <a:uFillTx/>
              <a:latin typeface="Times New Roman"/>
            </a:endParaRPr>
          </a:p>
        </p:txBody>
      </p:sp>
      <p:sp>
        <p:nvSpPr>
          <p:cNvPr id="98" name="PlaceHolder 4"/>
          <p:cNvSpPr>
            <a:spLocks noGrp="1"/>
          </p:cNvSpPr>
          <p:nvPr>
            <p:ph type="dt" idx="47"/>
          </p:nvPr>
        </p:nvSpPr>
        <p:spPr>
          <a:xfrm>
            <a:off x="4278960" y="0"/>
            <a:ext cx="3280680" cy="534240"/>
          </a:xfrm>
          <a:prstGeom prst="rect">
            <a:avLst/>
          </a:prstGeom>
          <a:noFill/>
          <a:ln w="0">
            <a:noFill/>
          </a:ln>
        </p:spPr>
        <p:txBody>
          <a:bodyPr lIns="0" rIns="0" tIns="0" bIns="0" anchor="t">
            <a:noAutofit/>
          </a:bodyPr>
          <a:lstStyle>
            <a:lvl1pPr indent="0" algn="r">
              <a:buNone/>
              <a:defRPr lang="en-GB" sz="1400" b="0" u="none" strike="noStrike">
                <a:solidFill>
                  <a:srgbClr val="000000"/>
                </a:solidFill>
                <a:effectLst/>
                <a:uFillTx/>
                <a:latin typeface="Times New Roman"/>
              </a:defRPr>
            </a:lvl1pPr>
          </a:lstStyle>
          <a:p>
            <a:pPr indent="0" algn="r">
              <a:buNone/>
            </a:pPr>
            <a:r>
              <a:rPr lang="en-GB" sz="1400" b="0" u="none" strike="noStrike">
                <a:solidFill>
                  <a:srgbClr val="000000"/>
                </a:solidFill>
                <a:effectLst/>
                <a:uFillTx/>
                <a:latin typeface="Times New Roman"/>
              </a:rPr>
              <a:t>&lt;date/time&gt;</a:t>
            </a:r>
            <a:endParaRPr lang="en-GB" sz="1400" b="0" u="none" strike="noStrike">
              <a:solidFill>
                <a:srgbClr val="000000"/>
              </a:solidFill>
              <a:effectLst/>
              <a:uFillTx/>
              <a:latin typeface="Times New Roman"/>
            </a:endParaRPr>
          </a:p>
        </p:txBody>
      </p:sp>
      <p:sp>
        <p:nvSpPr>
          <p:cNvPr id="99" name="PlaceHolder 5"/>
          <p:cNvSpPr>
            <a:spLocks noGrp="1"/>
          </p:cNvSpPr>
          <p:nvPr>
            <p:ph type="ftr" idx="48"/>
          </p:nvPr>
        </p:nvSpPr>
        <p:spPr>
          <a:xfrm>
            <a:off x="0" y="10157400"/>
            <a:ext cx="3280680" cy="534240"/>
          </a:xfrm>
          <a:prstGeom prst="rect">
            <a:avLst/>
          </a:prstGeom>
          <a:noFill/>
          <a:ln w="0">
            <a:noFill/>
          </a:ln>
        </p:spPr>
        <p:txBody>
          <a:bodyPr lIns="0" rIns="0" tIns="0" bIns="0" anchor="b">
            <a:noAutofit/>
          </a:bodyPr>
          <a:lstStyle>
            <a:lvl1pPr indent="0">
              <a:buNone/>
              <a:defRPr lang="en-GB" sz="1400" b="0" u="none" strike="noStrike">
                <a:solidFill>
                  <a:srgbClr val="000000"/>
                </a:solidFill>
                <a:effectLst/>
                <a:uFillTx/>
                <a:latin typeface="Times New Roman"/>
              </a:defRPr>
            </a:lvl1pPr>
          </a:lstStyle>
          <a:p>
            <a:pPr indent="0">
              <a:buNone/>
            </a:pPr>
            <a:r>
              <a:rPr lang="en-GB" sz="1400" b="0" u="none" strike="noStrike">
                <a:solidFill>
                  <a:srgbClr val="000000"/>
                </a:solidFill>
                <a:effectLst/>
                <a:uFillTx/>
                <a:latin typeface="Times New Roman"/>
              </a:rPr>
              <a:t>&lt;footer&gt;</a:t>
            </a:r>
            <a:endParaRPr lang="en-GB" sz="1400" b="0" u="none" strike="noStrike">
              <a:solidFill>
                <a:srgbClr val="000000"/>
              </a:solidFill>
              <a:effectLst/>
              <a:uFillTx/>
              <a:latin typeface="Times New Roman"/>
            </a:endParaRPr>
          </a:p>
        </p:txBody>
      </p:sp>
      <p:sp>
        <p:nvSpPr>
          <p:cNvPr id="100" name="PlaceHolder 6"/>
          <p:cNvSpPr>
            <a:spLocks noGrp="1"/>
          </p:cNvSpPr>
          <p:nvPr>
            <p:ph type="sldNum" idx="49"/>
          </p:nvPr>
        </p:nvSpPr>
        <p:spPr>
          <a:xfrm>
            <a:off x="4278960" y="10157400"/>
            <a:ext cx="3280680" cy="534240"/>
          </a:xfrm>
          <a:prstGeom prst="rect">
            <a:avLst/>
          </a:prstGeom>
          <a:noFill/>
          <a:ln w="0">
            <a:noFill/>
          </a:ln>
        </p:spPr>
        <p:txBody>
          <a:bodyPr lIns="0" rIns="0" tIns="0" bIns="0" anchor="b">
            <a:noAutofit/>
          </a:bodyPr>
          <a:lstStyle>
            <a:lvl1pPr indent="0" algn="r">
              <a:buNone/>
              <a:defRPr lang="en-GB" sz="1400" b="0" u="none" strike="noStrike">
                <a:solidFill>
                  <a:srgbClr val="000000"/>
                </a:solidFill>
                <a:effectLst/>
                <a:uFillTx/>
                <a:latin typeface="Times New Roman"/>
              </a:defRPr>
            </a:lvl1pPr>
          </a:lstStyle>
          <a:p>
            <a:pPr indent="0" algn="r">
              <a:buNone/>
            </a:pPr>
            <a:fld id="{124DC563-C76D-4B70-B671-F530E68E3351}" type="slidenum">
              <a:rPr lang="en-GB" sz="1400" b="0" u="none" strike="noStrike">
                <a:solidFill>
                  <a:srgbClr val="000000"/>
                </a:solidFill>
                <a:effectLst/>
                <a:uFillTx/>
                <a:latin typeface="Times New Roman"/>
              </a:rPr>
              <a:t>&lt;number&gt;</a:t>
            </a:fld>
            <a:endParaRPr lang="en-GB" sz="1400" b="0" u="none" strike="noStrike">
              <a:solidFill>
                <a:srgbClr val="000000"/>
              </a:solidFill>
              <a:effectLst/>
              <a:uFillTx/>
              <a:latin typeface="Times New Roman"/>
            </a:endParaRPr>
          </a:p>
        </p:txBody>
      </p:sp>
    </p:spTree>
  </p:cSld>
  <p:clrMap bg1="lt1" bg2="lt2" tx1="dk1" tx2="dk2" accent1="accent1" accent2="accent2" accent3="accent3" accent4="accent4" accent5="accent5" accent6="accent6" hlink="hlink" folHlink="folHlink"/>
</p:notesMaster>
</file>

<file path=ppt/notesSlides/_rels/notesSlide5.xml.rels><?xml version="1.0" encoding="UTF-8"?>
<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
</Relationships>
</file>

<file path=ppt/notesSlides/_rels/notesSlide6.xml.rels><?xml version="1.0" encoding="UTF-8"?>
<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
</Relationships>
</file>

<file path=ppt/notesSlides/notesSlide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48" name="PlaceHolder 1"/>
          <p:cNvSpPr>
            <a:spLocks noGrp="1"/>
          </p:cNvSpPr>
          <p:nvPr>
            <p:ph type="sldImg"/>
          </p:nvPr>
        </p:nvSpPr>
        <p:spPr>
          <a:xfrm>
            <a:off x="380880" y="685800"/>
            <a:ext cx="6095160" cy="3428280"/>
          </a:xfrm>
          <a:prstGeom prst="rect">
            <a:avLst/>
          </a:prstGeom>
          <a:ln w="0">
            <a:noFill/>
          </a:ln>
        </p:spPr>
      </p:sp>
      <p:sp>
        <p:nvSpPr>
          <p:cNvPr id="149" name="PlaceHolder 2"/>
          <p:cNvSpPr>
            <a:spLocks noGrp="1"/>
          </p:cNvSpPr>
          <p:nvPr>
            <p:ph type="body"/>
          </p:nvPr>
        </p:nvSpPr>
        <p:spPr>
          <a:xfrm>
            <a:off x="685800" y="4400640"/>
            <a:ext cx="5485680" cy="3600000"/>
          </a:xfrm>
          <a:prstGeom prst="rect">
            <a:avLst/>
          </a:prstGeom>
          <a:noFill/>
          <a:ln w="0">
            <a:noFill/>
          </a:ln>
        </p:spPr>
        <p:txBody>
          <a:bodyPr lIns="91440" rIns="91440" tIns="45720" bIns="45720" anchor="t">
            <a:noAutofit/>
          </a:bodyPr>
          <a:p>
            <a:pPr indent="0">
              <a:lnSpc>
                <a:spcPct val="100000"/>
              </a:lnSpc>
              <a:buNone/>
              <a:tabLst>
                <a:tab algn="l" pos="0"/>
              </a:tabLst>
            </a:pPr>
            <a:r>
              <a:rPr lang="de" sz="1100" b="0" u="none" strike="noStrike">
                <a:solidFill>
                  <a:srgbClr val="000000"/>
                </a:solidFill>
                <a:effectLst/>
                <a:uFillTx/>
                <a:latin typeface="Arial"/>
                <a:ea typeface="Arial"/>
              </a:rPr>
              <a:t>20 minutes </a:t>
            </a:r>
            <a:endParaRPr lang="en-GB" sz="1100" b="0" u="none" strike="noStrike">
              <a:solidFill>
                <a:srgbClr val="000000"/>
              </a:solidFill>
              <a:effectLst/>
              <a:uFillTx/>
              <a:latin typeface="Arial"/>
            </a:endParaRPr>
          </a:p>
          <a:p>
            <a:pPr indent="0">
              <a:lnSpc>
                <a:spcPct val="100000"/>
              </a:lnSpc>
              <a:buNone/>
              <a:tabLst>
                <a:tab algn="l" pos="0"/>
              </a:tabLst>
            </a:pPr>
            <a:endParaRPr lang="en-GB" sz="1100" b="0" u="none" strike="noStrike">
              <a:solidFill>
                <a:srgbClr val="000000"/>
              </a:solidFill>
              <a:effectLst/>
              <a:uFillTx/>
              <a:latin typeface="Arial"/>
            </a:endParaRPr>
          </a:p>
          <a:p>
            <a:pPr indent="0">
              <a:lnSpc>
                <a:spcPct val="100000"/>
              </a:lnSpc>
              <a:buNone/>
              <a:tabLst>
                <a:tab algn="l" pos="0"/>
              </a:tabLst>
            </a:pPr>
            <a:r>
              <a:rPr lang="de" sz="1100" b="0" u="none" strike="noStrike">
                <a:solidFill>
                  <a:srgbClr val="000000"/>
                </a:solidFill>
                <a:effectLst/>
                <a:uFillTx/>
                <a:latin typeface="Arial"/>
                <a:ea typeface="Arial"/>
              </a:rPr>
              <a:t>Remember, when you are done your first draft. YOU ARE NOT DONE.  COUNT YOUR WORDS, if you are over 20 or under 3 in any line of dialogue you must edit your own text to make it fit or expand on the world lore or to make the character speaking sound unique. </a:t>
            </a:r>
            <a:endParaRPr lang="en-GB" sz="1100" b="0" u="none" strike="noStrike">
              <a:solidFill>
                <a:srgbClr val="000000"/>
              </a:solidFill>
              <a:effectLst/>
              <a:uFillTx/>
              <a:latin typeface="Arial"/>
            </a:endParaRPr>
          </a:p>
        </p:txBody>
      </p:sp>
    </p:spTree>
  </p:cSld>
</p:notes>
</file>

<file path=ppt/notesSlides/notesSlide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50" name="PlaceHolder 1"/>
          <p:cNvSpPr>
            <a:spLocks noGrp="1"/>
          </p:cNvSpPr>
          <p:nvPr>
            <p:ph type="sldImg"/>
          </p:nvPr>
        </p:nvSpPr>
        <p:spPr>
          <a:xfrm>
            <a:off x="380880" y="685800"/>
            <a:ext cx="6095160" cy="3428280"/>
          </a:xfrm>
          <a:prstGeom prst="rect">
            <a:avLst/>
          </a:prstGeom>
          <a:ln w="0">
            <a:noFill/>
          </a:ln>
        </p:spPr>
      </p:sp>
      <p:sp>
        <p:nvSpPr>
          <p:cNvPr id="151" name="PlaceHolder 2"/>
          <p:cNvSpPr>
            <a:spLocks noGrp="1"/>
          </p:cNvSpPr>
          <p:nvPr>
            <p:ph type="body"/>
          </p:nvPr>
        </p:nvSpPr>
        <p:spPr>
          <a:xfrm>
            <a:off x="685800" y="4400640"/>
            <a:ext cx="5485680" cy="3600000"/>
          </a:xfrm>
          <a:prstGeom prst="rect">
            <a:avLst/>
          </a:prstGeom>
          <a:noFill/>
          <a:ln w="0">
            <a:noFill/>
          </a:ln>
        </p:spPr>
        <p:txBody>
          <a:bodyPr lIns="91440" rIns="91440" tIns="45720" bIns="45720" anchor="t">
            <a:noAutofit/>
          </a:bodyPr>
          <a:p>
            <a:pPr indent="0">
              <a:lnSpc>
                <a:spcPct val="100000"/>
              </a:lnSpc>
              <a:buNone/>
              <a:tabLst>
                <a:tab algn="l" pos="0"/>
              </a:tabLst>
            </a:pPr>
            <a:r>
              <a:rPr lang="de" sz="1100" b="0" u="none" strike="noStrike">
                <a:solidFill>
                  <a:srgbClr val="000000"/>
                </a:solidFill>
                <a:effectLst/>
                <a:uFillTx/>
                <a:latin typeface="Arial"/>
                <a:ea typeface="Arial"/>
              </a:rPr>
              <a:t>20 minutes </a:t>
            </a:r>
            <a:endParaRPr lang="en-GB" sz="1100" b="0" u="none" strike="noStrike">
              <a:solidFill>
                <a:srgbClr val="000000"/>
              </a:solidFill>
              <a:effectLst/>
              <a:uFillTx/>
              <a:latin typeface="Arial"/>
            </a:endParaRPr>
          </a:p>
          <a:p>
            <a:pPr indent="0">
              <a:lnSpc>
                <a:spcPct val="100000"/>
              </a:lnSpc>
              <a:buNone/>
              <a:tabLst>
                <a:tab algn="l" pos="0"/>
              </a:tabLst>
            </a:pPr>
            <a:endParaRPr lang="en-GB" sz="1100" b="0" u="none" strike="noStrike">
              <a:solidFill>
                <a:srgbClr val="000000"/>
              </a:solidFill>
              <a:effectLst/>
              <a:uFillTx/>
              <a:latin typeface="Arial"/>
            </a:endParaRPr>
          </a:p>
          <a:p>
            <a:pPr indent="0">
              <a:lnSpc>
                <a:spcPct val="100000"/>
              </a:lnSpc>
              <a:buNone/>
              <a:tabLst>
                <a:tab algn="l" pos="0"/>
              </a:tabLst>
            </a:pPr>
            <a:r>
              <a:rPr lang="de" sz="1100" b="0" u="none" strike="noStrike">
                <a:solidFill>
                  <a:srgbClr val="000000"/>
                </a:solidFill>
                <a:effectLst/>
                <a:uFillTx/>
                <a:latin typeface="Arial"/>
                <a:ea typeface="Arial"/>
              </a:rPr>
              <a:t>Remember, when you are done your first draft. YOU ARE NOT DONE.  COUNT YOUR WORDS, if you are over 20 or under 3 in any line of dialogue you must edit your own text to make it fit or expand on the world lore or to make the character speaking sound unique. </a:t>
            </a:r>
            <a:endParaRPr lang="en-GB" sz="1100" b="0" u="none" strike="noStrike">
              <a:solidFill>
                <a:srgbClr val="000000"/>
              </a:solidFill>
              <a:effectLst/>
              <a:uFillTx/>
              <a:latin typeface="Arial"/>
            </a:endParaRPr>
          </a:p>
        </p:txBody>
      </p:sp>
    </p:spTree>
  </p:cSld>
</p:notes>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3.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4.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5.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6.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7.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8.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9.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0.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2.xml.rels><?xml version="1.0" encoding="UTF-8"?>
<Relationships xmlns="http://schemas.openxmlformats.org/package/2006/relationships"><Relationship Id="rId1" Type="http://schemas.openxmlformats.org/officeDocument/2006/relationships/slideMaster" Target="../slideMasters/slideMaster12.xml"/>
</Relationships>
</file>

<file path=ppt/slideLayouts/_rels/slideLayout13.xml.rels><?xml version="1.0" encoding="UTF-8"?>
<Relationships xmlns="http://schemas.openxmlformats.org/package/2006/relationships"><Relationship Id="rId1" Type="http://schemas.openxmlformats.org/officeDocument/2006/relationships/slideMaster" Target="../slideMasters/slideMaster12.xml"/>
</Relationships>
</file>

<file path=ppt/slideLayouts/_rels/slideLayout14.xml.rels><?xml version="1.0" encoding="UTF-8"?>
<Relationships xmlns="http://schemas.openxmlformats.org/package/2006/relationships"><Relationship Id="rId1" Type="http://schemas.openxmlformats.org/officeDocument/2006/relationships/slideMaster" Target="../slideMasters/slideMaster12.xml"/>
</Relationships>
</file>

<file path=ppt/slideLayouts/_rels/slideLayout15.xml.rels><?xml version="1.0" encoding="UTF-8"?>
<Relationships xmlns="http://schemas.openxmlformats.org/package/2006/relationships"><Relationship Id="rId1" Type="http://schemas.openxmlformats.org/officeDocument/2006/relationships/slideMaster" Target="../slideMasters/slideMaster12.xml"/>
</Relationships>
</file>

<file path=ppt/slideLayouts/_rels/slideLayout16.xml.rels><?xml version="1.0" encoding="UTF-8"?>
<Relationships xmlns="http://schemas.openxmlformats.org/package/2006/relationships"><Relationship Id="rId1" Type="http://schemas.openxmlformats.org/officeDocument/2006/relationships/slideMaster" Target="../slideMasters/slideMaster12.xml"/>
</Relationships>
</file>

<file path=ppt/slideLayouts/_rels/slideLayout17.xml.rels><?xml version="1.0" encoding="UTF-8"?>
<Relationships xmlns="http://schemas.openxmlformats.org/package/2006/relationships"><Relationship Id="rId1" Type="http://schemas.openxmlformats.org/officeDocument/2006/relationships/slideMaster" Target="../slideMasters/slideMaster12.xml"/>
</Relationships>
</file>

<file path=ppt/slideLayouts/_rels/slideLayout18.xml.rels><?xml version="1.0" encoding="UTF-8"?>
<Relationships xmlns="http://schemas.openxmlformats.org/package/2006/relationships"><Relationship Id="rId1" Type="http://schemas.openxmlformats.org/officeDocument/2006/relationships/slideMaster" Target="../slideMasters/slideMaster12.xml"/>
</Relationships>
</file>

<file path=ppt/slideLayouts/_rels/slideLayout19.xml.rels><?xml version="1.0" encoding="UTF-8"?>
<Relationships xmlns="http://schemas.openxmlformats.org/package/2006/relationships"><Relationship Id="rId1" Type="http://schemas.openxmlformats.org/officeDocument/2006/relationships/slideMaster" Target="../slideMasters/slideMaster12.xml"/>
</Relationships>
</file>

<file path=ppt/slideLayouts/_rels/slideLayout20.xml.rels><?xml version="1.0" encoding="UTF-8"?>
<Relationships xmlns="http://schemas.openxmlformats.org/package/2006/relationships"><Relationship Id="rId1" Type="http://schemas.openxmlformats.org/officeDocument/2006/relationships/slideMaster" Target="../slideMasters/slideMaster12.xml"/>
</Relationships>
</file>

<file path=ppt/slideLayouts/_rels/slideLayout21.xml.rels><?xml version="1.0" encoding="UTF-8"?>
<Relationships xmlns="http://schemas.openxmlformats.org/package/2006/relationships"><Relationship Id="rId1" Type="http://schemas.openxmlformats.org/officeDocument/2006/relationships/slideMaster" Target="../slideMasters/slideMaster12.xml"/>
</Relationships>
</file>

<file path=ppt/slideLayouts/_rels/slideLayout22.xml.rels><?xml version="1.0" encoding="UTF-8"?>
<Relationships xmlns="http://schemas.openxmlformats.org/package/2006/relationships"><Relationship Id="rId1" Type="http://schemas.openxmlformats.org/officeDocument/2006/relationships/slideMaster" Target="../slideMasters/slideMaster12.xml"/>
</Relationships>
</file>

<file path=ppt/slideLayouts/_rels/slideLayout23.xml.rels><?xml version="1.0" encoding="UTF-8"?>
<Relationships xmlns="http://schemas.openxmlformats.org/package/2006/relationships"><Relationship Id="rId1" Type="http://schemas.openxmlformats.org/officeDocument/2006/relationships/slideMaster" Target="../slideMasters/slideMaster12.xml"/>
</Relationships>
</file>

<file path=ppt/slideLayouts/_rels/slideLayout24.xml.rels><?xml version="1.0" encoding="UTF-8"?>
<Relationships xmlns="http://schemas.openxmlformats.org/package/2006/relationships"><Relationship Id="rId1" Type="http://schemas.openxmlformats.org/officeDocument/2006/relationships/slideMaster" Target="../slideMasters/slideMaster12.xml"/>
</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MAIN_POINT">
    <p:bg>
      <p:bgPr>
        <a:solidFill>
          <a:schemeClr val="lt1"/>
        </a:solidFill>
      </p:bgPr>
    </p:bg>
    <p:spTree>
      <p:nvGrpSpPr>
        <p:cNvPr id="1" name=""/>
        <p:cNvGrpSpPr/>
        <p:nvPr/>
      </p:nvGrpSpPr>
      <p:grpSpPr>
        <a:xfrm>
          <a:off x="0" y="0"/>
          <a:ext cx="0" cy="0"/>
          <a:chOff x="0" y="0"/>
          <a:chExt cx="0" cy="0"/>
        </a:xfrm>
      </p:grpSpPr>
      <p:sp>
        <p:nvSpPr>
          <p:cNvPr id="2" name="PlaceHolder 1"/>
          <p:cNvSpPr>
            <a:spLocks noGrp="1"/>
          </p:cNvSpPr>
          <p:nvPr>
            <p:ph type="title"/>
          </p:nvPr>
        </p:nvSpPr>
        <p:spPr>
          <a:xfrm>
            <a:off x="490320" y="450000"/>
            <a:ext cx="6366960" cy="4089960"/>
          </a:xfrm>
          <a:prstGeom prst="rect">
            <a:avLst/>
          </a:prstGeom>
          <a:noFill/>
          <a:ln w="0">
            <a:noFill/>
          </a:ln>
        </p:spPr>
        <p:txBody>
          <a:bodyPr lIns="91440" rIns="91440" tIns="91440" bIns="91440" anchor="ctr">
            <a:normAutofit/>
          </a:bodyPr>
          <a:p>
            <a:pPr indent="0">
              <a:lnSpc>
                <a:spcPct val="100000"/>
              </a:lnSpc>
              <a:buNone/>
              <a:tabLst>
                <a:tab algn="l" pos="0"/>
              </a:tabLst>
            </a:pPr>
            <a:r>
              <a:rPr lang="en-GB" sz="4800" b="0" u="none" strike="noStrike">
                <a:solidFill>
                  <a:srgbClr val="000000"/>
                </a:solidFill>
                <a:effectLst/>
                <a:uFillTx/>
                <a:latin typeface="Arial"/>
              </a:rPr>
              <a:t>Click to edit the title text format</a:t>
            </a:r>
            <a:endParaRPr lang="en-GB" sz="4800" b="0" u="none" strike="noStrike">
              <a:solidFill>
                <a:srgbClr val="000000"/>
              </a:solidFill>
              <a:effectLst/>
              <a:uFillTx/>
              <a:latin typeface="Arial"/>
            </a:endParaRPr>
          </a:p>
        </p:txBody>
      </p:sp>
      <p:sp>
        <p:nvSpPr>
          <p:cNvPr id="3" name="PlaceHolder 2"/>
          <p:cNvSpPr>
            <a:spLocks noGrp="1"/>
          </p:cNvSpPr>
          <p:nvPr>
            <p:ph type="sldNum" idx="1"/>
          </p:nvPr>
        </p:nvSpPr>
        <p:spPr>
          <a:xfrm>
            <a:off x="8472600" y="4663080"/>
            <a:ext cx="547920" cy="392760"/>
          </a:xfrm>
          <a:prstGeom prst="rect">
            <a:avLst/>
          </a:prstGeom>
          <a:noFill/>
          <a:ln w="0">
            <a:noFill/>
          </a:ln>
        </p:spPr>
        <p:txBody>
          <a:bodyPr lIns="91440" rIns="91440" tIns="91440" bIns="91440" anchor="ctr">
            <a:normAutofit/>
          </a:bodyPr>
          <a:lstStyle>
            <a:lvl1pPr indent="0" algn="r">
              <a:lnSpc>
                <a:spcPct val="100000"/>
              </a:lnSpc>
              <a:buNone/>
              <a:tabLst>
                <a:tab algn="l" pos="0"/>
              </a:tabLst>
              <a:defRPr lang="de" sz="1000" b="0" u="none" strike="noStrike">
                <a:solidFill>
                  <a:schemeClr val="dk2"/>
                </a:solidFill>
                <a:effectLst/>
                <a:uFillTx/>
                <a:latin typeface="Arial"/>
                <a:ea typeface="Arial"/>
              </a:defRPr>
            </a:lvl1pPr>
          </a:lstStyle>
          <a:p>
            <a:pPr indent="0" algn="r">
              <a:lnSpc>
                <a:spcPct val="100000"/>
              </a:lnSpc>
              <a:buNone/>
              <a:tabLst>
                <a:tab algn="l" pos="0"/>
              </a:tabLst>
            </a:pPr>
            <a:fld id="{D5E80802-3691-4426-B3D8-B8BA186986D5}" type="slidenum">
              <a:rPr lang="de" sz="1000" b="0" u="none" strike="noStrike">
                <a:solidFill>
                  <a:schemeClr val="dk2"/>
                </a:solidFill>
                <a:effectLst/>
                <a:uFillTx/>
                <a:latin typeface="Arial"/>
                <a:ea typeface="Arial"/>
              </a:rPr>
              <a:t>&lt;number&gt;</a:t>
            </a:fld>
            <a:endParaRPr lang="en-GB" sz="1000" b="0" u="none" strike="noStrike">
              <a:solidFill>
                <a:srgbClr val="000000"/>
              </a:solidFill>
              <a:effectLst/>
              <a:uFillTx/>
              <a:latin typeface="Times New Roman"/>
            </a:endParaRPr>
          </a:p>
        </p:txBody>
      </p:sp>
    </p:spTree>
  </p:cSld>
</p:sldLayout>
</file>

<file path=ppt/slideLayouts/slideLayout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SECTION_TITLE_AND_DESCRIPTION">
    <p:bg>
      <p:bgPr>
        <a:solidFill>
          <a:schemeClr val="lt1"/>
        </a:solidFill>
      </p:bgPr>
    </p:bg>
    <p:spTree>
      <p:nvGrpSpPr>
        <p:cNvPr id="1" name=""/>
        <p:cNvGrpSpPr/>
        <p:nvPr/>
      </p:nvGrpSpPr>
      <p:grpSpPr>
        <a:xfrm>
          <a:off x="0" y="0"/>
          <a:ext cx="0" cy="0"/>
          <a:chOff x="0" y="0"/>
          <a:chExt cx="0" cy="0"/>
        </a:xfrm>
      </p:grpSpPr>
      <p:sp>
        <p:nvSpPr>
          <p:cNvPr id="4" name="Google Shape;36;p31"/>
          <p:cNvSpPr/>
          <p:nvPr/>
        </p:nvSpPr>
        <p:spPr>
          <a:xfrm>
            <a:off x="4572000" y="0"/>
            <a:ext cx="4571280" cy="5142960"/>
          </a:xfrm>
          <a:prstGeom prst="rect">
            <a:avLst/>
          </a:prstGeom>
          <a:solidFill>
            <a:schemeClr val="lt2"/>
          </a:solidFill>
          <a:ln w="0">
            <a:noFill/>
          </a:ln>
        </p:spPr>
        <p:style>
          <a:lnRef idx="0"/>
          <a:fillRef idx="0"/>
          <a:effectRef idx="0"/>
          <a:fontRef idx="minor"/>
        </p:style>
        <p:txBody>
          <a:bodyPr lIns="90000" rIns="90000" tIns="91440" bIns="91440" anchor="ctr">
            <a:noAutofit/>
          </a:bodyPr>
          <a:p>
            <a:pPr>
              <a:lnSpc>
                <a:spcPct val="100000"/>
              </a:lnSpc>
              <a:tabLst>
                <a:tab algn="l" pos="0"/>
              </a:tabLst>
            </a:pPr>
            <a:endParaRPr lang="en-GB" sz="1400" b="0" u="none" strike="noStrike">
              <a:solidFill>
                <a:srgbClr val="000000"/>
              </a:solidFill>
              <a:effectLst/>
              <a:uFillTx/>
              <a:latin typeface="Arial"/>
              <a:ea typeface="Arial"/>
            </a:endParaRPr>
          </a:p>
        </p:txBody>
      </p:sp>
      <p:sp>
        <p:nvSpPr>
          <p:cNvPr id="5" name="PlaceHolder 1"/>
          <p:cNvSpPr>
            <a:spLocks noGrp="1"/>
          </p:cNvSpPr>
          <p:nvPr>
            <p:ph type="title"/>
          </p:nvPr>
        </p:nvSpPr>
        <p:spPr>
          <a:xfrm>
            <a:off x="265680" y="1233000"/>
            <a:ext cx="4044600" cy="1481760"/>
          </a:xfrm>
          <a:prstGeom prst="rect">
            <a:avLst/>
          </a:prstGeom>
          <a:noFill/>
          <a:ln w="0">
            <a:noFill/>
          </a:ln>
        </p:spPr>
        <p:txBody>
          <a:bodyPr lIns="91440" rIns="91440" tIns="91440" bIns="91440" anchor="b">
            <a:normAutofit/>
          </a:bodyPr>
          <a:p>
            <a:pPr indent="0">
              <a:lnSpc>
                <a:spcPct val="100000"/>
              </a:lnSpc>
              <a:buNone/>
              <a:tabLst>
                <a:tab algn="l" pos="0"/>
              </a:tabLst>
            </a:pPr>
            <a:r>
              <a:rPr lang="en-GB" sz="4200" b="0" u="none" strike="noStrike">
                <a:solidFill>
                  <a:srgbClr val="000000"/>
                </a:solidFill>
                <a:effectLst/>
                <a:uFillTx/>
                <a:latin typeface="Arial"/>
              </a:rPr>
              <a:t>Click to edit the title text format</a:t>
            </a:r>
            <a:endParaRPr lang="en-GB" sz="4200" b="0" u="none" strike="noStrike">
              <a:solidFill>
                <a:srgbClr val="000000"/>
              </a:solidFill>
              <a:effectLst/>
              <a:uFillTx/>
              <a:latin typeface="Arial"/>
            </a:endParaRPr>
          </a:p>
        </p:txBody>
      </p:sp>
      <p:sp>
        <p:nvSpPr>
          <p:cNvPr id="6" name="PlaceHolder 2"/>
          <p:cNvSpPr>
            <a:spLocks noGrp="1"/>
          </p:cNvSpPr>
          <p:nvPr>
            <p:ph type="body"/>
          </p:nvPr>
        </p:nvSpPr>
        <p:spPr>
          <a:xfrm>
            <a:off x="4939560" y="723960"/>
            <a:ext cx="3836160" cy="3694320"/>
          </a:xfrm>
          <a:prstGeom prst="rect">
            <a:avLst/>
          </a:prstGeom>
          <a:noFill/>
          <a:ln w="0">
            <a:noFill/>
          </a:ln>
        </p:spPr>
        <p:txBody>
          <a:bodyPr lIns="91440" rIns="91440" tIns="91440" bIns="91440" anchor="ctr">
            <a:normAutofit fontScale="85000" lnSpcReduction="9999"/>
          </a:bodyPr>
          <a:p>
            <a:pPr marL="432000" indent="-324000">
              <a:lnSpc>
                <a:spcPct val="100000"/>
              </a:lnSpc>
              <a:spcBef>
                <a:spcPts val="1417"/>
              </a:spcBef>
              <a:buClr>
                <a:srgbClr val="000000"/>
              </a:buClr>
              <a:buSzPct val="45000"/>
              <a:buFont typeface="Wingdings" charset="2"/>
              <a:buChar char=""/>
            </a:pPr>
            <a:r>
              <a:rPr lang="en-GB" sz="1800" b="0" u="none" strike="noStrike">
                <a:solidFill>
                  <a:srgbClr val="000000"/>
                </a:solidFill>
                <a:effectLst/>
                <a:uFillTx/>
                <a:latin typeface="Arial"/>
              </a:rPr>
              <a:t>Click to edit the outline text format</a:t>
            </a:r>
            <a:endParaRPr lang="en-GB" sz="18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n-GB" sz="1800" b="0" u="none" strike="noStrike">
                <a:solidFill>
                  <a:srgbClr val="000000"/>
                </a:solidFill>
                <a:effectLst/>
                <a:uFillTx/>
                <a:latin typeface="Arial"/>
              </a:rPr>
              <a:t>Second Outline Level</a:t>
            </a:r>
            <a:endParaRPr lang="en-GB" sz="1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n-GB" sz="1800" b="0" u="none" strike="noStrike">
                <a:solidFill>
                  <a:srgbClr val="000000"/>
                </a:solidFill>
                <a:effectLst/>
                <a:uFillTx/>
                <a:latin typeface="Arial"/>
              </a:rPr>
              <a:t>Third Outline Level</a:t>
            </a:r>
            <a:endParaRPr lang="en-GB" sz="18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n-GB" sz="1800" b="0" u="none" strike="noStrike">
                <a:solidFill>
                  <a:srgbClr val="000000"/>
                </a:solidFill>
                <a:effectLst/>
                <a:uFillTx/>
                <a:latin typeface="Arial"/>
              </a:rPr>
              <a:t>Fourth Outline Level</a:t>
            </a:r>
            <a:endParaRPr lang="en-GB" sz="18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n-GB" sz="1800" b="0" u="none" strike="noStrike">
                <a:solidFill>
                  <a:srgbClr val="000000"/>
                </a:solidFill>
                <a:effectLst/>
                <a:uFillTx/>
                <a:latin typeface="Arial"/>
              </a:rPr>
              <a:t>Fifth Outline Level</a:t>
            </a:r>
            <a:endParaRPr lang="en-GB" sz="18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n-GB" sz="1800" b="0" u="none" strike="noStrike">
                <a:solidFill>
                  <a:srgbClr val="000000"/>
                </a:solidFill>
                <a:effectLst/>
                <a:uFillTx/>
                <a:latin typeface="Arial"/>
              </a:rPr>
              <a:t>Sixth Outline Level</a:t>
            </a:r>
            <a:endParaRPr lang="en-GB" sz="18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n-GB" sz="1800" b="0" u="none" strike="noStrike">
                <a:solidFill>
                  <a:srgbClr val="000000"/>
                </a:solidFill>
                <a:effectLst/>
                <a:uFillTx/>
                <a:latin typeface="Arial"/>
              </a:rPr>
              <a:t>Seventh Outline Level</a:t>
            </a:r>
            <a:endParaRPr lang="en-GB" sz="1800" b="0" u="none" strike="noStrike">
              <a:solidFill>
                <a:srgbClr val="000000"/>
              </a:solidFill>
              <a:effectLst/>
              <a:uFillTx/>
              <a:latin typeface="Arial"/>
            </a:endParaRPr>
          </a:p>
        </p:txBody>
      </p:sp>
      <p:sp>
        <p:nvSpPr>
          <p:cNvPr id="7" name="PlaceHolder 3"/>
          <p:cNvSpPr>
            <a:spLocks noGrp="1"/>
          </p:cNvSpPr>
          <p:nvPr>
            <p:ph type="sldNum" idx="2"/>
          </p:nvPr>
        </p:nvSpPr>
        <p:spPr>
          <a:xfrm>
            <a:off x="8472600" y="4663080"/>
            <a:ext cx="547920" cy="392760"/>
          </a:xfrm>
          <a:prstGeom prst="rect">
            <a:avLst/>
          </a:prstGeom>
          <a:noFill/>
          <a:ln w="0">
            <a:noFill/>
          </a:ln>
        </p:spPr>
        <p:txBody>
          <a:bodyPr lIns="91440" rIns="91440" tIns="91440" bIns="91440" anchor="ctr">
            <a:normAutofit/>
          </a:bodyPr>
          <a:lstStyle>
            <a:lvl1pPr indent="0" algn="r">
              <a:lnSpc>
                <a:spcPct val="100000"/>
              </a:lnSpc>
              <a:buNone/>
              <a:tabLst>
                <a:tab algn="l" pos="0"/>
              </a:tabLst>
              <a:defRPr lang="de" sz="1000" b="0" u="none" strike="noStrike">
                <a:solidFill>
                  <a:schemeClr val="dk2"/>
                </a:solidFill>
                <a:effectLst/>
                <a:uFillTx/>
                <a:latin typeface="Arial"/>
                <a:ea typeface="Arial"/>
              </a:defRPr>
            </a:lvl1pPr>
          </a:lstStyle>
          <a:p>
            <a:pPr indent="0" algn="r">
              <a:lnSpc>
                <a:spcPct val="100000"/>
              </a:lnSpc>
              <a:buNone/>
              <a:tabLst>
                <a:tab algn="l" pos="0"/>
              </a:tabLst>
            </a:pPr>
            <a:fld id="{58A4AAAE-34AB-4824-8DFC-C358A8256BE9}" type="slidenum">
              <a:rPr lang="de" sz="1000" b="0" u="none" strike="noStrike">
                <a:solidFill>
                  <a:schemeClr val="dk2"/>
                </a:solidFill>
                <a:effectLst/>
                <a:uFillTx/>
                <a:latin typeface="Arial"/>
                <a:ea typeface="Arial"/>
              </a:rPr>
              <a:t>&lt;number&gt;</a:t>
            </a:fld>
            <a:endParaRPr lang="en-GB" sz="1000" b="0" u="none" strike="noStrike">
              <a:solidFill>
                <a:srgbClr val="000000"/>
              </a:solidFill>
              <a:effectLst/>
              <a:uFillTx/>
              <a:latin typeface="Times New Roman"/>
            </a:endParaRPr>
          </a:p>
        </p:txBody>
      </p:sp>
    </p:spTree>
  </p:cSld>
</p:sldLayout>
</file>

<file path=ppt/slideLayouts/slideLayout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CAPTION_ONLY">
    <p:bg>
      <p:bgPr>
        <a:solidFill>
          <a:schemeClr val="lt1"/>
        </a:solidFill>
      </p:bgPr>
    </p:bg>
    <p:spTree>
      <p:nvGrpSpPr>
        <p:cNvPr id="1" name=""/>
        <p:cNvGrpSpPr/>
        <p:nvPr/>
      </p:nvGrpSpPr>
      <p:grpSpPr>
        <a:xfrm>
          <a:off x="0" y="0"/>
          <a:ext cx="0" cy="0"/>
          <a:chOff x="0" y="0"/>
          <a:chExt cx="0" cy="0"/>
        </a:xfrm>
      </p:grpSpPr>
      <p:sp>
        <p:nvSpPr>
          <p:cNvPr id="8" name="PlaceHolder 1"/>
          <p:cNvSpPr>
            <a:spLocks noGrp="1"/>
          </p:cNvSpPr>
          <p:nvPr>
            <p:ph type="body"/>
          </p:nvPr>
        </p:nvSpPr>
        <p:spPr>
          <a:xfrm>
            <a:off x="311760" y="4230720"/>
            <a:ext cx="5997960" cy="604440"/>
          </a:xfrm>
          <a:prstGeom prst="rect">
            <a:avLst/>
          </a:prstGeom>
          <a:noFill/>
          <a:ln w="0">
            <a:noFill/>
          </a:ln>
        </p:spPr>
        <p:txBody>
          <a:bodyPr lIns="91440" rIns="91440" tIns="91440" bIns="91440" anchor="ctr">
            <a:normAutofit fontScale="25000" lnSpcReduction="19999"/>
          </a:bodyPr>
          <a:p>
            <a:pPr marL="432000" indent="-324000">
              <a:lnSpc>
                <a:spcPct val="100000"/>
              </a:lnSpc>
              <a:spcBef>
                <a:spcPts val="1417"/>
              </a:spcBef>
              <a:buClr>
                <a:srgbClr val="000000"/>
              </a:buClr>
              <a:buSzPct val="45000"/>
              <a:buFont typeface="Wingdings" charset="2"/>
              <a:buChar char=""/>
            </a:pPr>
            <a:r>
              <a:rPr lang="en-GB" sz="1800" b="0" u="none" strike="noStrike">
                <a:solidFill>
                  <a:srgbClr val="000000"/>
                </a:solidFill>
                <a:effectLst/>
                <a:uFillTx/>
                <a:latin typeface="Arial"/>
              </a:rPr>
              <a:t>Click to edit the outline text format</a:t>
            </a:r>
            <a:endParaRPr lang="en-GB" sz="18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n-GB" sz="1800" b="0" u="none" strike="noStrike">
                <a:solidFill>
                  <a:srgbClr val="000000"/>
                </a:solidFill>
                <a:effectLst/>
                <a:uFillTx/>
                <a:latin typeface="Arial"/>
              </a:rPr>
              <a:t>Second Outline Level</a:t>
            </a:r>
            <a:endParaRPr lang="en-GB" sz="1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n-GB" sz="1800" b="0" u="none" strike="noStrike">
                <a:solidFill>
                  <a:srgbClr val="000000"/>
                </a:solidFill>
                <a:effectLst/>
                <a:uFillTx/>
                <a:latin typeface="Arial"/>
              </a:rPr>
              <a:t>Third Outline Level</a:t>
            </a:r>
            <a:endParaRPr lang="en-GB" sz="18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n-GB" sz="1800" b="0" u="none" strike="noStrike">
                <a:solidFill>
                  <a:srgbClr val="000000"/>
                </a:solidFill>
                <a:effectLst/>
                <a:uFillTx/>
                <a:latin typeface="Arial"/>
              </a:rPr>
              <a:t>Fourth Outline Level</a:t>
            </a:r>
            <a:endParaRPr lang="en-GB" sz="18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n-GB" sz="1800" b="0" u="none" strike="noStrike">
                <a:solidFill>
                  <a:srgbClr val="000000"/>
                </a:solidFill>
                <a:effectLst/>
                <a:uFillTx/>
                <a:latin typeface="Arial"/>
              </a:rPr>
              <a:t>Fifth Outline Level</a:t>
            </a:r>
            <a:endParaRPr lang="en-GB" sz="18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n-GB" sz="1800" b="0" u="none" strike="noStrike">
                <a:solidFill>
                  <a:srgbClr val="000000"/>
                </a:solidFill>
                <a:effectLst/>
                <a:uFillTx/>
                <a:latin typeface="Arial"/>
              </a:rPr>
              <a:t>Sixth Outline Level</a:t>
            </a:r>
            <a:endParaRPr lang="en-GB" sz="18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n-GB" sz="1800" b="0" u="none" strike="noStrike">
                <a:solidFill>
                  <a:srgbClr val="000000"/>
                </a:solidFill>
                <a:effectLst/>
                <a:uFillTx/>
                <a:latin typeface="Arial"/>
              </a:rPr>
              <a:t>Seventh Outline Level</a:t>
            </a:r>
            <a:endParaRPr lang="en-GB" sz="1800" b="0" u="none" strike="noStrike">
              <a:solidFill>
                <a:srgbClr val="000000"/>
              </a:solidFill>
              <a:effectLst/>
              <a:uFillTx/>
              <a:latin typeface="Arial"/>
            </a:endParaRPr>
          </a:p>
        </p:txBody>
      </p:sp>
      <p:sp>
        <p:nvSpPr>
          <p:cNvPr id="9" name="PlaceHolder 2"/>
          <p:cNvSpPr>
            <a:spLocks noGrp="1"/>
          </p:cNvSpPr>
          <p:nvPr>
            <p:ph type="sldNum" idx="3"/>
          </p:nvPr>
        </p:nvSpPr>
        <p:spPr>
          <a:xfrm>
            <a:off x="8472600" y="4663080"/>
            <a:ext cx="547920" cy="392760"/>
          </a:xfrm>
          <a:prstGeom prst="rect">
            <a:avLst/>
          </a:prstGeom>
          <a:noFill/>
          <a:ln w="0">
            <a:noFill/>
          </a:ln>
        </p:spPr>
        <p:txBody>
          <a:bodyPr lIns="91440" rIns="91440" tIns="91440" bIns="91440" anchor="ctr">
            <a:normAutofit/>
          </a:bodyPr>
          <a:lstStyle>
            <a:lvl1pPr indent="0" algn="r">
              <a:lnSpc>
                <a:spcPct val="100000"/>
              </a:lnSpc>
              <a:buNone/>
              <a:tabLst>
                <a:tab algn="l" pos="0"/>
              </a:tabLst>
              <a:defRPr lang="de" sz="1000" b="0" u="none" strike="noStrike">
                <a:solidFill>
                  <a:schemeClr val="dk2"/>
                </a:solidFill>
                <a:effectLst/>
                <a:uFillTx/>
                <a:latin typeface="Arial"/>
                <a:ea typeface="Arial"/>
              </a:defRPr>
            </a:lvl1pPr>
          </a:lstStyle>
          <a:p>
            <a:pPr indent="0" algn="r">
              <a:lnSpc>
                <a:spcPct val="100000"/>
              </a:lnSpc>
              <a:buNone/>
              <a:tabLst>
                <a:tab algn="l" pos="0"/>
              </a:tabLst>
            </a:pPr>
            <a:fld id="{7A9D1045-5069-4E23-A5C3-50DD0DD8DD3C}" type="slidenum">
              <a:rPr lang="de" sz="1000" b="0" u="none" strike="noStrike">
                <a:solidFill>
                  <a:schemeClr val="dk2"/>
                </a:solidFill>
                <a:effectLst/>
                <a:uFillTx/>
                <a:latin typeface="Arial"/>
                <a:ea typeface="Arial"/>
              </a:rPr>
              <a:t>&lt;number&gt;</a:t>
            </a:fld>
            <a:endParaRPr lang="en-GB" sz="1000" b="0" u="none" strike="noStrike">
              <a:solidFill>
                <a:srgbClr val="000000"/>
              </a:solidFill>
              <a:effectLst/>
              <a:uFillTx/>
              <a:latin typeface="Times New Roman"/>
            </a:endParaRPr>
          </a:p>
        </p:txBody>
      </p:sp>
    </p:spTree>
  </p:cSld>
</p:sldLayout>
</file>

<file path=ppt/slideLayouts/slideLayout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 preserve="1">
  <p:cSld name="TITLE">
    <p:bg>
      <p:bgPr>
        <a:solidFill>
          <a:schemeClr val="lt1"/>
        </a:solidFill>
      </p:bgPr>
    </p:bg>
    <p:spTree>
      <p:nvGrpSpPr>
        <p:cNvPr id="1" name=""/>
        <p:cNvGrpSpPr/>
        <p:nvPr/>
      </p:nvGrpSpPr>
      <p:grpSpPr>
        <a:xfrm>
          <a:off x="0" y="0"/>
          <a:ext cx="0" cy="0"/>
          <a:chOff x="0" y="0"/>
          <a:chExt cx="0" cy="0"/>
        </a:xfrm>
      </p:grpSpPr>
      <p:sp>
        <p:nvSpPr>
          <p:cNvPr id="10" name="PlaceHolder 1"/>
          <p:cNvSpPr>
            <a:spLocks noGrp="1"/>
          </p:cNvSpPr>
          <p:nvPr>
            <p:ph type="title"/>
          </p:nvPr>
        </p:nvSpPr>
        <p:spPr>
          <a:xfrm>
            <a:off x="311760" y="744480"/>
            <a:ext cx="8519760" cy="2052000"/>
          </a:xfrm>
          <a:prstGeom prst="rect">
            <a:avLst/>
          </a:prstGeom>
          <a:noFill/>
          <a:ln w="0">
            <a:noFill/>
          </a:ln>
        </p:spPr>
        <p:txBody>
          <a:bodyPr lIns="91440" rIns="91440" tIns="91440" bIns="91440" anchor="b">
            <a:normAutofit/>
          </a:bodyPr>
          <a:p>
            <a:pPr indent="0">
              <a:lnSpc>
                <a:spcPct val="100000"/>
              </a:lnSpc>
              <a:buNone/>
              <a:tabLst>
                <a:tab algn="l" pos="0"/>
              </a:tabLst>
            </a:pPr>
            <a:r>
              <a:rPr lang="en-GB" sz="5200" b="0" u="none" strike="noStrike">
                <a:solidFill>
                  <a:srgbClr val="000000"/>
                </a:solidFill>
                <a:effectLst/>
                <a:uFillTx/>
                <a:latin typeface="Arial"/>
              </a:rPr>
              <a:t>Click to edit the title text format</a:t>
            </a:r>
            <a:endParaRPr lang="en-GB" sz="5200" b="0" u="none" strike="noStrike">
              <a:solidFill>
                <a:srgbClr val="000000"/>
              </a:solidFill>
              <a:effectLst/>
              <a:uFillTx/>
              <a:latin typeface="Arial"/>
            </a:endParaRPr>
          </a:p>
        </p:txBody>
      </p:sp>
      <p:sp>
        <p:nvSpPr>
          <p:cNvPr id="11" name="PlaceHolder 2"/>
          <p:cNvSpPr>
            <a:spLocks noGrp="1"/>
          </p:cNvSpPr>
          <p:nvPr>
            <p:ph type="sldNum" idx="4"/>
          </p:nvPr>
        </p:nvSpPr>
        <p:spPr>
          <a:xfrm>
            <a:off x="8472600" y="4663080"/>
            <a:ext cx="547920" cy="392760"/>
          </a:xfrm>
          <a:prstGeom prst="rect">
            <a:avLst/>
          </a:prstGeom>
          <a:noFill/>
          <a:ln w="0">
            <a:noFill/>
          </a:ln>
        </p:spPr>
        <p:txBody>
          <a:bodyPr lIns="91440" rIns="91440" tIns="91440" bIns="91440" anchor="ctr">
            <a:normAutofit/>
          </a:bodyPr>
          <a:lstStyle>
            <a:lvl1pPr indent="0" algn="r">
              <a:lnSpc>
                <a:spcPct val="100000"/>
              </a:lnSpc>
              <a:buNone/>
              <a:tabLst>
                <a:tab algn="l" pos="0"/>
              </a:tabLst>
              <a:defRPr lang="de" sz="1000" b="0" u="none" strike="noStrike">
                <a:solidFill>
                  <a:schemeClr val="dk2"/>
                </a:solidFill>
                <a:effectLst/>
                <a:uFillTx/>
                <a:latin typeface="Arial"/>
                <a:ea typeface="Arial"/>
              </a:defRPr>
            </a:lvl1pPr>
          </a:lstStyle>
          <a:p>
            <a:pPr indent="0" algn="r">
              <a:lnSpc>
                <a:spcPct val="100000"/>
              </a:lnSpc>
              <a:buNone/>
              <a:tabLst>
                <a:tab algn="l" pos="0"/>
              </a:tabLst>
            </a:pPr>
            <a:fld id="{3BCD12DB-1A5D-4054-AF63-941F3902A3C1}" type="slidenum">
              <a:rPr lang="de" sz="1000" b="0" u="none" strike="noStrike">
                <a:solidFill>
                  <a:schemeClr val="dk2"/>
                </a:solidFill>
                <a:effectLst/>
                <a:uFillTx/>
                <a:latin typeface="Arial"/>
                <a:ea typeface="Arial"/>
              </a:rPr>
              <a:t>&lt;number&gt;</a:t>
            </a:fld>
            <a:endParaRPr lang="en-GB" sz="1000" b="0" u="none" strike="noStrike">
              <a:solidFill>
                <a:srgbClr val="000000"/>
              </a:solidFill>
              <a:effectLst/>
              <a:uFillTx/>
              <a:latin typeface="Times New Roman"/>
            </a:endParaRPr>
          </a:p>
        </p:txBody>
      </p:sp>
    </p:spTree>
  </p:cSld>
</p:sldLayout>
</file>

<file path=ppt/slideLayouts/slideLayout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IG_NUMBER">
    <p:bg>
      <p:bgPr>
        <a:solidFill>
          <a:schemeClr val="lt1"/>
        </a:solidFill>
      </p:bgPr>
    </p:bg>
    <p:spTree>
      <p:nvGrpSpPr>
        <p:cNvPr id="1" name=""/>
        <p:cNvGrpSpPr/>
        <p:nvPr/>
      </p:nvGrpSpPr>
      <p:grpSpPr>
        <a:xfrm>
          <a:off x="0" y="0"/>
          <a:ext cx="0" cy="0"/>
          <a:chOff x="0" y="0"/>
          <a:chExt cx="0" cy="0"/>
        </a:xfrm>
      </p:grpSpPr>
      <p:sp>
        <p:nvSpPr>
          <p:cNvPr id="12" name="PlaceHolder 1"/>
          <p:cNvSpPr>
            <a:spLocks noGrp="1"/>
          </p:cNvSpPr>
          <p:nvPr>
            <p:ph type="title"/>
          </p:nvPr>
        </p:nvSpPr>
        <p:spPr>
          <a:xfrm>
            <a:off x="311760" y="1106280"/>
            <a:ext cx="8519760" cy="1962720"/>
          </a:xfrm>
          <a:prstGeom prst="rect">
            <a:avLst/>
          </a:prstGeom>
          <a:noFill/>
          <a:ln w="0">
            <a:noFill/>
          </a:ln>
        </p:spPr>
        <p:txBody>
          <a:bodyPr lIns="91440" rIns="91440" tIns="91440" bIns="91440" anchor="b">
            <a:normAutofit lnSpcReduction="9999"/>
          </a:bodyPr>
          <a:p>
            <a:pPr indent="0" algn="ctr">
              <a:lnSpc>
                <a:spcPct val="100000"/>
              </a:lnSpc>
              <a:buNone/>
              <a:tabLst>
                <a:tab algn="l" pos="0"/>
              </a:tabLst>
            </a:pPr>
            <a:r>
              <a:rPr lang="en-GB" sz="12000" b="0" u="none" strike="noStrike">
                <a:solidFill>
                  <a:schemeClr val="dk1"/>
                </a:solidFill>
                <a:effectLst/>
                <a:uFillTx/>
                <a:latin typeface="Arial"/>
                <a:ea typeface="Arial"/>
              </a:rPr>
              <a:t>xx%</a:t>
            </a:r>
            <a:endParaRPr lang="en-GB" sz="12000" b="0" u="none" strike="noStrike">
              <a:solidFill>
                <a:srgbClr val="000000"/>
              </a:solidFill>
              <a:effectLst/>
              <a:uFillTx/>
              <a:latin typeface="Arial"/>
            </a:endParaRPr>
          </a:p>
        </p:txBody>
      </p:sp>
      <p:sp>
        <p:nvSpPr>
          <p:cNvPr id="13" name="PlaceHolder 2"/>
          <p:cNvSpPr>
            <a:spLocks noGrp="1"/>
          </p:cNvSpPr>
          <p:nvPr>
            <p:ph type="body"/>
          </p:nvPr>
        </p:nvSpPr>
        <p:spPr>
          <a:xfrm>
            <a:off x="311760" y="3152160"/>
            <a:ext cx="8519760" cy="1299960"/>
          </a:xfrm>
          <a:prstGeom prst="rect">
            <a:avLst/>
          </a:prstGeom>
          <a:noFill/>
          <a:ln w="0">
            <a:noFill/>
          </a:ln>
        </p:spPr>
        <p:txBody>
          <a:bodyPr lIns="91440" rIns="91440" tIns="91440" bIns="91440" anchor="t">
            <a:normAutofit fontScale="47500" lnSpcReduction="19999"/>
          </a:bodyPr>
          <a:p>
            <a:pPr marL="432000" indent="-324000">
              <a:lnSpc>
                <a:spcPct val="100000"/>
              </a:lnSpc>
              <a:spcBef>
                <a:spcPts val="1417"/>
              </a:spcBef>
              <a:buClr>
                <a:srgbClr val="000000"/>
              </a:buClr>
              <a:buSzPct val="45000"/>
              <a:buFont typeface="Wingdings" charset="2"/>
              <a:buChar char=""/>
            </a:pPr>
            <a:r>
              <a:rPr lang="en-GB" sz="1800" b="0" u="none" strike="noStrike">
                <a:solidFill>
                  <a:srgbClr val="000000"/>
                </a:solidFill>
                <a:effectLst/>
                <a:uFillTx/>
                <a:latin typeface="Arial"/>
              </a:rPr>
              <a:t>Click to edit the outline text format</a:t>
            </a:r>
            <a:endParaRPr lang="en-GB" sz="18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n-GB" sz="1800" b="0" u="none" strike="noStrike">
                <a:solidFill>
                  <a:srgbClr val="000000"/>
                </a:solidFill>
                <a:effectLst/>
                <a:uFillTx/>
                <a:latin typeface="Arial"/>
              </a:rPr>
              <a:t>Second Outline Level</a:t>
            </a:r>
            <a:endParaRPr lang="en-GB" sz="1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n-GB" sz="1800" b="0" u="none" strike="noStrike">
                <a:solidFill>
                  <a:srgbClr val="000000"/>
                </a:solidFill>
                <a:effectLst/>
                <a:uFillTx/>
                <a:latin typeface="Arial"/>
              </a:rPr>
              <a:t>Third Outline Level</a:t>
            </a:r>
            <a:endParaRPr lang="en-GB" sz="18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n-GB" sz="1800" b="0" u="none" strike="noStrike">
                <a:solidFill>
                  <a:srgbClr val="000000"/>
                </a:solidFill>
                <a:effectLst/>
                <a:uFillTx/>
                <a:latin typeface="Arial"/>
              </a:rPr>
              <a:t>Fourth Outline Level</a:t>
            </a:r>
            <a:endParaRPr lang="en-GB" sz="18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n-GB" sz="1800" b="0" u="none" strike="noStrike">
                <a:solidFill>
                  <a:srgbClr val="000000"/>
                </a:solidFill>
                <a:effectLst/>
                <a:uFillTx/>
                <a:latin typeface="Arial"/>
              </a:rPr>
              <a:t>Fifth Outline Level</a:t>
            </a:r>
            <a:endParaRPr lang="en-GB" sz="18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n-GB" sz="1800" b="0" u="none" strike="noStrike">
                <a:solidFill>
                  <a:srgbClr val="000000"/>
                </a:solidFill>
                <a:effectLst/>
                <a:uFillTx/>
                <a:latin typeface="Arial"/>
              </a:rPr>
              <a:t>Sixth Outline Level</a:t>
            </a:r>
            <a:endParaRPr lang="en-GB" sz="18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n-GB" sz="1800" b="0" u="none" strike="noStrike">
                <a:solidFill>
                  <a:srgbClr val="000000"/>
                </a:solidFill>
                <a:effectLst/>
                <a:uFillTx/>
                <a:latin typeface="Arial"/>
              </a:rPr>
              <a:t>Seventh Outline Level</a:t>
            </a:r>
            <a:endParaRPr lang="en-GB" sz="1800" b="0" u="none" strike="noStrike">
              <a:solidFill>
                <a:srgbClr val="000000"/>
              </a:solidFill>
              <a:effectLst/>
              <a:uFillTx/>
              <a:latin typeface="Arial"/>
            </a:endParaRPr>
          </a:p>
        </p:txBody>
      </p:sp>
      <p:sp>
        <p:nvSpPr>
          <p:cNvPr id="14" name="PlaceHolder 3"/>
          <p:cNvSpPr>
            <a:spLocks noGrp="1"/>
          </p:cNvSpPr>
          <p:nvPr>
            <p:ph type="sldNum" idx="5"/>
          </p:nvPr>
        </p:nvSpPr>
        <p:spPr>
          <a:xfrm>
            <a:off x="8472600" y="4663080"/>
            <a:ext cx="547920" cy="392760"/>
          </a:xfrm>
          <a:prstGeom prst="rect">
            <a:avLst/>
          </a:prstGeom>
          <a:noFill/>
          <a:ln w="0">
            <a:noFill/>
          </a:ln>
        </p:spPr>
        <p:txBody>
          <a:bodyPr lIns="91440" rIns="91440" tIns="91440" bIns="91440" anchor="ctr">
            <a:normAutofit/>
          </a:bodyPr>
          <a:lstStyle>
            <a:lvl1pPr indent="0" algn="r">
              <a:lnSpc>
                <a:spcPct val="100000"/>
              </a:lnSpc>
              <a:buNone/>
              <a:tabLst>
                <a:tab algn="l" pos="0"/>
              </a:tabLst>
              <a:defRPr lang="de" sz="1000" b="0" u="none" strike="noStrike">
                <a:solidFill>
                  <a:schemeClr val="dk2"/>
                </a:solidFill>
                <a:effectLst/>
                <a:uFillTx/>
                <a:latin typeface="Arial"/>
                <a:ea typeface="Arial"/>
              </a:defRPr>
            </a:lvl1pPr>
          </a:lstStyle>
          <a:p>
            <a:pPr indent="0" algn="r">
              <a:lnSpc>
                <a:spcPct val="100000"/>
              </a:lnSpc>
              <a:buNone/>
              <a:tabLst>
                <a:tab algn="l" pos="0"/>
              </a:tabLst>
            </a:pPr>
            <a:fld id="{EDCA82BC-1175-4FA5-A17F-D47264186242}" type="slidenum">
              <a:rPr lang="de" sz="1000" b="0" u="none" strike="noStrike">
                <a:solidFill>
                  <a:schemeClr val="dk2"/>
                </a:solidFill>
                <a:effectLst/>
                <a:uFillTx/>
                <a:latin typeface="Arial"/>
                <a:ea typeface="Arial"/>
              </a:rPr>
              <a:t>&lt;number&gt;</a:t>
            </a:fld>
            <a:endParaRPr lang="en-GB" sz="1000" b="0" u="none" strike="noStrike">
              <a:solidFill>
                <a:srgbClr val="000000"/>
              </a:solidFill>
              <a:effectLst/>
              <a:uFillTx/>
              <a:latin typeface="Times New Roman"/>
            </a:endParaRPr>
          </a:p>
        </p:txBody>
      </p:sp>
    </p:spTree>
  </p:cSld>
</p:sldLayout>
</file>

<file path=ppt/slideLayouts/slideLayout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p:bg>
      <p:bgPr>
        <a:solidFill>
          <a:schemeClr val="lt1"/>
        </a:solidFill>
      </p:bgPr>
    </p:bg>
    <p:spTree>
      <p:nvGrpSpPr>
        <p:cNvPr id="1" name=""/>
        <p:cNvGrpSpPr/>
        <p:nvPr/>
      </p:nvGrpSpPr>
      <p:grpSpPr>
        <a:xfrm>
          <a:off x="0" y="0"/>
          <a:ext cx="0" cy="0"/>
          <a:chOff x="0" y="0"/>
          <a:chExt cx="0" cy="0"/>
        </a:xfrm>
      </p:grpSpPr>
      <p:sp>
        <p:nvSpPr>
          <p:cNvPr id="15" name="PlaceHolder 1"/>
          <p:cNvSpPr>
            <a:spLocks noGrp="1"/>
          </p:cNvSpPr>
          <p:nvPr>
            <p:ph type="sldNum" idx="6"/>
          </p:nvPr>
        </p:nvSpPr>
        <p:spPr>
          <a:xfrm>
            <a:off x="8472600" y="4663080"/>
            <a:ext cx="547920" cy="392760"/>
          </a:xfrm>
          <a:prstGeom prst="rect">
            <a:avLst/>
          </a:prstGeom>
          <a:noFill/>
          <a:ln w="0">
            <a:noFill/>
          </a:ln>
        </p:spPr>
        <p:txBody>
          <a:bodyPr lIns="91440" rIns="91440" tIns="91440" bIns="91440" anchor="ctr">
            <a:normAutofit/>
          </a:bodyPr>
          <a:lstStyle>
            <a:lvl1pPr indent="0" algn="r">
              <a:lnSpc>
                <a:spcPct val="100000"/>
              </a:lnSpc>
              <a:buNone/>
              <a:tabLst>
                <a:tab algn="l" pos="0"/>
              </a:tabLst>
              <a:defRPr lang="de" sz="1000" b="0" u="none" strike="noStrike">
                <a:solidFill>
                  <a:schemeClr val="dk2"/>
                </a:solidFill>
                <a:effectLst/>
                <a:uFillTx/>
                <a:latin typeface="Arial"/>
                <a:ea typeface="Arial"/>
              </a:defRPr>
            </a:lvl1pPr>
          </a:lstStyle>
          <a:p>
            <a:pPr indent="0" algn="r">
              <a:lnSpc>
                <a:spcPct val="100000"/>
              </a:lnSpc>
              <a:buNone/>
              <a:tabLst>
                <a:tab algn="l" pos="0"/>
              </a:tabLst>
            </a:pPr>
            <a:fld id="{014C18B1-81B1-4BAE-92C7-FCDBF30D08D4}" type="slidenum">
              <a:rPr lang="de" sz="1000" b="0" u="none" strike="noStrike">
                <a:solidFill>
                  <a:schemeClr val="dk2"/>
                </a:solidFill>
                <a:effectLst/>
                <a:uFillTx/>
                <a:latin typeface="Arial"/>
                <a:ea typeface="Arial"/>
              </a:rPr>
              <a:t>&lt;number&gt;</a:t>
            </a:fld>
            <a:endParaRPr lang="en-GB" sz="1000" b="0" u="none" strike="noStrike">
              <a:solidFill>
                <a:srgbClr val="000000"/>
              </a:solidFill>
              <a:effectLst/>
              <a:uFillTx/>
              <a:latin typeface="Times New Roman"/>
            </a:endParaRPr>
          </a:p>
        </p:txBody>
      </p:sp>
    </p:spTree>
  </p:cSld>
</p:sldLayout>
</file>

<file path=ppt/slideLayouts/slideLayout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SECTION_HEADER">
    <p:bg>
      <p:bgPr>
        <a:solidFill>
          <a:schemeClr val="lt1"/>
        </a:solidFill>
      </p:bgPr>
    </p:bg>
    <p:spTree>
      <p:nvGrpSpPr>
        <p:cNvPr id="1" name=""/>
        <p:cNvGrpSpPr/>
        <p:nvPr/>
      </p:nvGrpSpPr>
      <p:grpSpPr>
        <a:xfrm>
          <a:off x="0" y="0"/>
          <a:ext cx="0" cy="0"/>
          <a:chOff x="0" y="0"/>
          <a:chExt cx="0" cy="0"/>
        </a:xfrm>
      </p:grpSpPr>
      <p:sp>
        <p:nvSpPr>
          <p:cNvPr id="16" name="PlaceHolder 1"/>
          <p:cNvSpPr>
            <a:spLocks noGrp="1"/>
          </p:cNvSpPr>
          <p:nvPr>
            <p:ph type="title"/>
          </p:nvPr>
        </p:nvSpPr>
        <p:spPr>
          <a:xfrm>
            <a:off x="311760" y="2151000"/>
            <a:ext cx="8519760" cy="840960"/>
          </a:xfrm>
          <a:prstGeom prst="rect">
            <a:avLst/>
          </a:prstGeom>
          <a:noFill/>
          <a:ln w="0">
            <a:noFill/>
          </a:ln>
        </p:spPr>
        <p:txBody>
          <a:bodyPr lIns="91440" rIns="91440" tIns="91440" bIns="91440" anchor="ctr">
            <a:normAutofit/>
          </a:bodyPr>
          <a:p>
            <a:pPr indent="0">
              <a:lnSpc>
                <a:spcPct val="100000"/>
              </a:lnSpc>
              <a:buNone/>
              <a:tabLst>
                <a:tab algn="l" pos="0"/>
              </a:tabLst>
            </a:pPr>
            <a:r>
              <a:rPr lang="en-GB" sz="3600" b="0" u="none" strike="noStrike">
                <a:solidFill>
                  <a:srgbClr val="000000"/>
                </a:solidFill>
                <a:effectLst/>
                <a:uFillTx/>
                <a:latin typeface="Arial"/>
              </a:rPr>
              <a:t>Click to edit the title text format</a:t>
            </a:r>
            <a:endParaRPr lang="en-GB" sz="3600" b="0" u="none" strike="noStrike">
              <a:solidFill>
                <a:srgbClr val="000000"/>
              </a:solidFill>
              <a:effectLst/>
              <a:uFillTx/>
              <a:latin typeface="Arial"/>
            </a:endParaRPr>
          </a:p>
        </p:txBody>
      </p:sp>
      <p:sp>
        <p:nvSpPr>
          <p:cNvPr id="17" name="PlaceHolder 2"/>
          <p:cNvSpPr>
            <a:spLocks noGrp="1"/>
          </p:cNvSpPr>
          <p:nvPr>
            <p:ph type="sldNum" idx="7"/>
          </p:nvPr>
        </p:nvSpPr>
        <p:spPr>
          <a:xfrm>
            <a:off x="8472600" y="4663080"/>
            <a:ext cx="547920" cy="392760"/>
          </a:xfrm>
          <a:prstGeom prst="rect">
            <a:avLst/>
          </a:prstGeom>
          <a:noFill/>
          <a:ln w="0">
            <a:noFill/>
          </a:ln>
        </p:spPr>
        <p:txBody>
          <a:bodyPr lIns="91440" rIns="91440" tIns="91440" bIns="91440" anchor="ctr">
            <a:normAutofit/>
          </a:bodyPr>
          <a:lstStyle>
            <a:lvl1pPr indent="0" algn="r">
              <a:lnSpc>
                <a:spcPct val="100000"/>
              </a:lnSpc>
              <a:buNone/>
              <a:tabLst>
                <a:tab algn="l" pos="0"/>
              </a:tabLst>
              <a:defRPr lang="de" sz="1000" b="0" u="none" strike="noStrike">
                <a:solidFill>
                  <a:schemeClr val="dk2"/>
                </a:solidFill>
                <a:effectLst/>
                <a:uFillTx/>
                <a:latin typeface="Arial"/>
                <a:ea typeface="Arial"/>
              </a:defRPr>
            </a:lvl1pPr>
          </a:lstStyle>
          <a:p>
            <a:pPr indent="0" algn="r">
              <a:lnSpc>
                <a:spcPct val="100000"/>
              </a:lnSpc>
              <a:buNone/>
              <a:tabLst>
                <a:tab algn="l" pos="0"/>
              </a:tabLst>
            </a:pPr>
            <a:fld id="{8933255E-A3CF-4AC2-B0CF-4FC969BCFC4B}" type="slidenum">
              <a:rPr lang="de" sz="1000" b="0" u="none" strike="noStrike">
                <a:solidFill>
                  <a:schemeClr val="dk2"/>
                </a:solidFill>
                <a:effectLst/>
                <a:uFillTx/>
                <a:latin typeface="Arial"/>
                <a:ea typeface="Arial"/>
              </a:rPr>
              <a:t>&lt;number&gt;</a:t>
            </a:fld>
            <a:endParaRPr lang="en-GB" sz="1000" b="0" u="none" strike="noStrike">
              <a:solidFill>
                <a:srgbClr val="000000"/>
              </a:solidFill>
              <a:effectLst/>
              <a:uFillTx/>
              <a:latin typeface="Times New Roman"/>
            </a:endParaRPr>
          </a:p>
        </p:txBody>
      </p:sp>
    </p:spTree>
  </p:cSld>
</p:sldLayout>
</file>

<file path=ppt/slideLayouts/slideLayout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TITLE_AND_BODY">
    <p:bg>
      <p:bgPr>
        <a:solidFill>
          <a:schemeClr val="lt1"/>
        </a:solidFill>
      </p:bgPr>
    </p:bg>
    <p:spTree>
      <p:nvGrpSpPr>
        <p:cNvPr id="1" name=""/>
        <p:cNvGrpSpPr/>
        <p:nvPr/>
      </p:nvGrpSpPr>
      <p:grpSpPr>
        <a:xfrm>
          <a:off x="0" y="0"/>
          <a:ext cx="0" cy="0"/>
          <a:chOff x="0" y="0"/>
          <a:chExt cx="0" cy="0"/>
        </a:xfrm>
      </p:grpSpPr>
      <p:sp>
        <p:nvSpPr>
          <p:cNvPr id="18" name="PlaceHolder 1"/>
          <p:cNvSpPr>
            <a:spLocks noGrp="1"/>
          </p:cNvSpPr>
          <p:nvPr>
            <p:ph type="title"/>
          </p:nvPr>
        </p:nvSpPr>
        <p:spPr>
          <a:xfrm>
            <a:off x="311760" y="444960"/>
            <a:ext cx="8519760" cy="572040"/>
          </a:xfrm>
          <a:prstGeom prst="rect">
            <a:avLst/>
          </a:prstGeom>
          <a:noFill/>
          <a:ln w="0">
            <a:noFill/>
          </a:ln>
        </p:spPr>
        <p:txBody>
          <a:bodyPr lIns="91440" rIns="91440" tIns="91440" bIns="91440" anchor="t">
            <a:normAutofit lnSpcReduction="9999"/>
          </a:bodyPr>
          <a:p>
            <a:pPr indent="0">
              <a:lnSpc>
                <a:spcPct val="100000"/>
              </a:lnSpc>
              <a:buNone/>
              <a:tabLst>
                <a:tab algn="l" pos="0"/>
              </a:tabLst>
            </a:pPr>
            <a:r>
              <a:rPr lang="en-GB" sz="2800" b="0" u="none" strike="noStrike">
                <a:solidFill>
                  <a:srgbClr val="000000"/>
                </a:solidFill>
                <a:effectLst/>
                <a:uFillTx/>
                <a:latin typeface="Arial"/>
              </a:rPr>
              <a:t>Click to edit the title text format</a:t>
            </a:r>
            <a:endParaRPr lang="en-GB" sz="2800" b="0" u="none" strike="noStrike">
              <a:solidFill>
                <a:srgbClr val="000000"/>
              </a:solidFill>
              <a:effectLst/>
              <a:uFillTx/>
              <a:latin typeface="Arial"/>
            </a:endParaRPr>
          </a:p>
        </p:txBody>
      </p:sp>
      <p:sp>
        <p:nvSpPr>
          <p:cNvPr id="19" name="PlaceHolder 2"/>
          <p:cNvSpPr>
            <a:spLocks noGrp="1"/>
          </p:cNvSpPr>
          <p:nvPr>
            <p:ph type="body"/>
          </p:nvPr>
        </p:nvSpPr>
        <p:spPr>
          <a:xfrm>
            <a:off x="311760" y="1152360"/>
            <a:ext cx="8519760" cy="3415680"/>
          </a:xfrm>
          <a:prstGeom prst="rect">
            <a:avLst/>
          </a:prstGeom>
          <a:noFill/>
          <a:ln w="0">
            <a:noFill/>
          </a:ln>
        </p:spPr>
        <p:txBody>
          <a:bodyPr lIns="91440" rIns="91440" tIns="91440" bIns="91440" anchor="t">
            <a:normAutofit/>
          </a:bodyPr>
          <a:p>
            <a:pPr marL="432000" indent="-324000">
              <a:lnSpc>
                <a:spcPct val="100000"/>
              </a:lnSpc>
              <a:spcBef>
                <a:spcPts val="1417"/>
              </a:spcBef>
              <a:buClr>
                <a:srgbClr val="000000"/>
              </a:buClr>
              <a:buSzPct val="45000"/>
              <a:buFont typeface="Wingdings" charset="2"/>
              <a:buChar char=""/>
            </a:pPr>
            <a:r>
              <a:rPr lang="en-GB" sz="1800" b="0" u="none" strike="noStrike">
                <a:solidFill>
                  <a:srgbClr val="000000"/>
                </a:solidFill>
                <a:effectLst/>
                <a:uFillTx/>
                <a:latin typeface="Arial"/>
              </a:rPr>
              <a:t>Click to edit the outline text format</a:t>
            </a:r>
            <a:endParaRPr lang="en-GB" sz="18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n-GB" sz="1800" b="0" u="none" strike="noStrike">
                <a:solidFill>
                  <a:srgbClr val="000000"/>
                </a:solidFill>
                <a:effectLst/>
                <a:uFillTx/>
                <a:latin typeface="Arial"/>
              </a:rPr>
              <a:t>Second Outline Level</a:t>
            </a:r>
            <a:endParaRPr lang="en-GB" sz="1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n-GB" sz="1800" b="0" u="none" strike="noStrike">
                <a:solidFill>
                  <a:srgbClr val="000000"/>
                </a:solidFill>
                <a:effectLst/>
                <a:uFillTx/>
                <a:latin typeface="Arial"/>
              </a:rPr>
              <a:t>Third Outline Level</a:t>
            </a:r>
            <a:endParaRPr lang="en-GB" sz="18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n-GB" sz="1800" b="0" u="none" strike="noStrike">
                <a:solidFill>
                  <a:srgbClr val="000000"/>
                </a:solidFill>
                <a:effectLst/>
                <a:uFillTx/>
                <a:latin typeface="Arial"/>
              </a:rPr>
              <a:t>Fourth Outline Level</a:t>
            </a:r>
            <a:endParaRPr lang="en-GB" sz="18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n-GB" sz="1800" b="0" u="none" strike="noStrike">
                <a:solidFill>
                  <a:srgbClr val="000000"/>
                </a:solidFill>
                <a:effectLst/>
                <a:uFillTx/>
                <a:latin typeface="Arial"/>
              </a:rPr>
              <a:t>Fifth Outline Level</a:t>
            </a:r>
            <a:endParaRPr lang="en-GB" sz="18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n-GB" sz="1800" b="0" u="none" strike="noStrike">
                <a:solidFill>
                  <a:srgbClr val="000000"/>
                </a:solidFill>
                <a:effectLst/>
                <a:uFillTx/>
                <a:latin typeface="Arial"/>
              </a:rPr>
              <a:t>Sixth Outline Level</a:t>
            </a:r>
            <a:endParaRPr lang="en-GB" sz="18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n-GB" sz="1800" b="0" u="none" strike="noStrike">
                <a:solidFill>
                  <a:srgbClr val="000000"/>
                </a:solidFill>
                <a:effectLst/>
                <a:uFillTx/>
                <a:latin typeface="Arial"/>
              </a:rPr>
              <a:t>Seventh Outline Level</a:t>
            </a:r>
            <a:endParaRPr lang="en-GB" sz="1800" b="0" u="none" strike="noStrike">
              <a:solidFill>
                <a:srgbClr val="000000"/>
              </a:solidFill>
              <a:effectLst/>
              <a:uFillTx/>
              <a:latin typeface="Arial"/>
            </a:endParaRPr>
          </a:p>
        </p:txBody>
      </p:sp>
      <p:sp>
        <p:nvSpPr>
          <p:cNvPr id="20" name="PlaceHolder 3"/>
          <p:cNvSpPr>
            <a:spLocks noGrp="1"/>
          </p:cNvSpPr>
          <p:nvPr>
            <p:ph type="sldNum" idx="8"/>
          </p:nvPr>
        </p:nvSpPr>
        <p:spPr>
          <a:xfrm>
            <a:off x="8472600" y="4663080"/>
            <a:ext cx="547920" cy="392760"/>
          </a:xfrm>
          <a:prstGeom prst="rect">
            <a:avLst/>
          </a:prstGeom>
          <a:noFill/>
          <a:ln w="0">
            <a:noFill/>
          </a:ln>
        </p:spPr>
        <p:txBody>
          <a:bodyPr lIns="91440" rIns="91440" tIns="91440" bIns="91440" anchor="ctr">
            <a:normAutofit/>
          </a:bodyPr>
          <a:lstStyle>
            <a:lvl1pPr indent="0" algn="r">
              <a:lnSpc>
                <a:spcPct val="100000"/>
              </a:lnSpc>
              <a:buNone/>
              <a:tabLst>
                <a:tab algn="l" pos="0"/>
              </a:tabLst>
              <a:defRPr lang="de" sz="1000" b="0" u="none" strike="noStrike">
                <a:solidFill>
                  <a:schemeClr val="dk2"/>
                </a:solidFill>
                <a:effectLst/>
                <a:uFillTx/>
                <a:latin typeface="Arial"/>
                <a:ea typeface="Arial"/>
              </a:defRPr>
            </a:lvl1pPr>
          </a:lstStyle>
          <a:p>
            <a:pPr indent="0" algn="r">
              <a:lnSpc>
                <a:spcPct val="100000"/>
              </a:lnSpc>
              <a:buNone/>
              <a:tabLst>
                <a:tab algn="l" pos="0"/>
              </a:tabLst>
            </a:pPr>
            <a:fld id="{93E00F7B-A30B-4F1B-9954-E8C64D33465C}" type="slidenum">
              <a:rPr lang="de" sz="1000" b="0" u="none" strike="noStrike">
                <a:solidFill>
                  <a:schemeClr val="dk2"/>
                </a:solidFill>
                <a:effectLst/>
                <a:uFillTx/>
                <a:latin typeface="Arial"/>
                <a:ea typeface="Arial"/>
              </a:rPr>
              <a:t>&lt;number&gt;</a:t>
            </a:fld>
            <a:endParaRPr lang="en-GB" sz="1000" b="0" u="none" strike="noStrike">
              <a:solidFill>
                <a:srgbClr val="000000"/>
              </a:solidFill>
              <a:effectLst/>
              <a:uFillTx/>
              <a:latin typeface="Times New Roman"/>
            </a:endParaRPr>
          </a:p>
        </p:txBody>
      </p:sp>
    </p:spTree>
  </p:cSld>
</p:sldLayout>
</file>

<file path=ppt/slideLayouts/slideLayout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ITLE_AND_TWO_COLUMNS">
    <p:bg>
      <p:bgPr>
        <a:solidFill>
          <a:schemeClr val="lt1"/>
        </a:solidFill>
      </p:bgPr>
    </p:bg>
    <p:spTree>
      <p:nvGrpSpPr>
        <p:cNvPr id="1" name=""/>
        <p:cNvGrpSpPr/>
        <p:nvPr/>
      </p:nvGrpSpPr>
      <p:grpSpPr>
        <a:xfrm>
          <a:off x="0" y="0"/>
          <a:ext cx="0" cy="0"/>
          <a:chOff x="0" y="0"/>
          <a:chExt cx="0" cy="0"/>
        </a:xfrm>
      </p:grpSpPr>
      <p:sp>
        <p:nvSpPr>
          <p:cNvPr id="21" name="PlaceHolder 1"/>
          <p:cNvSpPr>
            <a:spLocks noGrp="1"/>
          </p:cNvSpPr>
          <p:nvPr>
            <p:ph type="title"/>
          </p:nvPr>
        </p:nvSpPr>
        <p:spPr>
          <a:xfrm>
            <a:off x="311760" y="444960"/>
            <a:ext cx="8519760" cy="572040"/>
          </a:xfrm>
          <a:prstGeom prst="rect">
            <a:avLst/>
          </a:prstGeom>
          <a:noFill/>
          <a:ln w="0">
            <a:noFill/>
          </a:ln>
        </p:spPr>
        <p:txBody>
          <a:bodyPr lIns="91440" rIns="91440" tIns="91440" bIns="91440" anchor="t">
            <a:normAutofit lnSpcReduction="9999"/>
          </a:bodyPr>
          <a:p>
            <a:pPr indent="0">
              <a:lnSpc>
                <a:spcPct val="100000"/>
              </a:lnSpc>
              <a:buNone/>
              <a:tabLst>
                <a:tab algn="l" pos="0"/>
              </a:tabLst>
            </a:pPr>
            <a:r>
              <a:rPr lang="en-GB" sz="2800" b="0" u="none" strike="noStrike">
                <a:solidFill>
                  <a:srgbClr val="000000"/>
                </a:solidFill>
                <a:effectLst/>
                <a:uFillTx/>
                <a:latin typeface="Arial"/>
              </a:rPr>
              <a:t>Click to edit the title text format</a:t>
            </a:r>
            <a:endParaRPr lang="en-GB" sz="2800" b="0" u="none" strike="noStrike">
              <a:solidFill>
                <a:srgbClr val="000000"/>
              </a:solidFill>
              <a:effectLst/>
              <a:uFillTx/>
              <a:latin typeface="Arial"/>
            </a:endParaRPr>
          </a:p>
        </p:txBody>
      </p:sp>
      <p:sp>
        <p:nvSpPr>
          <p:cNvPr id="22" name="PlaceHolder 2"/>
          <p:cNvSpPr>
            <a:spLocks noGrp="1"/>
          </p:cNvSpPr>
          <p:nvPr>
            <p:ph type="body"/>
          </p:nvPr>
        </p:nvSpPr>
        <p:spPr>
          <a:xfrm>
            <a:off x="311760" y="1152360"/>
            <a:ext cx="3999240" cy="3415680"/>
          </a:xfrm>
          <a:prstGeom prst="rect">
            <a:avLst/>
          </a:prstGeom>
          <a:noFill/>
          <a:ln w="0">
            <a:noFill/>
          </a:ln>
        </p:spPr>
        <p:txBody>
          <a:bodyPr lIns="91440" rIns="91440" tIns="91440" bIns="91440" anchor="t">
            <a:normAutofit/>
          </a:bodyPr>
          <a:p>
            <a:pPr marL="432000" indent="-324000">
              <a:lnSpc>
                <a:spcPct val="100000"/>
              </a:lnSpc>
              <a:spcBef>
                <a:spcPts val="1417"/>
              </a:spcBef>
              <a:buClr>
                <a:srgbClr val="000000"/>
              </a:buClr>
              <a:buSzPct val="45000"/>
              <a:buFont typeface="Wingdings" charset="2"/>
              <a:buChar char=""/>
            </a:pPr>
            <a:r>
              <a:rPr lang="en-GB" sz="1400" b="0" u="none" strike="noStrike">
                <a:solidFill>
                  <a:srgbClr val="000000"/>
                </a:solidFill>
                <a:effectLst/>
                <a:uFillTx/>
                <a:latin typeface="Arial"/>
              </a:rPr>
              <a:t>Click to edit the outline text format</a:t>
            </a:r>
            <a:endParaRPr lang="en-GB" sz="14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n-GB" sz="1400" b="0" u="none" strike="noStrike">
                <a:solidFill>
                  <a:srgbClr val="000000"/>
                </a:solidFill>
                <a:effectLst/>
                <a:uFillTx/>
                <a:latin typeface="Arial"/>
              </a:rPr>
              <a:t>Second Outline Level</a:t>
            </a:r>
            <a:endParaRPr lang="en-GB" sz="14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n-GB" sz="1400" b="0" u="none" strike="noStrike">
                <a:solidFill>
                  <a:srgbClr val="000000"/>
                </a:solidFill>
                <a:effectLst/>
                <a:uFillTx/>
                <a:latin typeface="Arial"/>
              </a:rPr>
              <a:t>Third Outline Level</a:t>
            </a:r>
            <a:endParaRPr lang="en-GB" sz="14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n-GB" sz="1400" b="0" u="none" strike="noStrike">
                <a:solidFill>
                  <a:srgbClr val="000000"/>
                </a:solidFill>
                <a:effectLst/>
                <a:uFillTx/>
                <a:latin typeface="Arial"/>
              </a:rPr>
              <a:t>Fourth Outline Level</a:t>
            </a:r>
            <a:endParaRPr lang="en-GB" sz="14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n-GB" sz="1400" b="0" u="none" strike="noStrike">
                <a:solidFill>
                  <a:srgbClr val="000000"/>
                </a:solidFill>
                <a:effectLst/>
                <a:uFillTx/>
                <a:latin typeface="Arial"/>
              </a:rPr>
              <a:t>Fifth Outline Level</a:t>
            </a:r>
            <a:endParaRPr lang="en-GB" sz="14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n-GB" sz="1400" b="0" u="none" strike="noStrike">
                <a:solidFill>
                  <a:srgbClr val="000000"/>
                </a:solidFill>
                <a:effectLst/>
                <a:uFillTx/>
                <a:latin typeface="Arial"/>
              </a:rPr>
              <a:t>Sixth Outline Level</a:t>
            </a:r>
            <a:endParaRPr lang="en-GB" sz="14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n-GB" sz="1400" b="0" u="none" strike="noStrike">
                <a:solidFill>
                  <a:srgbClr val="000000"/>
                </a:solidFill>
                <a:effectLst/>
                <a:uFillTx/>
                <a:latin typeface="Arial"/>
              </a:rPr>
              <a:t>Seventh Outline Level</a:t>
            </a:r>
            <a:endParaRPr lang="en-GB" sz="1400" b="0" u="none" strike="noStrike">
              <a:solidFill>
                <a:srgbClr val="000000"/>
              </a:solidFill>
              <a:effectLst/>
              <a:uFillTx/>
              <a:latin typeface="Arial"/>
            </a:endParaRPr>
          </a:p>
        </p:txBody>
      </p:sp>
      <p:sp>
        <p:nvSpPr>
          <p:cNvPr id="23" name="PlaceHolder 3"/>
          <p:cNvSpPr>
            <a:spLocks noGrp="1"/>
          </p:cNvSpPr>
          <p:nvPr>
            <p:ph type="body"/>
          </p:nvPr>
        </p:nvSpPr>
        <p:spPr>
          <a:xfrm>
            <a:off x="4832280" y="1152360"/>
            <a:ext cx="3999240" cy="3415680"/>
          </a:xfrm>
          <a:prstGeom prst="rect">
            <a:avLst/>
          </a:prstGeom>
          <a:noFill/>
          <a:ln w="0">
            <a:noFill/>
          </a:ln>
        </p:spPr>
        <p:txBody>
          <a:bodyPr lIns="91440" rIns="91440" tIns="91440" bIns="91440" anchor="t">
            <a:normAutofit/>
          </a:bodyPr>
          <a:p>
            <a:pPr marL="432000" indent="-324000">
              <a:lnSpc>
                <a:spcPct val="100000"/>
              </a:lnSpc>
              <a:spcBef>
                <a:spcPts val="1417"/>
              </a:spcBef>
              <a:buClr>
                <a:srgbClr val="000000"/>
              </a:buClr>
              <a:buSzPct val="45000"/>
              <a:buFont typeface="Wingdings" charset="2"/>
              <a:buChar char=""/>
            </a:pPr>
            <a:r>
              <a:rPr lang="en-GB" sz="1400" b="0" u="none" strike="noStrike">
                <a:solidFill>
                  <a:srgbClr val="000000"/>
                </a:solidFill>
                <a:effectLst/>
                <a:uFillTx/>
                <a:latin typeface="Arial"/>
              </a:rPr>
              <a:t>Click to edit the outline text format</a:t>
            </a:r>
            <a:endParaRPr lang="en-GB" sz="14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n-GB" sz="1400" b="0" u="none" strike="noStrike">
                <a:solidFill>
                  <a:srgbClr val="000000"/>
                </a:solidFill>
                <a:effectLst/>
                <a:uFillTx/>
                <a:latin typeface="Arial"/>
              </a:rPr>
              <a:t>Second Outline Level</a:t>
            </a:r>
            <a:endParaRPr lang="en-GB" sz="14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n-GB" sz="1400" b="0" u="none" strike="noStrike">
                <a:solidFill>
                  <a:srgbClr val="000000"/>
                </a:solidFill>
                <a:effectLst/>
                <a:uFillTx/>
                <a:latin typeface="Arial"/>
              </a:rPr>
              <a:t>Third Outline Level</a:t>
            </a:r>
            <a:endParaRPr lang="en-GB" sz="14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n-GB" sz="1400" b="0" u="none" strike="noStrike">
                <a:solidFill>
                  <a:srgbClr val="000000"/>
                </a:solidFill>
                <a:effectLst/>
                <a:uFillTx/>
                <a:latin typeface="Arial"/>
              </a:rPr>
              <a:t>Fourth Outline Level</a:t>
            </a:r>
            <a:endParaRPr lang="en-GB" sz="14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n-GB" sz="1400" b="0" u="none" strike="noStrike">
                <a:solidFill>
                  <a:srgbClr val="000000"/>
                </a:solidFill>
                <a:effectLst/>
                <a:uFillTx/>
                <a:latin typeface="Arial"/>
              </a:rPr>
              <a:t>Fifth Outline Level</a:t>
            </a:r>
            <a:endParaRPr lang="en-GB" sz="14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n-GB" sz="1400" b="0" u="none" strike="noStrike">
                <a:solidFill>
                  <a:srgbClr val="000000"/>
                </a:solidFill>
                <a:effectLst/>
                <a:uFillTx/>
                <a:latin typeface="Arial"/>
              </a:rPr>
              <a:t>Sixth Outline Level</a:t>
            </a:r>
            <a:endParaRPr lang="en-GB" sz="14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n-GB" sz="1400" b="0" u="none" strike="noStrike">
                <a:solidFill>
                  <a:srgbClr val="000000"/>
                </a:solidFill>
                <a:effectLst/>
                <a:uFillTx/>
                <a:latin typeface="Arial"/>
              </a:rPr>
              <a:t>Seventh Outline Level</a:t>
            </a:r>
            <a:endParaRPr lang="en-GB" sz="1400" b="0" u="none" strike="noStrike">
              <a:solidFill>
                <a:srgbClr val="000000"/>
              </a:solidFill>
              <a:effectLst/>
              <a:uFillTx/>
              <a:latin typeface="Arial"/>
            </a:endParaRPr>
          </a:p>
        </p:txBody>
      </p:sp>
      <p:sp>
        <p:nvSpPr>
          <p:cNvPr id="24" name="PlaceHolder 4"/>
          <p:cNvSpPr>
            <a:spLocks noGrp="1"/>
          </p:cNvSpPr>
          <p:nvPr>
            <p:ph type="sldNum" idx="9"/>
          </p:nvPr>
        </p:nvSpPr>
        <p:spPr>
          <a:xfrm>
            <a:off x="8472600" y="4663080"/>
            <a:ext cx="547920" cy="392760"/>
          </a:xfrm>
          <a:prstGeom prst="rect">
            <a:avLst/>
          </a:prstGeom>
          <a:noFill/>
          <a:ln w="0">
            <a:noFill/>
          </a:ln>
        </p:spPr>
        <p:txBody>
          <a:bodyPr lIns="91440" rIns="91440" tIns="91440" bIns="91440" anchor="ctr">
            <a:normAutofit/>
          </a:bodyPr>
          <a:lstStyle>
            <a:lvl1pPr indent="0" algn="r">
              <a:lnSpc>
                <a:spcPct val="100000"/>
              </a:lnSpc>
              <a:buNone/>
              <a:tabLst>
                <a:tab algn="l" pos="0"/>
              </a:tabLst>
              <a:defRPr lang="de" sz="1000" b="0" u="none" strike="noStrike">
                <a:solidFill>
                  <a:schemeClr val="dk2"/>
                </a:solidFill>
                <a:effectLst/>
                <a:uFillTx/>
                <a:latin typeface="Arial"/>
                <a:ea typeface="Arial"/>
              </a:defRPr>
            </a:lvl1pPr>
          </a:lstStyle>
          <a:p>
            <a:pPr indent="0" algn="r">
              <a:lnSpc>
                <a:spcPct val="100000"/>
              </a:lnSpc>
              <a:buNone/>
              <a:tabLst>
                <a:tab algn="l" pos="0"/>
              </a:tabLst>
            </a:pPr>
            <a:fld id="{405DC139-3743-4CC9-B448-26D509565280}" type="slidenum">
              <a:rPr lang="de" sz="1000" b="0" u="none" strike="noStrike">
                <a:solidFill>
                  <a:schemeClr val="dk2"/>
                </a:solidFill>
                <a:effectLst/>
                <a:uFillTx/>
                <a:latin typeface="Arial"/>
                <a:ea typeface="Arial"/>
              </a:rPr>
              <a:t>&lt;number&gt;</a:t>
            </a:fld>
            <a:endParaRPr lang="en-GB" sz="1000" b="0" u="none" strike="noStrike">
              <a:solidFill>
                <a:srgbClr val="000000"/>
              </a:solidFill>
              <a:effectLst/>
              <a:uFillTx/>
              <a:latin typeface="Times New Roman"/>
            </a:endParaRPr>
          </a:p>
        </p:txBody>
      </p:sp>
    </p:spTree>
  </p:cSld>
</p:sldLayout>
</file>

<file path=ppt/slideLayouts/slideLayout1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_ONLY">
    <p:bg>
      <p:bgPr>
        <a:solidFill>
          <a:schemeClr val="lt1"/>
        </a:solidFill>
      </p:bgPr>
    </p:bg>
    <p:spTree>
      <p:nvGrpSpPr>
        <p:cNvPr id="1" name=""/>
        <p:cNvGrpSpPr/>
        <p:nvPr/>
      </p:nvGrpSpPr>
      <p:grpSpPr>
        <a:xfrm>
          <a:off x="0" y="0"/>
          <a:ext cx="0" cy="0"/>
          <a:chOff x="0" y="0"/>
          <a:chExt cx="0" cy="0"/>
        </a:xfrm>
      </p:grpSpPr>
      <p:sp>
        <p:nvSpPr>
          <p:cNvPr id="25" name="PlaceHolder 1"/>
          <p:cNvSpPr>
            <a:spLocks noGrp="1"/>
          </p:cNvSpPr>
          <p:nvPr>
            <p:ph type="title"/>
          </p:nvPr>
        </p:nvSpPr>
        <p:spPr>
          <a:xfrm>
            <a:off x="311760" y="444960"/>
            <a:ext cx="8519760" cy="572040"/>
          </a:xfrm>
          <a:prstGeom prst="rect">
            <a:avLst/>
          </a:prstGeom>
          <a:noFill/>
          <a:ln w="0">
            <a:noFill/>
          </a:ln>
        </p:spPr>
        <p:txBody>
          <a:bodyPr lIns="91440" rIns="91440" tIns="91440" bIns="91440" anchor="t">
            <a:normAutofit lnSpcReduction="9999"/>
          </a:bodyPr>
          <a:p>
            <a:pPr indent="0">
              <a:lnSpc>
                <a:spcPct val="100000"/>
              </a:lnSpc>
              <a:buNone/>
              <a:tabLst>
                <a:tab algn="l" pos="0"/>
              </a:tabLst>
            </a:pPr>
            <a:r>
              <a:rPr lang="en-GB" sz="2800" b="0" u="none" strike="noStrike">
                <a:solidFill>
                  <a:srgbClr val="000000"/>
                </a:solidFill>
                <a:effectLst/>
                <a:uFillTx/>
                <a:latin typeface="Arial"/>
              </a:rPr>
              <a:t>Click to edit the title text format</a:t>
            </a:r>
            <a:endParaRPr lang="en-GB" sz="2800" b="0" u="none" strike="noStrike">
              <a:solidFill>
                <a:srgbClr val="000000"/>
              </a:solidFill>
              <a:effectLst/>
              <a:uFillTx/>
              <a:latin typeface="Arial"/>
            </a:endParaRPr>
          </a:p>
        </p:txBody>
      </p:sp>
      <p:sp>
        <p:nvSpPr>
          <p:cNvPr id="26" name="PlaceHolder 2"/>
          <p:cNvSpPr>
            <a:spLocks noGrp="1"/>
          </p:cNvSpPr>
          <p:nvPr>
            <p:ph type="sldNum" idx="10"/>
          </p:nvPr>
        </p:nvSpPr>
        <p:spPr>
          <a:xfrm>
            <a:off x="8472600" y="4663080"/>
            <a:ext cx="547920" cy="392760"/>
          </a:xfrm>
          <a:prstGeom prst="rect">
            <a:avLst/>
          </a:prstGeom>
          <a:noFill/>
          <a:ln w="0">
            <a:noFill/>
          </a:ln>
        </p:spPr>
        <p:txBody>
          <a:bodyPr lIns="91440" rIns="91440" tIns="91440" bIns="91440" anchor="ctr">
            <a:normAutofit/>
          </a:bodyPr>
          <a:lstStyle>
            <a:lvl1pPr indent="0" algn="r">
              <a:lnSpc>
                <a:spcPct val="100000"/>
              </a:lnSpc>
              <a:buNone/>
              <a:tabLst>
                <a:tab algn="l" pos="0"/>
              </a:tabLst>
              <a:defRPr lang="de" sz="1000" b="0" u="none" strike="noStrike">
                <a:solidFill>
                  <a:schemeClr val="dk2"/>
                </a:solidFill>
                <a:effectLst/>
                <a:uFillTx/>
                <a:latin typeface="Arial"/>
                <a:ea typeface="Arial"/>
              </a:defRPr>
            </a:lvl1pPr>
          </a:lstStyle>
          <a:p>
            <a:pPr indent="0" algn="r">
              <a:lnSpc>
                <a:spcPct val="100000"/>
              </a:lnSpc>
              <a:buNone/>
              <a:tabLst>
                <a:tab algn="l" pos="0"/>
              </a:tabLst>
            </a:pPr>
            <a:fld id="{E8C42446-29C4-49BC-9449-8BF7BD862886}" type="slidenum">
              <a:rPr lang="de" sz="1000" b="0" u="none" strike="noStrike">
                <a:solidFill>
                  <a:schemeClr val="dk2"/>
                </a:solidFill>
                <a:effectLst/>
                <a:uFillTx/>
                <a:latin typeface="Arial"/>
                <a:ea typeface="Arial"/>
              </a:rPr>
              <a:t>&lt;number&gt;</a:t>
            </a:fld>
            <a:endParaRPr lang="en-GB" sz="1000" b="0" u="none" strike="noStrike">
              <a:solidFill>
                <a:srgbClr val="000000"/>
              </a:solidFill>
              <a:effectLst/>
              <a:uFillTx/>
              <a:latin typeface="Times New Roman"/>
            </a:endParaRPr>
          </a:p>
        </p:txBody>
      </p:sp>
    </p:spTree>
  </p:cSld>
</p:sldLayout>
</file>

<file path=ppt/slideLayouts/slideLayout1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ONE_COLUMN_TEXT">
    <p:bg>
      <p:bgPr>
        <a:solidFill>
          <a:schemeClr val="lt1"/>
        </a:solidFill>
      </p:bgPr>
    </p:bg>
    <p:spTree>
      <p:nvGrpSpPr>
        <p:cNvPr id="1" name=""/>
        <p:cNvGrpSpPr/>
        <p:nvPr/>
      </p:nvGrpSpPr>
      <p:grpSpPr>
        <a:xfrm>
          <a:off x="0" y="0"/>
          <a:ext cx="0" cy="0"/>
          <a:chOff x="0" y="0"/>
          <a:chExt cx="0" cy="0"/>
        </a:xfrm>
      </p:grpSpPr>
      <p:sp>
        <p:nvSpPr>
          <p:cNvPr id="27" name="PlaceHolder 1"/>
          <p:cNvSpPr>
            <a:spLocks noGrp="1"/>
          </p:cNvSpPr>
          <p:nvPr>
            <p:ph type="title"/>
          </p:nvPr>
        </p:nvSpPr>
        <p:spPr>
          <a:xfrm>
            <a:off x="311760" y="555480"/>
            <a:ext cx="2807280" cy="754920"/>
          </a:xfrm>
          <a:prstGeom prst="rect">
            <a:avLst/>
          </a:prstGeom>
          <a:noFill/>
          <a:ln w="0">
            <a:noFill/>
          </a:ln>
        </p:spPr>
        <p:txBody>
          <a:bodyPr lIns="91440" rIns="91440" tIns="91440" bIns="91440" anchor="b">
            <a:normAutofit fontScale="85000" lnSpcReduction="9999"/>
          </a:bodyPr>
          <a:p>
            <a:pPr indent="0">
              <a:lnSpc>
                <a:spcPct val="100000"/>
              </a:lnSpc>
              <a:buNone/>
              <a:tabLst>
                <a:tab algn="l" pos="0"/>
              </a:tabLst>
            </a:pPr>
            <a:r>
              <a:rPr lang="en-GB" sz="2400" b="0" u="none" strike="noStrike">
                <a:solidFill>
                  <a:srgbClr val="000000"/>
                </a:solidFill>
                <a:effectLst/>
                <a:uFillTx/>
                <a:latin typeface="Arial"/>
              </a:rPr>
              <a:t>Click to edit the title text format</a:t>
            </a:r>
            <a:endParaRPr lang="en-GB" sz="2400" b="0" u="none" strike="noStrike">
              <a:solidFill>
                <a:srgbClr val="000000"/>
              </a:solidFill>
              <a:effectLst/>
              <a:uFillTx/>
              <a:latin typeface="Arial"/>
            </a:endParaRPr>
          </a:p>
        </p:txBody>
      </p:sp>
      <p:sp>
        <p:nvSpPr>
          <p:cNvPr id="28" name="PlaceHolder 2"/>
          <p:cNvSpPr>
            <a:spLocks noGrp="1"/>
          </p:cNvSpPr>
          <p:nvPr>
            <p:ph type="body"/>
          </p:nvPr>
        </p:nvSpPr>
        <p:spPr>
          <a:xfrm>
            <a:off x="311760" y="1389600"/>
            <a:ext cx="2807280" cy="3178800"/>
          </a:xfrm>
          <a:prstGeom prst="rect">
            <a:avLst/>
          </a:prstGeom>
          <a:noFill/>
          <a:ln w="0">
            <a:noFill/>
          </a:ln>
        </p:spPr>
        <p:txBody>
          <a:bodyPr lIns="91440" rIns="91440" tIns="91440" bIns="91440" anchor="t">
            <a:normAutofit fontScale="32500" lnSpcReduction="19999"/>
          </a:bodyPr>
          <a:p>
            <a:pPr marL="432000" indent="-324000">
              <a:lnSpc>
                <a:spcPct val="100000"/>
              </a:lnSpc>
              <a:spcBef>
                <a:spcPts val="1417"/>
              </a:spcBef>
              <a:buClr>
                <a:srgbClr val="000000"/>
              </a:buClr>
              <a:buSzPct val="45000"/>
              <a:buFont typeface="Wingdings" charset="2"/>
              <a:buChar char=""/>
            </a:pPr>
            <a:r>
              <a:rPr lang="en-GB" sz="1200" b="0" u="none" strike="noStrike">
                <a:solidFill>
                  <a:srgbClr val="000000"/>
                </a:solidFill>
                <a:effectLst/>
                <a:uFillTx/>
                <a:latin typeface="Arial"/>
              </a:rPr>
              <a:t>Click to edit the outline text format</a:t>
            </a:r>
            <a:endParaRPr lang="en-GB" sz="12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n-GB" sz="1200" b="0" u="none" strike="noStrike">
                <a:solidFill>
                  <a:srgbClr val="000000"/>
                </a:solidFill>
                <a:effectLst/>
                <a:uFillTx/>
                <a:latin typeface="Arial"/>
              </a:rPr>
              <a:t>Second Outline Level</a:t>
            </a:r>
            <a:endParaRPr lang="en-GB" sz="12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n-GB" sz="1200" b="0" u="none" strike="noStrike">
                <a:solidFill>
                  <a:srgbClr val="000000"/>
                </a:solidFill>
                <a:effectLst/>
                <a:uFillTx/>
                <a:latin typeface="Arial"/>
              </a:rPr>
              <a:t>Third Outline Level</a:t>
            </a:r>
            <a:endParaRPr lang="en-GB" sz="12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n-GB" sz="1200" b="0" u="none" strike="noStrike">
                <a:solidFill>
                  <a:srgbClr val="000000"/>
                </a:solidFill>
                <a:effectLst/>
                <a:uFillTx/>
                <a:latin typeface="Arial"/>
              </a:rPr>
              <a:t>Fourth Outline Level</a:t>
            </a:r>
            <a:endParaRPr lang="en-GB" sz="12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n-GB" sz="1200" b="0" u="none" strike="noStrike">
                <a:solidFill>
                  <a:srgbClr val="000000"/>
                </a:solidFill>
                <a:effectLst/>
                <a:uFillTx/>
                <a:latin typeface="Arial"/>
              </a:rPr>
              <a:t>Fifth Outline Level</a:t>
            </a:r>
            <a:endParaRPr lang="en-GB" sz="12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n-GB" sz="1200" b="0" u="none" strike="noStrike">
                <a:solidFill>
                  <a:srgbClr val="000000"/>
                </a:solidFill>
                <a:effectLst/>
                <a:uFillTx/>
                <a:latin typeface="Arial"/>
              </a:rPr>
              <a:t>Sixth Outline Level</a:t>
            </a:r>
            <a:endParaRPr lang="en-GB" sz="12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n-GB" sz="1200" b="0" u="none" strike="noStrike">
                <a:solidFill>
                  <a:srgbClr val="000000"/>
                </a:solidFill>
                <a:effectLst/>
                <a:uFillTx/>
                <a:latin typeface="Arial"/>
              </a:rPr>
              <a:t>Seventh Outline Level</a:t>
            </a:r>
            <a:endParaRPr lang="en-GB" sz="1200" b="0" u="none" strike="noStrike">
              <a:solidFill>
                <a:srgbClr val="000000"/>
              </a:solidFill>
              <a:effectLst/>
              <a:uFillTx/>
              <a:latin typeface="Arial"/>
            </a:endParaRPr>
          </a:p>
        </p:txBody>
      </p:sp>
      <p:sp>
        <p:nvSpPr>
          <p:cNvPr id="29" name="PlaceHolder 3"/>
          <p:cNvSpPr>
            <a:spLocks noGrp="1"/>
          </p:cNvSpPr>
          <p:nvPr>
            <p:ph type="sldNum" idx="11"/>
          </p:nvPr>
        </p:nvSpPr>
        <p:spPr>
          <a:xfrm>
            <a:off x="8472600" y="4663080"/>
            <a:ext cx="547920" cy="392760"/>
          </a:xfrm>
          <a:prstGeom prst="rect">
            <a:avLst/>
          </a:prstGeom>
          <a:noFill/>
          <a:ln w="0">
            <a:noFill/>
          </a:ln>
        </p:spPr>
        <p:txBody>
          <a:bodyPr lIns="91440" rIns="91440" tIns="91440" bIns="91440" anchor="ctr">
            <a:normAutofit/>
          </a:bodyPr>
          <a:lstStyle>
            <a:lvl1pPr indent="0" algn="r">
              <a:lnSpc>
                <a:spcPct val="100000"/>
              </a:lnSpc>
              <a:buNone/>
              <a:tabLst>
                <a:tab algn="l" pos="0"/>
              </a:tabLst>
              <a:defRPr lang="de" sz="1000" b="0" u="none" strike="noStrike">
                <a:solidFill>
                  <a:schemeClr val="dk2"/>
                </a:solidFill>
                <a:effectLst/>
                <a:uFillTx/>
                <a:latin typeface="Arial"/>
                <a:ea typeface="Arial"/>
              </a:defRPr>
            </a:lvl1pPr>
          </a:lstStyle>
          <a:p>
            <a:pPr indent="0" algn="r">
              <a:lnSpc>
                <a:spcPct val="100000"/>
              </a:lnSpc>
              <a:buNone/>
              <a:tabLst>
                <a:tab algn="l" pos="0"/>
              </a:tabLst>
            </a:pPr>
            <a:fld id="{88657373-416A-44C2-A708-AB88FAA19602}" type="slidenum">
              <a:rPr lang="de" sz="1000" b="0" u="none" strike="noStrike">
                <a:solidFill>
                  <a:schemeClr val="dk2"/>
                </a:solidFill>
                <a:effectLst/>
                <a:uFillTx/>
                <a:latin typeface="Arial"/>
                <a:ea typeface="Arial"/>
              </a:rPr>
              <a:t>&lt;number&gt;</a:t>
            </a:fld>
            <a:endParaRPr lang="en-GB" sz="1000" b="0" u="none" strike="noStrike">
              <a:solidFill>
                <a:srgbClr val="000000"/>
              </a:solidFill>
              <a:effectLst/>
              <a:uFillTx/>
              <a:latin typeface="Times New Roman"/>
            </a:endParaRPr>
          </a:p>
        </p:txBody>
      </p:sp>
    </p:spTree>
  </p:cSld>
</p:sldLayout>
</file>

<file path=ppt/slideLayouts/slideLayout1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Default 3">
    <p:bg>
      <p:bgPr>
        <a:solidFill>
          <a:schemeClr val="lt1"/>
        </a:solidFill>
      </p:bgPr>
    </p:bg>
    <p:spTree>
      <p:nvGrpSpPr>
        <p:cNvPr id="1" name=""/>
        <p:cNvGrpSpPr/>
        <p:nvPr/>
      </p:nvGrpSpPr>
      <p:grpSpPr>
        <a:xfrm>
          <a:off x="0" y="0"/>
          <a:ext cx="0" cy="0"/>
          <a:chOff x="0" y="0"/>
          <a:chExt cx="0" cy="0"/>
        </a:xfrm>
      </p:grpSpPr>
      <p:sp>
        <p:nvSpPr>
          <p:cNvPr id="30" name="PlaceHolder 1"/>
          <p:cNvSpPr>
            <a:spLocks noGrp="1"/>
          </p:cNvSpPr>
          <p:nvPr>
            <p:ph type="title"/>
          </p:nvPr>
        </p:nvSpPr>
        <p:spPr>
          <a:xfrm>
            <a:off x="311760" y="444960"/>
            <a:ext cx="8519760" cy="572040"/>
          </a:xfrm>
          <a:prstGeom prst="rect">
            <a:avLst/>
          </a:prstGeom>
          <a:noFill/>
          <a:ln w="0">
            <a:noFill/>
          </a:ln>
        </p:spPr>
        <p:txBody>
          <a:bodyPr lIns="68400" rIns="68400" tIns="68400" bIns="68400" anchor="t">
            <a:normAutofit fontScale="92500" lnSpcReduction="9999"/>
          </a:bodyPr>
          <a:p>
            <a:pPr indent="0">
              <a:lnSpc>
                <a:spcPct val="100000"/>
              </a:lnSpc>
              <a:buNone/>
              <a:tabLst>
                <a:tab algn="l" pos="0"/>
              </a:tabLst>
            </a:pPr>
            <a:r>
              <a:rPr lang="en-GB" sz="3300" b="0" u="none" strike="noStrike">
                <a:solidFill>
                  <a:srgbClr val="000000"/>
                </a:solidFill>
                <a:effectLst/>
                <a:uFillTx/>
                <a:latin typeface="Arial"/>
              </a:rPr>
              <a:t>Click to edit the title text format</a:t>
            </a:r>
            <a:endParaRPr lang="en-GB" sz="3300" b="0" u="none" strike="noStrike">
              <a:solidFill>
                <a:srgbClr val="000000"/>
              </a:solidFill>
              <a:effectLst/>
              <a:uFillTx/>
              <a:latin typeface="Arial"/>
            </a:endParaRPr>
          </a:p>
        </p:txBody>
      </p:sp>
      <p:sp>
        <p:nvSpPr>
          <p:cNvPr id="31" name="PlaceHolder 2"/>
          <p:cNvSpPr>
            <a:spLocks noGrp="1"/>
          </p:cNvSpPr>
          <p:nvPr>
            <p:ph type="body"/>
          </p:nvPr>
        </p:nvSpPr>
        <p:spPr>
          <a:xfrm>
            <a:off x="311760" y="1152360"/>
            <a:ext cx="8519760" cy="3415680"/>
          </a:xfrm>
          <a:prstGeom prst="rect">
            <a:avLst/>
          </a:prstGeom>
          <a:noFill/>
          <a:ln w="0">
            <a:noFill/>
          </a:ln>
        </p:spPr>
        <p:txBody>
          <a:bodyPr lIns="68400" rIns="68400" tIns="68400" bIns="68400" anchor="t">
            <a:normAutofit/>
          </a:bodyPr>
          <a:p>
            <a:pPr marL="432000" indent="-324000">
              <a:lnSpc>
                <a:spcPct val="100000"/>
              </a:lnSpc>
              <a:spcBef>
                <a:spcPts val="1417"/>
              </a:spcBef>
              <a:buClr>
                <a:srgbClr val="000000"/>
              </a:buClr>
              <a:buSzPct val="45000"/>
              <a:buFont typeface="Wingdings" charset="2"/>
              <a:buChar char=""/>
            </a:pPr>
            <a:r>
              <a:rPr lang="en-GB" sz="2100" b="0" u="none" strike="noStrike">
                <a:solidFill>
                  <a:srgbClr val="000000"/>
                </a:solidFill>
                <a:effectLst/>
                <a:uFillTx/>
                <a:latin typeface="Arial"/>
              </a:rPr>
              <a:t>Click to edit the outline text format</a:t>
            </a:r>
            <a:endParaRPr lang="en-GB" sz="21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n-GB" sz="2100" b="0" u="none" strike="noStrike">
                <a:solidFill>
                  <a:srgbClr val="000000"/>
                </a:solidFill>
                <a:effectLst/>
                <a:uFillTx/>
                <a:latin typeface="Arial"/>
              </a:rPr>
              <a:t>Second Outline Level</a:t>
            </a:r>
            <a:endParaRPr lang="en-GB" sz="21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n-GB" sz="2100" b="0" u="none" strike="noStrike">
                <a:solidFill>
                  <a:srgbClr val="000000"/>
                </a:solidFill>
                <a:effectLst/>
                <a:uFillTx/>
                <a:latin typeface="Arial"/>
              </a:rPr>
              <a:t>Third Outline Level</a:t>
            </a:r>
            <a:endParaRPr lang="en-GB" sz="21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n-GB" sz="2100" b="0" u="none" strike="noStrike">
                <a:solidFill>
                  <a:srgbClr val="000000"/>
                </a:solidFill>
                <a:effectLst/>
                <a:uFillTx/>
                <a:latin typeface="Arial"/>
              </a:rPr>
              <a:t>Fourth Outline Level</a:t>
            </a:r>
            <a:endParaRPr lang="en-GB" sz="21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n-GB" sz="2100" b="0" u="none" strike="noStrike">
                <a:solidFill>
                  <a:srgbClr val="000000"/>
                </a:solidFill>
                <a:effectLst/>
                <a:uFillTx/>
                <a:latin typeface="Arial"/>
              </a:rPr>
              <a:t>Fifth Outline Level</a:t>
            </a:r>
            <a:endParaRPr lang="en-GB" sz="21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n-GB" sz="2100" b="0" u="none" strike="noStrike">
                <a:solidFill>
                  <a:srgbClr val="000000"/>
                </a:solidFill>
                <a:effectLst/>
                <a:uFillTx/>
                <a:latin typeface="Arial"/>
              </a:rPr>
              <a:t>Sixth Outline Level</a:t>
            </a:r>
            <a:endParaRPr lang="en-GB" sz="21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n-GB" sz="2100" b="0" u="none" strike="noStrike">
                <a:solidFill>
                  <a:srgbClr val="000000"/>
                </a:solidFill>
                <a:effectLst/>
                <a:uFillTx/>
                <a:latin typeface="Arial"/>
              </a:rPr>
              <a:t>Seventh Outline Level</a:t>
            </a:r>
            <a:endParaRPr lang="en-GB" sz="2100" b="0" u="none" strike="noStrike">
              <a:solidFill>
                <a:srgbClr val="000000"/>
              </a:solidFill>
              <a:effectLst/>
              <a:uFillTx/>
              <a:latin typeface="Arial"/>
            </a:endParaRPr>
          </a:p>
        </p:txBody>
      </p:sp>
      <p:sp>
        <p:nvSpPr>
          <p:cNvPr id="32" name="PlaceHolder 3"/>
          <p:cNvSpPr>
            <a:spLocks noGrp="1"/>
          </p:cNvSpPr>
          <p:nvPr>
            <p:ph type="sldNum" idx="12"/>
          </p:nvPr>
        </p:nvSpPr>
        <p:spPr>
          <a:xfrm>
            <a:off x="8472600" y="4663080"/>
            <a:ext cx="547920" cy="392760"/>
          </a:xfrm>
          <a:prstGeom prst="rect">
            <a:avLst/>
          </a:prstGeom>
          <a:noFill/>
          <a:ln w="0">
            <a:noFill/>
          </a:ln>
        </p:spPr>
        <p:txBody>
          <a:bodyPr lIns="68400" rIns="68400" tIns="68400" bIns="68400" anchor="ctr">
            <a:normAutofit/>
          </a:bodyPr>
          <a:lstStyle>
            <a:lvl1pPr indent="0" algn="r">
              <a:lnSpc>
                <a:spcPct val="100000"/>
              </a:lnSpc>
              <a:buNone/>
              <a:tabLst>
                <a:tab algn="l" pos="0"/>
              </a:tabLst>
              <a:defRPr lang="de" sz="900" b="0" u="none" strike="noStrike">
                <a:solidFill>
                  <a:srgbClr val="888888"/>
                </a:solidFill>
                <a:effectLst/>
                <a:uFillTx/>
                <a:latin typeface="Calibri"/>
                <a:ea typeface="Calibri"/>
              </a:defRPr>
            </a:lvl1pPr>
          </a:lstStyle>
          <a:p>
            <a:pPr indent="0" algn="r">
              <a:lnSpc>
                <a:spcPct val="100000"/>
              </a:lnSpc>
              <a:buNone/>
              <a:tabLst>
                <a:tab algn="l" pos="0"/>
              </a:tabLst>
            </a:pPr>
            <a:fld id="{3551847C-7A3C-41CA-8DE9-890B920ECD49}" type="slidenum">
              <a:rPr lang="de" sz="900" b="0" u="none" strike="noStrike">
                <a:solidFill>
                  <a:srgbClr val="888888"/>
                </a:solidFill>
                <a:effectLst/>
                <a:uFillTx/>
                <a:latin typeface="Calibri"/>
                <a:ea typeface="Calibri"/>
              </a:rPr>
              <a:t>&lt;number&gt;</a:t>
            </a:fld>
            <a:endParaRPr lang="en-GB" sz="900" b="0" u="none" strike="noStrike">
              <a:solidFill>
                <a:srgbClr val="000000"/>
              </a:solidFill>
              <a:effectLst/>
              <a:uFillTx/>
              <a:latin typeface="Times New Roman"/>
            </a:endParaRPr>
          </a:p>
        </p:txBody>
      </p:sp>
    </p:spTree>
  </p:cSld>
</p:sldLayout>
</file>

<file path=ppt/slideLayouts/slideLayout1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Section Header">
    <p:bg>
      <p:bgPr>
        <a:solidFill>
          <a:schemeClr val="lt1"/>
        </a:solidFill>
      </p:bgPr>
    </p:bg>
    <p:spTree>
      <p:nvGrpSpPr>
        <p:cNvPr id="1" name=""/>
        <p:cNvGrpSpPr/>
        <p:nvPr/>
      </p:nvGrpSpPr>
      <p:grpSpPr>
        <a:xfrm>
          <a:off x="0" y="0"/>
          <a:ext cx="0" cy="0"/>
          <a:chOff x="0" y="0"/>
          <a:chExt cx="0" cy="0"/>
        </a:xfrm>
      </p:grpSpPr>
      <p:sp>
        <p:nvSpPr>
          <p:cNvPr id="33" name="PlaceHolder 1"/>
          <p:cNvSpPr>
            <a:spLocks noGrp="1"/>
          </p:cNvSpPr>
          <p:nvPr>
            <p:ph type="title"/>
          </p:nvPr>
        </p:nvSpPr>
        <p:spPr>
          <a:xfrm>
            <a:off x="623880" y="1282320"/>
            <a:ext cx="7886160" cy="2138760"/>
          </a:xfrm>
          <a:prstGeom prst="rect">
            <a:avLst/>
          </a:prstGeom>
          <a:noFill/>
          <a:ln w="0">
            <a:noFill/>
          </a:ln>
        </p:spPr>
        <p:txBody>
          <a:bodyPr lIns="68400" rIns="68400" tIns="34200" bIns="34200" anchor="b">
            <a:normAutofit/>
          </a:bodyPr>
          <a:p>
            <a:pPr indent="0">
              <a:lnSpc>
                <a:spcPct val="100000"/>
              </a:lnSpc>
              <a:buNone/>
              <a:tabLst>
                <a:tab algn="l" pos="0"/>
              </a:tabLst>
            </a:pPr>
            <a:r>
              <a:rPr lang="en-GB" sz="4500" b="0" u="none" strike="noStrike">
                <a:solidFill>
                  <a:srgbClr val="000000"/>
                </a:solidFill>
                <a:effectLst/>
                <a:uFillTx/>
                <a:latin typeface="Arial"/>
              </a:rPr>
              <a:t>Click to edit the title text format</a:t>
            </a:r>
            <a:endParaRPr lang="en-GB" sz="4500" b="0" u="none" strike="noStrike">
              <a:solidFill>
                <a:srgbClr val="000000"/>
              </a:solidFill>
              <a:effectLst/>
              <a:uFillTx/>
              <a:latin typeface="Arial"/>
            </a:endParaRPr>
          </a:p>
        </p:txBody>
      </p:sp>
      <p:sp>
        <p:nvSpPr>
          <p:cNvPr id="34" name="PlaceHolder 2"/>
          <p:cNvSpPr>
            <a:spLocks noGrp="1"/>
          </p:cNvSpPr>
          <p:nvPr>
            <p:ph type="body"/>
          </p:nvPr>
        </p:nvSpPr>
        <p:spPr>
          <a:xfrm>
            <a:off x="623880" y="3441960"/>
            <a:ext cx="7886160" cy="1124640"/>
          </a:xfrm>
          <a:prstGeom prst="rect">
            <a:avLst/>
          </a:prstGeom>
          <a:noFill/>
          <a:ln w="0">
            <a:noFill/>
          </a:ln>
        </p:spPr>
        <p:txBody>
          <a:bodyPr lIns="68400" rIns="68400" tIns="34200" bIns="34200" anchor="t">
            <a:normAutofit fontScale="40000" lnSpcReduction="19999"/>
          </a:bodyPr>
          <a:p>
            <a:pPr marL="432000" indent="-324000">
              <a:lnSpc>
                <a:spcPct val="100000"/>
              </a:lnSpc>
              <a:spcBef>
                <a:spcPts val="1417"/>
              </a:spcBef>
              <a:buClr>
                <a:srgbClr val="000000"/>
              </a:buClr>
              <a:buSzPct val="45000"/>
              <a:buFont typeface="Wingdings" charset="2"/>
              <a:buChar char=""/>
            </a:pPr>
            <a:r>
              <a:rPr lang="en-GB" sz="1800" b="0" u="none" strike="noStrike">
                <a:solidFill>
                  <a:srgbClr val="000000"/>
                </a:solidFill>
                <a:effectLst/>
                <a:uFillTx/>
                <a:latin typeface="Arial"/>
              </a:rPr>
              <a:t>Click to edit the outline text format</a:t>
            </a:r>
            <a:endParaRPr lang="en-GB" sz="18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n-GB" sz="1800" b="0" u="none" strike="noStrike">
                <a:solidFill>
                  <a:srgbClr val="000000"/>
                </a:solidFill>
                <a:effectLst/>
                <a:uFillTx/>
                <a:latin typeface="Arial"/>
              </a:rPr>
              <a:t>Second Outline Level</a:t>
            </a:r>
            <a:endParaRPr lang="en-GB" sz="1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n-GB" sz="1800" b="0" u="none" strike="noStrike">
                <a:solidFill>
                  <a:srgbClr val="000000"/>
                </a:solidFill>
                <a:effectLst/>
                <a:uFillTx/>
                <a:latin typeface="Arial"/>
              </a:rPr>
              <a:t>Third Outline Level</a:t>
            </a:r>
            <a:endParaRPr lang="en-GB" sz="18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n-GB" sz="1800" b="0" u="none" strike="noStrike">
                <a:solidFill>
                  <a:srgbClr val="000000"/>
                </a:solidFill>
                <a:effectLst/>
                <a:uFillTx/>
                <a:latin typeface="Arial"/>
              </a:rPr>
              <a:t>Fourth Outline Level</a:t>
            </a:r>
            <a:endParaRPr lang="en-GB" sz="18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n-GB" sz="1800" b="0" u="none" strike="noStrike">
                <a:solidFill>
                  <a:srgbClr val="000000"/>
                </a:solidFill>
                <a:effectLst/>
                <a:uFillTx/>
                <a:latin typeface="Arial"/>
              </a:rPr>
              <a:t>Fifth Outline Level</a:t>
            </a:r>
            <a:endParaRPr lang="en-GB" sz="18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n-GB" sz="1800" b="0" u="none" strike="noStrike">
                <a:solidFill>
                  <a:srgbClr val="000000"/>
                </a:solidFill>
                <a:effectLst/>
                <a:uFillTx/>
                <a:latin typeface="Arial"/>
              </a:rPr>
              <a:t>Sixth Outline Level</a:t>
            </a:r>
            <a:endParaRPr lang="en-GB" sz="18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n-GB" sz="1800" b="0" u="none" strike="noStrike">
                <a:solidFill>
                  <a:srgbClr val="000000"/>
                </a:solidFill>
                <a:effectLst/>
                <a:uFillTx/>
                <a:latin typeface="Arial"/>
              </a:rPr>
              <a:t>Seventh Outline Level</a:t>
            </a:r>
            <a:endParaRPr lang="en-GB" sz="1800" b="0" u="none" strike="noStrike">
              <a:solidFill>
                <a:srgbClr val="000000"/>
              </a:solidFill>
              <a:effectLst/>
              <a:uFillTx/>
              <a:latin typeface="Arial"/>
            </a:endParaRPr>
          </a:p>
        </p:txBody>
      </p:sp>
      <p:sp>
        <p:nvSpPr>
          <p:cNvPr id="35" name="PlaceHolder 3"/>
          <p:cNvSpPr>
            <a:spLocks noGrp="1"/>
          </p:cNvSpPr>
          <p:nvPr>
            <p:ph type="dt" idx="13"/>
          </p:nvPr>
        </p:nvSpPr>
        <p:spPr>
          <a:xfrm>
            <a:off x="628560" y="4767120"/>
            <a:ext cx="2056680" cy="273240"/>
          </a:xfrm>
          <a:prstGeom prst="rect">
            <a:avLst/>
          </a:prstGeom>
          <a:noFill/>
          <a:ln w="0">
            <a:noFill/>
          </a:ln>
        </p:spPr>
        <p:txBody>
          <a:bodyPr lIns="68400" rIns="68400" tIns="34200" bIns="34200" anchor="ctr">
            <a:noAutofit/>
          </a:bodyPr>
          <a:lstStyle>
            <a:lvl1pPr indent="0">
              <a:lnSpc>
                <a:spcPct val="100000"/>
              </a:lnSpc>
              <a:buNone/>
              <a:tabLst>
                <a:tab algn="l" pos="0"/>
              </a:tabLst>
              <a:defRPr lang="en-GB" sz="1400" b="0" u="none" strike="noStrike">
                <a:solidFill>
                  <a:srgbClr val="000000"/>
                </a:solidFill>
                <a:effectLst/>
                <a:uFillTx/>
                <a:latin typeface="Times New Roman"/>
              </a:defRPr>
            </a:lvl1pPr>
          </a:lstStyle>
          <a:p>
            <a:pPr indent="0">
              <a:lnSpc>
                <a:spcPct val="100000"/>
              </a:lnSpc>
              <a:buNone/>
              <a:tabLst>
                <a:tab algn="l" pos="0"/>
              </a:tabLst>
            </a:pPr>
            <a:r>
              <a:rPr lang="en-GB" sz="1400" b="0" u="none" strike="noStrike">
                <a:solidFill>
                  <a:srgbClr val="000000"/>
                </a:solidFill>
                <a:effectLst/>
                <a:uFillTx/>
                <a:latin typeface="Times New Roman"/>
              </a:rPr>
              <a:t>&lt;date/time&gt;</a:t>
            </a:r>
            <a:endParaRPr lang="en-GB" sz="1400" b="0" u="none" strike="noStrike">
              <a:solidFill>
                <a:srgbClr val="000000"/>
              </a:solidFill>
              <a:effectLst/>
              <a:uFillTx/>
              <a:latin typeface="Times New Roman"/>
            </a:endParaRPr>
          </a:p>
        </p:txBody>
      </p:sp>
      <p:sp>
        <p:nvSpPr>
          <p:cNvPr id="36" name="PlaceHolder 4"/>
          <p:cNvSpPr>
            <a:spLocks noGrp="1"/>
          </p:cNvSpPr>
          <p:nvPr>
            <p:ph type="ftr" idx="14"/>
          </p:nvPr>
        </p:nvSpPr>
        <p:spPr>
          <a:xfrm>
            <a:off x="3029040" y="4767120"/>
            <a:ext cx="3085560" cy="273240"/>
          </a:xfrm>
          <a:prstGeom prst="rect">
            <a:avLst/>
          </a:prstGeom>
          <a:noFill/>
          <a:ln w="0">
            <a:noFill/>
          </a:ln>
        </p:spPr>
        <p:txBody>
          <a:bodyPr lIns="68400" rIns="68400" tIns="34200" bIns="34200" anchor="ctr">
            <a:noAutofit/>
          </a:bodyPr>
          <a:lstStyle>
            <a:lvl1pPr indent="0" algn="ctr">
              <a:lnSpc>
                <a:spcPct val="100000"/>
              </a:lnSpc>
              <a:buNone/>
              <a:tabLst>
                <a:tab algn="l" pos="0"/>
              </a:tabLst>
              <a:defRPr lang="en-GB" sz="1400" b="0" u="none" strike="noStrike">
                <a:solidFill>
                  <a:srgbClr val="000000"/>
                </a:solidFill>
                <a:effectLst/>
                <a:uFillTx/>
                <a:latin typeface="Times New Roman"/>
              </a:defRPr>
            </a:lvl1pPr>
          </a:lstStyle>
          <a:p>
            <a:pPr indent="0" algn="ctr">
              <a:lnSpc>
                <a:spcPct val="100000"/>
              </a:lnSpc>
              <a:buNone/>
              <a:tabLst>
                <a:tab algn="l" pos="0"/>
              </a:tabLst>
            </a:pPr>
            <a:r>
              <a:rPr lang="en-GB" sz="1400" b="0" u="none" strike="noStrike">
                <a:solidFill>
                  <a:srgbClr val="000000"/>
                </a:solidFill>
                <a:effectLst/>
                <a:uFillTx/>
                <a:latin typeface="Times New Roman"/>
              </a:rPr>
              <a:t>&lt;footer&gt;</a:t>
            </a:r>
            <a:endParaRPr lang="en-GB" sz="1400" b="0" u="none" strike="noStrike">
              <a:solidFill>
                <a:srgbClr val="000000"/>
              </a:solidFill>
              <a:effectLst/>
              <a:uFillTx/>
              <a:latin typeface="Times New Roman"/>
            </a:endParaRPr>
          </a:p>
        </p:txBody>
      </p:sp>
      <p:sp>
        <p:nvSpPr>
          <p:cNvPr id="37" name="PlaceHolder 5"/>
          <p:cNvSpPr>
            <a:spLocks noGrp="1"/>
          </p:cNvSpPr>
          <p:nvPr>
            <p:ph type="sldNum" idx="15"/>
          </p:nvPr>
        </p:nvSpPr>
        <p:spPr>
          <a:xfrm>
            <a:off x="6458040" y="4767120"/>
            <a:ext cx="2056680" cy="273240"/>
          </a:xfrm>
          <a:prstGeom prst="rect">
            <a:avLst/>
          </a:prstGeom>
          <a:noFill/>
          <a:ln w="0">
            <a:noFill/>
          </a:ln>
        </p:spPr>
        <p:txBody>
          <a:bodyPr lIns="68400" rIns="68400" tIns="34200" bIns="34200" anchor="ctr">
            <a:noAutofit/>
          </a:bodyPr>
          <a:lstStyle>
            <a:lvl1pPr indent="0" algn="r">
              <a:lnSpc>
                <a:spcPct val="100000"/>
              </a:lnSpc>
              <a:buNone/>
              <a:tabLst>
                <a:tab algn="l" pos="0"/>
              </a:tabLst>
              <a:defRPr lang="de" sz="900" b="0" u="none" strike="noStrike">
                <a:solidFill>
                  <a:srgbClr val="888888"/>
                </a:solidFill>
                <a:effectLst/>
                <a:uFillTx/>
                <a:latin typeface="Calibri"/>
                <a:ea typeface="Calibri"/>
              </a:defRPr>
            </a:lvl1pPr>
          </a:lstStyle>
          <a:p>
            <a:pPr indent="0" algn="r">
              <a:lnSpc>
                <a:spcPct val="100000"/>
              </a:lnSpc>
              <a:buNone/>
              <a:tabLst>
                <a:tab algn="l" pos="0"/>
              </a:tabLst>
            </a:pPr>
            <a:fld id="{296786BF-A1FA-4547-AD15-90B7BB7306C3}" type="slidenum">
              <a:rPr lang="de" sz="900" b="0" u="none" strike="noStrike">
                <a:solidFill>
                  <a:srgbClr val="888888"/>
                </a:solidFill>
                <a:effectLst/>
                <a:uFillTx/>
                <a:latin typeface="Calibri"/>
                <a:ea typeface="Calibri"/>
              </a:rPr>
              <a:t>&lt;number&gt;</a:t>
            </a:fld>
            <a:endParaRPr lang="en-GB" sz="900" b="0" u="none" strike="noStrike">
              <a:solidFill>
                <a:srgbClr val="000000"/>
              </a:solidFill>
              <a:effectLst/>
              <a:uFillTx/>
              <a:latin typeface="Times New Roman"/>
            </a:endParaRPr>
          </a:p>
        </p:txBody>
      </p:sp>
    </p:spTree>
  </p:cSld>
</p:sldLayout>
</file>

<file path=ppt/slideLayouts/slideLayout1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WO_OBJECTS">
    <p:bg>
      <p:bgPr>
        <a:solidFill>
          <a:schemeClr val="lt1"/>
        </a:solidFill>
      </p:bgPr>
    </p:bg>
    <p:spTree>
      <p:nvGrpSpPr>
        <p:cNvPr id="1" name=""/>
        <p:cNvGrpSpPr/>
        <p:nvPr/>
      </p:nvGrpSpPr>
      <p:grpSpPr>
        <a:xfrm>
          <a:off x="0" y="0"/>
          <a:ext cx="0" cy="0"/>
          <a:chOff x="0" y="0"/>
          <a:chExt cx="0" cy="0"/>
        </a:xfrm>
      </p:grpSpPr>
      <p:sp>
        <p:nvSpPr>
          <p:cNvPr id="38" name="PlaceHolder 1"/>
          <p:cNvSpPr>
            <a:spLocks noGrp="1"/>
          </p:cNvSpPr>
          <p:nvPr>
            <p:ph type="title"/>
          </p:nvPr>
        </p:nvSpPr>
        <p:spPr>
          <a:xfrm>
            <a:off x="628560" y="273960"/>
            <a:ext cx="7886160" cy="993600"/>
          </a:xfrm>
          <a:prstGeom prst="rect">
            <a:avLst/>
          </a:prstGeom>
          <a:noFill/>
          <a:ln w="0">
            <a:noFill/>
          </a:ln>
        </p:spPr>
        <p:txBody>
          <a:bodyPr lIns="68400" rIns="68400" tIns="34200" bIns="34200" anchor="ctr">
            <a:normAutofit/>
          </a:bodyPr>
          <a:p>
            <a:pPr indent="0">
              <a:lnSpc>
                <a:spcPct val="100000"/>
              </a:lnSpc>
              <a:buNone/>
              <a:tabLst>
                <a:tab algn="l" pos="0"/>
              </a:tabLst>
            </a:pPr>
            <a:r>
              <a:rPr lang="en-GB" sz="3300" b="0" u="none" strike="noStrike">
                <a:solidFill>
                  <a:srgbClr val="000000"/>
                </a:solidFill>
                <a:effectLst/>
                <a:uFillTx/>
                <a:latin typeface="Arial"/>
              </a:rPr>
              <a:t>Click to edit the title text format</a:t>
            </a:r>
            <a:endParaRPr lang="en-GB" sz="3300" b="0" u="none" strike="noStrike">
              <a:solidFill>
                <a:srgbClr val="000000"/>
              </a:solidFill>
              <a:effectLst/>
              <a:uFillTx/>
              <a:latin typeface="Arial"/>
            </a:endParaRPr>
          </a:p>
        </p:txBody>
      </p:sp>
      <p:sp>
        <p:nvSpPr>
          <p:cNvPr id="39" name="PlaceHolder 2"/>
          <p:cNvSpPr>
            <a:spLocks noGrp="1"/>
          </p:cNvSpPr>
          <p:nvPr>
            <p:ph type="body"/>
          </p:nvPr>
        </p:nvSpPr>
        <p:spPr>
          <a:xfrm>
            <a:off x="628560" y="1369080"/>
            <a:ext cx="3885480" cy="3262680"/>
          </a:xfrm>
          <a:prstGeom prst="rect">
            <a:avLst/>
          </a:prstGeom>
          <a:noFill/>
          <a:ln w="0">
            <a:noFill/>
          </a:ln>
        </p:spPr>
        <p:txBody>
          <a:bodyPr lIns="68400" rIns="68400" tIns="34200" bIns="34200" anchor="t">
            <a:normAutofit fontScale="77500" lnSpcReduction="19999"/>
          </a:bodyPr>
          <a:p>
            <a:pPr marL="432000" indent="-324000">
              <a:lnSpc>
                <a:spcPct val="100000"/>
              </a:lnSpc>
              <a:spcBef>
                <a:spcPts val="1417"/>
              </a:spcBef>
              <a:buClr>
                <a:srgbClr val="000000"/>
              </a:buClr>
              <a:buSzPct val="45000"/>
              <a:buFont typeface="Wingdings" charset="2"/>
              <a:buChar char=""/>
            </a:pPr>
            <a:r>
              <a:rPr lang="en-GB" sz="2100" b="0" u="none" strike="noStrike">
                <a:solidFill>
                  <a:srgbClr val="000000"/>
                </a:solidFill>
                <a:effectLst/>
                <a:uFillTx/>
                <a:latin typeface="Arial"/>
              </a:rPr>
              <a:t>Click to edit the outline text format</a:t>
            </a:r>
            <a:endParaRPr lang="en-GB" sz="21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n-GB" sz="2100" b="0" u="none" strike="noStrike">
                <a:solidFill>
                  <a:srgbClr val="000000"/>
                </a:solidFill>
                <a:effectLst/>
                <a:uFillTx/>
                <a:latin typeface="Arial"/>
              </a:rPr>
              <a:t>Second Outline Level</a:t>
            </a:r>
            <a:endParaRPr lang="en-GB" sz="21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n-GB" sz="2100" b="0" u="none" strike="noStrike">
                <a:solidFill>
                  <a:srgbClr val="000000"/>
                </a:solidFill>
                <a:effectLst/>
                <a:uFillTx/>
                <a:latin typeface="Arial"/>
              </a:rPr>
              <a:t>Third Outline Level</a:t>
            </a:r>
            <a:endParaRPr lang="en-GB" sz="21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n-GB" sz="2100" b="0" u="none" strike="noStrike">
                <a:solidFill>
                  <a:srgbClr val="000000"/>
                </a:solidFill>
                <a:effectLst/>
                <a:uFillTx/>
                <a:latin typeface="Arial"/>
              </a:rPr>
              <a:t>Fourth Outline Level</a:t>
            </a:r>
            <a:endParaRPr lang="en-GB" sz="21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n-GB" sz="2100" b="0" u="none" strike="noStrike">
                <a:solidFill>
                  <a:srgbClr val="000000"/>
                </a:solidFill>
                <a:effectLst/>
                <a:uFillTx/>
                <a:latin typeface="Arial"/>
              </a:rPr>
              <a:t>Fifth Outline Level</a:t>
            </a:r>
            <a:endParaRPr lang="en-GB" sz="21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n-GB" sz="2100" b="0" u="none" strike="noStrike">
                <a:solidFill>
                  <a:srgbClr val="000000"/>
                </a:solidFill>
                <a:effectLst/>
                <a:uFillTx/>
                <a:latin typeface="Arial"/>
              </a:rPr>
              <a:t>Sixth Outline Level</a:t>
            </a:r>
            <a:endParaRPr lang="en-GB" sz="21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n-GB" sz="2100" b="0" u="none" strike="noStrike">
                <a:solidFill>
                  <a:srgbClr val="000000"/>
                </a:solidFill>
                <a:effectLst/>
                <a:uFillTx/>
                <a:latin typeface="Arial"/>
              </a:rPr>
              <a:t>Seventh Outline Level</a:t>
            </a:r>
            <a:endParaRPr lang="en-GB" sz="2100" b="0" u="none" strike="noStrike">
              <a:solidFill>
                <a:srgbClr val="000000"/>
              </a:solidFill>
              <a:effectLst/>
              <a:uFillTx/>
              <a:latin typeface="Arial"/>
            </a:endParaRPr>
          </a:p>
        </p:txBody>
      </p:sp>
      <p:sp>
        <p:nvSpPr>
          <p:cNvPr id="40" name="PlaceHolder 3"/>
          <p:cNvSpPr>
            <a:spLocks noGrp="1"/>
          </p:cNvSpPr>
          <p:nvPr>
            <p:ph type="body"/>
          </p:nvPr>
        </p:nvSpPr>
        <p:spPr>
          <a:xfrm>
            <a:off x="4629240" y="1369080"/>
            <a:ext cx="3885480" cy="3262680"/>
          </a:xfrm>
          <a:prstGeom prst="rect">
            <a:avLst/>
          </a:prstGeom>
          <a:noFill/>
          <a:ln w="0">
            <a:noFill/>
          </a:ln>
        </p:spPr>
        <p:txBody>
          <a:bodyPr lIns="68400" rIns="68400" tIns="34200" bIns="34200" anchor="t">
            <a:normAutofit fontScale="77500" lnSpcReduction="19999"/>
          </a:bodyPr>
          <a:p>
            <a:pPr marL="432000" indent="-324000">
              <a:lnSpc>
                <a:spcPct val="100000"/>
              </a:lnSpc>
              <a:spcBef>
                <a:spcPts val="1417"/>
              </a:spcBef>
              <a:buClr>
                <a:srgbClr val="000000"/>
              </a:buClr>
              <a:buSzPct val="45000"/>
              <a:buFont typeface="Wingdings" charset="2"/>
              <a:buChar char=""/>
            </a:pPr>
            <a:r>
              <a:rPr lang="en-GB" sz="2100" b="0" u="none" strike="noStrike">
                <a:solidFill>
                  <a:srgbClr val="000000"/>
                </a:solidFill>
                <a:effectLst/>
                <a:uFillTx/>
                <a:latin typeface="Arial"/>
              </a:rPr>
              <a:t>Click to edit the outline text format</a:t>
            </a:r>
            <a:endParaRPr lang="en-GB" sz="21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n-GB" sz="2100" b="0" u="none" strike="noStrike">
                <a:solidFill>
                  <a:srgbClr val="000000"/>
                </a:solidFill>
                <a:effectLst/>
                <a:uFillTx/>
                <a:latin typeface="Arial"/>
              </a:rPr>
              <a:t>Second Outline Level</a:t>
            </a:r>
            <a:endParaRPr lang="en-GB" sz="21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n-GB" sz="2100" b="0" u="none" strike="noStrike">
                <a:solidFill>
                  <a:srgbClr val="000000"/>
                </a:solidFill>
                <a:effectLst/>
                <a:uFillTx/>
                <a:latin typeface="Arial"/>
              </a:rPr>
              <a:t>Third Outline Level</a:t>
            </a:r>
            <a:endParaRPr lang="en-GB" sz="21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n-GB" sz="2100" b="0" u="none" strike="noStrike">
                <a:solidFill>
                  <a:srgbClr val="000000"/>
                </a:solidFill>
                <a:effectLst/>
                <a:uFillTx/>
                <a:latin typeface="Arial"/>
              </a:rPr>
              <a:t>Fourth Outline Level</a:t>
            </a:r>
            <a:endParaRPr lang="en-GB" sz="21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n-GB" sz="2100" b="0" u="none" strike="noStrike">
                <a:solidFill>
                  <a:srgbClr val="000000"/>
                </a:solidFill>
                <a:effectLst/>
                <a:uFillTx/>
                <a:latin typeface="Arial"/>
              </a:rPr>
              <a:t>Fifth Outline Level</a:t>
            </a:r>
            <a:endParaRPr lang="en-GB" sz="21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n-GB" sz="2100" b="0" u="none" strike="noStrike">
                <a:solidFill>
                  <a:srgbClr val="000000"/>
                </a:solidFill>
                <a:effectLst/>
                <a:uFillTx/>
                <a:latin typeface="Arial"/>
              </a:rPr>
              <a:t>Sixth Outline Level</a:t>
            </a:r>
            <a:endParaRPr lang="en-GB" sz="21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n-GB" sz="2100" b="0" u="none" strike="noStrike">
                <a:solidFill>
                  <a:srgbClr val="000000"/>
                </a:solidFill>
                <a:effectLst/>
                <a:uFillTx/>
                <a:latin typeface="Arial"/>
              </a:rPr>
              <a:t>Seventh Outline Level</a:t>
            </a:r>
            <a:endParaRPr lang="en-GB" sz="2100" b="0" u="none" strike="noStrike">
              <a:solidFill>
                <a:srgbClr val="000000"/>
              </a:solidFill>
              <a:effectLst/>
              <a:uFillTx/>
              <a:latin typeface="Arial"/>
            </a:endParaRPr>
          </a:p>
        </p:txBody>
      </p:sp>
      <p:sp>
        <p:nvSpPr>
          <p:cNvPr id="41" name="PlaceHolder 4"/>
          <p:cNvSpPr>
            <a:spLocks noGrp="1"/>
          </p:cNvSpPr>
          <p:nvPr>
            <p:ph type="dt" idx="16"/>
          </p:nvPr>
        </p:nvSpPr>
        <p:spPr>
          <a:xfrm>
            <a:off x="628560" y="4767120"/>
            <a:ext cx="2056680" cy="273240"/>
          </a:xfrm>
          <a:prstGeom prst="rect">
            <a:avLst/>
          </a:prstGeom>
          <a:noFill/>
          <a:ln w="0">
            <a:noFill/>
          </a:ln>
        </p:spPr>
        <p:txBody>
          <a:bodyPr lIns="68400" rIns="68400" tIns="34200" bIns="34200" anchor="ctr">
            <a:noAutofit/>
          </a:bodyPr>
          <a:lstStyle>
            <a:lvl1pPr indent="0">
              <a:lnSpc>
                <a:spcPct val="100000"/>
              </a:lnSpc>
              <a:buNone/>
              <a:tabLst>
                <a:tab algn="l" pos="0"/>
              </a:tabLst>
              <a:defRPr lang="en-GB" sz="1400" b="0" u="none" strike="noStrike">
                <a:solidFill>
                  <a:srgbClr val="000000"/>
                </a:solidFill>
                <a:effectLst/>
                <a:uFillTx/>
                <a:latin typeface="Times New Roman"/>
              </a:defRPr>
            </a:lvl1pPr>
          </a:lstStyle>
          <a:p>
            <a:pPr indent="0">
              <a:lnSpc>
                <a:spcPct val="100000"/>
              </a:lnSpc>
              <a:buNone/>
              <a:tabLst>
                <a:tab algn="l" pos="0"/>
              </a:tabLst>
            </a:pPr>
            <a:r>
              <a:rPr lang="en-GB" sz="1400" b="0" u="none" strike="noStrike">
                <a:solidFill>
                  <a:srgbClr val="000000"/>
                </a:solidFill>
                <a:effectLst/>
                <a:uFillTx/>
                <a:latin typeface="Times New Roman"/>
              </a:rPr>
              <a:t>&lt;date/time&gt;</a:t>
            </a:r>
            <a:endParaRPr lang="en-GB" sz="1400" b="0" u="none" strike="noStrike">
              <a:solidFill>
                <a:srgbClr val="000000"/>
              </a:solidFill>
              <a:effectLst/>
              <a:uFillTx/>
              <a:latin typeface="Times New Roman"/>
            </a:endParaRPr>
          </a:p>
        </p:txBody>
      </p:sp>
      <p:sp>
        <p:nvSpPr>
          <p:cNvPr id="42" name="PlaceHolder 5"/>
          <p:cNvSpPr>
            <a:spLocks noGrp="1"/>
          </p:cNvSpPr>
          <p:nvPr>
            <p:ph type="ftr" idx="17"/>
          </p:nvPr>
        </p:nvSpPr>
        <p:spPr>
          <a:xfrm>
            <a:off x="3029040" y="4767120"/>
            <a:ext cx="3085560" cy="273240"/>
          </a:xfrm>
          <a:prstGeom prst="rect">
            <a:avLst/>
          </a:prstGeom>
          <a:noFill/>
          <a:ln w="0">
            <a:noFill/>
          </a:ln>
        </p:spPr>
        <p:txBody>
          <a:bodyPr lIns="68400" rIns="68400" tIns="34200" bIns="34200" anchor="ctr">
            <a:noAutofit/>
          </a:bodyPr>
          <a:lstStyle>
            <a:lvl1pPr indent="0" algn="ctr">
              <a:lnSpc>
                <a:spcPct val="100000"/>
              </a:lnSpc>
              <a:buNone/>
              <a:tabLst>
                <a:tab algn="l" pos="0"/>
              </a:tabLst>
              <a:defRPr lang="en-GB" sz="1400" b="0" u="none" strike="noStrike">
                <a:solidFill>
                  <a:srgbClr val="000000"/>
                </a:solidFill>
                <a:effectLst/>
                <a:uFillTx/>
                <a:latin typeface="Times New Roman"/>
              </a:defRPr>
            </a:lvl1pPr>
          </a:lstStyle>
          <a:p>
            <a:pPr indent="0" algn="ctr">
              <a:lnSpc>
                <a:spcPct val="100000"/>
              </a:lnSpc>
              <a:buNone/>
              <a:tabLst>
                <a:tab algn="l" pos="0"/>
              </a:tabLst>
            </a:pPr>
            <a:r>
              <a:rPr lang="en-GB" sz="1400" b="0" u="none" strike="noStrike">
                <a:solidFill>
                  <a:srgbClr val="000000"/>
                </a:solidFill>
                <a:effectLst/>
                <a:uFillTx/>
                <a:latin typeface="Times New Roman"/>
              </a:rPr>
              <a:t>&lt;footer&gt;</a:t>
            </a:r>
            <a:endParaRPr lang="en-GB" sz="1400" b="0" u="none" strike="noStrike">
              <a:solidFill>
                <a:srgbClr val="000000"/>
              </a:solidFill>
              <a:effectLst/>
              <a:uFillTx/>
              <a:latin typeface="Times New Roman"/>
            </a:endParaRPr>
          </a:p>
        </p:txBody>
      </p:sp>
      <p:sp>
        <p:nvSpPr>
          <p:cNvPr id="43" name="PlaceHolder 6"/>
          <p:cNvSpPr>
            <a:spLocks noGrp="1"/>
          </p:cNvSpPr>
          <p:nvPr>
            <p:ph type="sldNum" idx="18"/>
          </p:nvPr>
        </p:nvSpPr>
        <p:spPr>
          <a:xfrm>
            <a:off x="6458040" y="4767120"/>
            <a:ext cx="2056680" cy="273240"/>
          </a:xfrm>
          <a:prstGeom prst="rect">
            <a:avLst/>
          </a:prstGeom>
          <a:noFill/>
          <a:ln w="0">
            <a:noFill/>
          </a:ln>
        </p:spPr>
        <p:txBody>
          <a:bodyPr lIns="68400" rIns="68400" tIns="34200" bIns="34200" anchor="ctr">
            <a:noAutofit/>
          </a:bodyPr>
          <a:lstStyle>
            <a:lvl1pPr indent="0" algn="r">
              <a:lnSpc>
                <a:spcPct val="100000"/>
              </a:lnSpc>
              <a:buNone/>
              <a:tabLst>
                <a:tab algn="l" pos="0"/>
              </a:tabLst>
              <a:defRPr lang="de" sz="900" b="0" u="none" strike="noStrike">
                <a:solidFill>
                  <a:srgbClr val="888888"/>
                </a:solidFill>
                <a:effectLst/>
                <a:uFillTx/>
                <a:latin typeface="Calibri"/>
                <a:ea typeface="Calibri"/>
              </a:defRPr>
            </a:lvl1pPr>
          </a:lstStyle>
          <a:p>
            <a:pPr indent="0" algn="r">
              <a:lnSpc>
                <a:spcPct val="100000"/>
              </a:lnSpc>
              <a:buNone/>
              <a:tabLst>
                <a:tab algn="l" pos="0"/>
              </a:tabLst>
            </a:pPr>
            <a:fld id="{9A4F91A5-AD31-450A-9F35-563E6BEA17A3}" type="slidenum">
              <a:rPr lang="de" sz="900" b="0" u="none" strike="noStrike">
                <a:solidFill>
                  <a:srgbClr val="888888"/>
                </a:solidFill>
                <a:effectLst/>
                <a:uFillTx/>
                <a:latin typeface="Calibri"/>
                <a:ea typeface="Calibri"/>
              </a:rPr>
              <a:t>&lt;number&gt;</a:t>
            </a:fld>
            <a:endParaRPr lang="en-GB" sz="900" b="0" u="none" strike="noStrike">
              <a:solidFill>
                <a:srgbClr val="000000"/>
              </a:solidFill>
              <a:effectLst/>
              <a:uFillTx/>
              <a:latin typeface="Times New Roman"/>
            </a:endParaRPr>
          </a:p>
        </p:txBody>
      </p:sp>
    </p:spTree>
  </p:cSld>
</p:sldLayout>
</file>

<file path=ppt/slideLayouts/slideLayout1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WO_OBJECTS_WITH_TEXT">
    <p:bg>
      <p:bgPr>
        <a:solidFill>
          <a:schemeClr val="lt1"/>
        </a:solidFill>
      </p:bgPr>
    </p:bg>
    <p:spTree>
      <p:nvGrpSpPr>
        <p:cNvPr id="1" name=""/>
        <p:cNvGrpSpPr/>
        <p:nvPr/>
      </p:nvGrpSpPr>
      <p:grpSpPr>
        <a:xfrm>
          <a:off x="0" y="0"/>
          <a:ext cx="0" cy="0"/>
          <a:chOff x="0" y="0"/>
          <a:chExt cx="0" cy="0"/>
        </a:xfrm>
      </p:grpSpPr>
      <p:sp>
        <p:nvSpPr>
          <p:cNvPr id="44" name="PlaceHolder 1"/>
          <p:cNvSpPr>
            <a:spLocks noGrp="1"/>
          </p:cNvSpPr>
          <p:nvPr>
            <p:ph type="title"/>
          </p:nvPr>
        </p:nvSpPr>
        <p:spPr>
          <a:xfrm>
            <a:off x="630000" y="273960"/>
            <a:ext cx="7886160" cy="993600"/>
          </a:xfrm>
          <a:prstGeom prst="rect">
            <a:avLst/>
          </a:prstGeom>
          <a:noFill/>
          <a:ln w="0">
            <a:noFill/>
          </a:ln>
        </p:spPr>
        <p:txBody>
          <a:bodyPr lIns="68400" rIns="68400" tIns="34200" bIns="34200" anchor="ctr">
            <a:normAutofit/>
          </a:bodyPr>
          <a:p>
            <a:pPr indent="0">
              <a:lnSpc>
                <a:spcPct val="100000"/>
              </a:lnSpc>
              <a:buNone/>
              <a:tabLst>
                <a:tab algn="l" pos="0"/>
              </a:tabLst>
            </a:pPr>
            <a:r>
              <a:rPr lang="en-GB" sz="3300" b="0" u="none" strike="noStrike">
                <a:solidFill>
                  <a:srgbClr val="000000"/>
                </a:solidFill>
                <a:effectLst/>
                <a:uFillTx/>
                <a:latin typeface="Arial"/>
              </a:rPr>
              <a:t>Click to edit the title text format</a:t>
            </a:r>
            <a:endParaRPr lang="en-GB" sz="3300" b="0" u="none" strike="noStrike">
              <a:solidFill>
                <a:srgbClr val="000000"/>
              </a:solidFill>
              <a:effectLst/>
              <a:uFillTx/>
              <a:latin typeface="Arial"/>
            </a:endParaRPr>
          </a:p>
        </p:txBody>
      </p:sp>
      <p:sp>
        <p:nvSpPr>
          <p:cNvPr id="45" name="PlaceHolder 2"/>
          <p:cNvSpPr>
            <a:spLocks noGrp="1"/>
          </p:cNvSpPr>
          <p:nvPr>
            <p:ph type="body"/>
          </p:nvPr>
        </p:nvSpPr>
        <p:spPr>
          <a:xfrm>
            <a:off x="630000" y="1260720"/>
            <a:ext cx="3867840" cy="617400"/>
          </a:xfrm>
          <a:prstGeom prst="rect">
            <a:avLst/>
          </a:prstGeom>
          <a:noFill/>
          <a:ln w="0">
            <a:noFill/>
          </a:ln>
        </p:spPr>
        <p:txBody>
          <a:bodyPr lIns="68400" rIns="68400" tIns="34200" bIns="34200" anchor="b">
            <a:normAutofit fontScale="25000" lnSpcReduction="19999"/>
          </a:bodyPr>
          <a:p>
            <a:pPr marL="432000" indent="-324000">
              <a:lnSpc>
                <a:spcPct val="100000"/>
              </a:lnSpc>
              <a:spcBef>
                <a:spcPts val="1417"/>
              </a:spcBef>
              <a:buClr>
                <a:srgbClr val="000000"/>
              </a:buClr>
              <a:buSzPct val="45000"/>
              <a:buFont typeface="Wingdings" charset="2"/>
              <a:buChar char=""/>
            </a:pPr>
            <a:r>
              <a:rPr lang="en-GB" sz="1800" b="0" u="none" strike="noStrike">
                <a:solidFill>
                  <a:srgbClr val="000000"/>
                </a:solidFill>
                <a:effectLst/>
                <a:uFillTx/>
                <a:latin typeface="Arial"/>
              </a:rPr>
              <a:t>Click to edit the outline text format</a:t>
            </a:r>
            <a:endParaRPr lang="en-GB" sz="18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n-GB" sz="1800" b="0" u="none" strike="noStrike">
                <a:solidFill>
                  <a:srgbClr val="000000"/>
                </a:solidFill>
                <a:effectLst/>
                <a:uFillTx/>
                <a:latin typeface="Arial"/>
              </a:rPr>
              <a:t>Second Outline Level</a:t>
            </a:r>
            <a:endParaRPr lang="en-GB" sz="1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n-GB" sz="1800" b="0" u="none" strike="noStrike">
                <a:solidFill>
                  <a:srgbClr val="000000"/>
                </a:solidFill>
                <a:effectLst/>
                <a:uFillTx/>
                <a:latin typeface="Arial"/>
              </a:rPr>
              <a:t>Third Outline Level</a:t>
            </a:r>
            <a:endParaRPr lang="en-GB" sz="18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n-GB" sz="1800" b="0" u="none" strike="noStrike">
                <a:solidFill>
                  <a:srgbClr val="000000"/>
                </a:solidFill>
                <a:effectLst/>
                <a:uFillTx/>
                <a:latin typeface="Arial"/>
              </a:rPr>
              <a:t>Fourth Outline Level</a:t>
            </a:r>
            <a:endParaRPr lang="en-GB" sz="18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n-GB" sz="1800" b="0" u="none" strike="noStrike">
                <a:solidFill>
                  <a:srgbClr val="000000"/>
                </a:solidFill>
                <a:effectLst/>
                <a:uFillTx/>
                <a:latin typeface="Arial"/>
              </a:rPr>
              <a:t>Fifth Outline Level</a:t>
            </a:r>
            <a:endParaRPr lang="en-GB" sz="18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n-GB" sz="1800" b="0" u="none" strike="noStrike">
                <a:solidFill>
                  <a:srgbClr val="000000"/>
                </a:solidFill>
                <a:effectLst/>
                <a:uFillTx/>
                <a:latin typeface="Arial"/>
              </a:rPr>
              <a:t>Sixth Outline Level</a:t>
            </a:r>
            <a:endParaRPr lang="en-GB" sz="18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n-GB" sz="1800" b="0" u="none" strike="noStrike">
                <a:solidFill>
                  <a:srgbClr val="000000"/>
                </a:solidFill>
                <a:effectLst/>
                <a:uFillTx/>
                <a:latin typeface="Arial"/>
              </a:rPr>
              <a:t>Seventh Outline Level</a:t>
            </a:r>
            <a:endParaRPr lang="en-GB" sz="1800" b="0" u="none" strike="noStrike">
              <a:solidFill>
                <a:srgbClr val="000000"/>
              </a:solidFill>
              <a:effectLst/>
              <a:uFillTx/>
              <a:latin typeface="Arial"/>
            </a:endParaRPr>
          </a:p>
        </p:txBody>
      </p:sp>
      <p:sp>
        <p:nvSpPr>
          <p:cNvPr id="46" name="PlaceHolder 3"/>
          <p:cNvSpPr>
            <a:spLocks noGrp="1"/>
          </p:cNvSpPr>
          <p:nvPr>
            <p:ph type="body"/>
          </p:nvPr>
        </p:nvSpPr>
        <p:spPr>
          <a:xfrm>
            <a:off x="630000" y="1878840"/>
            <a:ext cx="3867840" cy="2763000"/>
          </a:xfrm>
          <a:prstGeom prst="rect">
            <a:avLst/>
          </a:prstGeom>
          <a:noFill/>
          <a:ln w="0">
            <a:noFill/>
          </a:ln>
        </p:spPr>
        <p:txBody>
          <a:bodyPr lIns="68400" rIns="68400" tIns="34200" bIns="34200" anchor="t">
            <a:normAutofit fontScale="70000" lnSpcReduction="19999"/>
          </a:bodyPr>
          <a:p>
            <a:pPr marL="432000" indent="-324000">
              <a:lnSpc>
                <a:spcPct val="100000"/>
              </a:lnSpc>
              <a:spcBef>
                <a:spcPts val="1417"/>
              </a:spcBef>
              <a:buClr>
                <a:srgbClr val="000000"/>
              </a:buClr>
              <a:buSzPct val="45000"/>
              <a:buFont typeface="Wingdings" charset="2"/>
              <a:buChar char=""/>
            </a:pPr>
            <a:r>
              <a:rPr lang="en-GB" sz="2100" b="0" u="none" strike="noStrike">
                <a:solidFill>
                  <a:srgbClr val="000000"/>
                </a:solidFill>
                <a:effectLst/>
                <a:uFillTx/>
                <a:latin typeface="Arial"/>
              </a:rPr>
              <a:t>Click to edit the outline text format</a:t>
            </a:r>
            <a:endParaRPr lang="en-GB" sz="21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n-GB" sz="2100" b="0" u="none" strike="noStrike">
                <a:solidFill>
                  <a:srgbClr val="000000"/>
                </a:solidFill>
                <a:effectLst/>
                <a:uFillTx/>
                <a:latin typeface="Arial"/>
              </a:rPr>
              <a:t>Second Outline Level</a:t>
            </a:r>
            <a:endParaRPr lang="en-GB" sz="21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n-GB" sz="2100" b="0" u="none" strike="noStrike">
                <a:solidFill>
                  <a:srgbClr val="000000"/>
                </a:solidFill>
                <a:effectLst/>
                <a:uFillTx/>
                <a:latin typeface="Arial"/>
              </a:rPr>
              <a:t>Third Outline Level</a:t>
            </a:r>
            <a:endParaRPr lang="en-GB" sz="21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n-GB" sz="2100" b="0" u="none" strike="noStrike">
                <a:solidFill>
                  <a:srgbClr val="000000"/>
                </a:solidFill>
                <a:effectLst/>
                <a:uFillTx/>
                <a:latin typeface="Arial"/>
              </a:rPr>
              <a:t>Fourth Outline Level</a:t>
            </a:r>
            <a:endParaRPr lang="en-GB" sz="21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n-GB" sz="2100" b="0" u="none" strike="noStrike">
                <a:solidFill>
                  <a:srgbClr val="000000"/>
                </a:solidFill>
                <a:effectLst/>
                <a:uFillTx/>
                <a:latin typeface="Arial"/>
              </a:rPr>
              <a:t>Fifth Outline Level</a:t>
            </a:r>
            <a:endParaRPr lang="en-GB" sz="21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n-GB" sz="2100" b="0" u="none" strike="noStrike">
                <a:solidFill>
                  <a:srgbClr val="000000"/>
                </a:solidFill>
                <a:effectLst/>
                <a:uFillTx/>
                <a:latin typeface="Arial"/>
              </a:rPr>
              <a:t>Sixth Outline Level</a:t>
            </a:r>
            <a:endParaRPr lang="en-GB" sz="21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n-GB" sz="2100" b="0" u="none" strike="noStrike">
                <a:solidFill>
                  <a:srgbClr val="000000"/>
                </a:solidFill>
                <a:effectLst/>
                <a:uFillTx/>
                <a:latin typeface="Arial"/>
              </a:rPr>
              <a:t>Seventh Outline Level</a:t>
            </a:r>
            <a:endParaRPr lang="en-GB" sz="2100" b="0" u="none" strike="noStrike">
              <a:solidFill>
                <a:srgbClr val="000000"/>
              </a:solidFill>
              <a:effectLst/>
              <a:uFillTx/>
              <a:latin typeface="Arial"/>
            </a:endParaRPr>
          </a:p>
        </p:txBody>
      </p:sp>
      <p:sp>
        <p:nvSpPr>
          <p:cNvPr id="47" name="PlaceHolder 4"/>
          <p:cNvSpPr>
            <a:spLocks noGrp="1"/>
          </p:cNvSpPr>
          <p:nvPr>
            <p:ph type="body"/>
          </p:nvPr>
        </p:nvSpPr>
        <p:spPr>
          <a:xfrm>
            <a:off x="4629240" y="1260720"/>
            <a:ext cx="3886560" cy="617400"/>
          </a:xfrm>
          <a:prstGeom prst="rect">
            <a:avLst/>
          </a:prstGeom>
          <a:noFill/>
          <a:ln w="0">
            <a:noFill/>
          </a:ln>
        </p:spPr>
        <p:txBody>
          <a:bodyPr lIns="68400" rIns="68400" tIns="34200" bIns="34200" anchor="b">
            <a:normAutofit fontScale="25000" lnSpcReduction="19999"/>
          </a:bodyPr>
          <a:p>
            <a:pPr marL="432000" indent="-324000">
              <a:lnSpc>
                <a:spcPct val="100000"/>
              </a:lnSpc>
              <a:spcBef>
                <a:spcPts val="1417"/>
              </a:spcBef>
              <a:buClr>
                <a:srgbClr val="000000"/>
              </a:buClr>
              <a:buSzPct val="45000"/>
              <a:buFont typeface="Wingdings" charset="2"/>
              <a:buChar char=""/>
            </a:pPr>
            <a:r>
              <a:rPr lang="en-GB" sz="1800" b="0" u="none" strike="noStrike">
                <a:solidFill>
                  <a:srgbClr val="000000"/>
                </a:solidFill>
                <a:effectLst/>
                <a:uFillTx/>
                <a:latin typeface="Arial"/>
              </a:rPr>
              <a:t>Click to edit the outline text format</a:t>
            </a:r>
            <a:endParaRPr lang="en-GB" sz="18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n-GB" sz="1800" b="0" u="none" strike="noStrike">
                <a:solidFill>
                  <a:srgbClr val="000000"/>
                </a:solidFill>
                <a:effectLst/>
                <a:uFillTx/>
                <a:latin typeface="Arial"/>
              </a:rPr>
              <a:t>Second Outline Level</a:t>
            </a:r>
            <a:endParaRPr lang="en-GB" sz="1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n-GB" sz="1800" b="0" u="none" strike="noStrike">
                <a:solidFill>
                  <a:srgbClr val="000000"/>
                </a:solidFill>
                <a:effectLst/>
                <a:uFillTx/>
                <a:latin typeface="Arial"/>
              </a:rPr>
              <a:t>Third Outline Level</a:t>
            </a:r>
            <a:endParaRPr lang="en-GB" sz="18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n-GB" sz="1800" b="0" u="none" strike="noStrike">
                <a:solidFill>
                  <a:srgbClr val="000000"/>
                </a:solidFill>
                <a:effectLst/>
                <a:uFillTx/>
                <a:latin typeface="Arial"/>
              </a:rPr>
              <a:t>Fourth Outline Level</a:t>
            </a:r>
            <a:endParaRPr lang="en-GB" sz="18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n-GB" sz="1800" b="0" u="none" strike="noStrike">
                <a:solidFill>
                  <a:srgbClr val="000000"/>
                </a:solidFill>
                <a:effectLst/>
                <a:uFillTx/>
                <a:latin typeface="Arial"/>
              </a:rPr>
              <a:t>Fifth Outline Level</a:t>
            </a:r>
            <a:endParaRPr lang="en-GB" sz="18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n-GB" sz="1800" b="0" u="none" strike="noStrike">
                <a:solidFill>
                  <a:srgbClr val="000000"/>
                </a:solidFill>
                <a:effectLst/>
                <a:uFillTx/>
                <a:latin typeface="Arial"/>
              </a:rPr>
              <a:t>Sixth Outline Level</a:t>
            </a:r>
            <a:endParaRPr lang="en-GB" sz="18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n-GB" sz="1800" b="0" u="none" strike="noStrike">
                <a:solidFill>
                  <a:srgbClr val="000000"/>
                </a:solidFill>
                <a:effectLst/>
                <a:uFillTx/>
                <a:latin typeface="Arial"/>
              </a:rPr>
              <a:t>Seventh Outline Level</a:t>
            </a:r>
            <a:endParaRPr lang="en-GB" sz="1800" b="0" u="none" strike="noStrike">
              <a:solidFill>
                <a:srgbClr val="000000"/>
              </a:solidFill>
              <a:effectLst/>
              <a:uFillTx/>
              <a:latin typeface="Arial"/>
            </a:endParaRPr>
          </a:p>
        </p:txBody>
      </p:sp>
      <p:sp>
        <p:nvSpPr>
          <p:cNvPr id="48" name="PlaceHolder 5"/>
          <p:cNvSpPr>
            <a:spLocks noGrp="1"/>
          </p:cNvSpPr>
          <p:nvPr>
            <p:ph type="body"/>
          </p:nvPr>
        </p:nvSpPr>
        <p:spPr>
          <a:xfrm>
            <a:off x="4629240" y="1878840"/>
            <a:ext cx="3886560" cy="2763000"/>
          </a:xfrm>
          <a:prstGeom prst="rect">
            <a:avLst/>
          </a:prstGeom>
          <a:noFill/>
          <a:ln w="0">
            <a:noFill/>
          </a:ln>
        </p:spPr>
        <p:txBody>
          <a:bodyPr lIns="68400" rIns="68400" tIns="34200" bIns="34200" anchor="t">
            <a:normAutofit fontScale="77500" lnSpcReduction="19999"/>
          </a:bodyPr>
          <a:p>
            <a:pPr marL="432000" indent="-324000">
              <a:lnSpc>
                <a:spcPct val="100000"/>
              </a:lnSpc>
              <a:spcBef>
                <a:spcPts val="1417"/>
              </a:spcBef>
              <a:buClr>
                <a:srgbClr val="000000"/>
              </a:buClr>
              <a:buSzPct val="45000"/>
              <a:buFont typeface="Wingdings" charset="2"/>
              <a:buChar char=""/>
            </a:pPr>
            <a:r>
              <a:rPr lang="en-GB" sz="2100" b="0" u="none" strike="noStrike">
                <a:solidFill>
                  <a:srgbClr val="000000"/>
                </a:solidFill>
                <a:effectLst/>
                <a:uFillTx/>
                <a:latin typeface="Arial"/>
              </a:rPr>
              <a:t>Click to edit the outline text format</a:t>
            </a:r>
            <a:endParaRPr lang="en-GB" sz="21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n-GB" sz="2100" b="0" u="none" strike="noStrike">
                <a:solidFill>
                  <a:srgbClr val="000000"/>
                </a:solidFill>
                <a:effectLst/>
                <a:uFillTx/>
                <a:latin typeface="Arial"/>
              </a:rPr>
              <a:t>Second Outline Level</a:t>
            </a:r>
            <a:endParaRPr lang="en-GB" sz="21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n-GB" sz="2100" b="0" u="none" strike="noStrike">
                <a:solidFill>
                  <a:srgbClr val="000000"/>
                </a:solidFill>
                <a:effectLst/>
                <a:uFillTx/>
                <a:latin typeface="Arial"/>
              </a:rPr>
              <a:t>Third Outline Level</a:t>
            </a:r>
            <a:endParaRPr lang="en-GB" sz="21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n-GB" sz="2100" b="0" u="none" strike="noStrike">
                <a:solidFill>
                  <a:srgbClr val="000000"/>
                </a:solidFill>
                <a:effectLst/>
                <a:uFillTx/>
                <a:latin typeface="Arial"/>
              </a:rPr>
              <a:t>Fourth Outline Level</a:t>
            </a:r>
            <a:endParaRPr lang="en-GB" sz="21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n-GB" sz="2100" b="0" u="none" strike="noStrike">
                <a:solidFill>
                  <a:srgbClr val="000000"/>
                </a:solidFill>
                <a:effectLst/>
                <a:uFillTx/>
                <a:latin typeface="Arial"/>
              </a:rPr>
              <a:t>Fifth Outline Level</a:t>
            </a:r>
            <a:endParaRPr lang="en-GB" sz="21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n-GB" sz="2100" b="0" u="none" strike="noStrike">
                <a:solidFill>
                  <a:srgbClr val="000000"/>
                </a:solidFill>
                <a:effectLst/>
                <a:uFillTx/>
                <a:latin typeface="Arial"/>
              </a:rPr>
              <a:t>Sixth Outline Level</a:t>
            </a:r>
            <a:endParaRPr lang="en-GB" sz="21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n-GB" sz="2100" b="0" u="none" strike="noStrike">
                <a:solidFill>
                  <a:srgbClr val="000000"/>
                </a:solidFill>
                <a:effectLst/>
                <a:uFillTx/>
                <a:latin typeface="Arial"/>
              </a:rPr>
              <a:t>Seventh Outline Level</a:t>
            </a:r>
            <a:endParaRPr lang="en-GB" sz="2100" b="0" u="none" strike="noStrike">
              <a:solidFill>
                <a:srgbClr val="000000"/>
              </a:solidFill>
              <a:effectLst/>
              <a:uFillTx/>
              <a:latin typeface="Arial"/>
            </a:endParaRPr>
          </a:p>
        </p:txBody>
      </p:sp>
      <p:sp>
        <p:nvSpPr>
          <p:cNvPr id="49" name="PlaceHolder 6"/>
          <p:cNvSpPr>
            <a:spLocks noGrp="1"/>
          </p:cNvSpPr>
          <p:nvPr>
            <p:ph type="dt" idx="19"/>
          </p:nvPr>
        </p:nvSpPr>
        <p:spPr>
          <a:xfrm>
            <a:off x="628560" y="4767120"/>
            <a:ext cx="2056680" cy="273240"/>
          </a:xfrm>
          <a:prstGeom prst="rect">
            <a:avLst/>
          </a:prstGeom>
          <a:noFill/>
          <a:ln w="0">
            <a:noFill/>
          </a:ln>
        </p:spPr>
        <p:txBody>
          <a:bodyPr lIns="68400" rIns="68400" tIns="34200" bIns="34200" anchor="ctr">
            <a:noAutofit/>
          </a:bodyPr>
          <a:lstStyle>
            <a:lvl1pPr indent="0">
              <a:lnSpc>
                <a:spcPct val="100000"/>
              </a:lnSpc>
              <a:buNone/>
              <a:tabLst>
                <a:tab algn="l" pos="0"/>
              </a:tabLst>
              <a:defRPr lang="en-GB" sz="1400" b="0" u="none" strike="noStrike">
                <a:solidFill>
                  <a:srgbClr val="000000"/>
                </a:solidFill>
                <a:effectLst/>
                <a:uFillTx/>
                <a:latin typeface="Times New Roman"/>
              </a:defRPr>
            </a:lvl1pPr>
          </a:lstStyle>
          <a:p>
            <a:pPr indent="0">
              <a:lnSpc>
                <a:spcPct val="100000"/>
              </a:lnSpc>
              <a:buNone/>
              <a:tabLst>
                <a:tab algn="l" pos="0"/>
              </a:tabLst>
            </a:pPr>
            <a:r>
              <a:rPr lang="en-GB" sz="1400" b="0" u="none" strike="noStrike">
                <a:solidFill>
                  <a:srgbClr val="000000"/>
                </a:solidFill>
                <a:effectLst/>
                <a:uFillTx/>
                <a:latin typeface="Times New Roman"/>
              </a:rPr>
              <a:t>&lt;date/time&gt;</a:t>
            </a:r>
            <a:endParaRPr lang="en-GB" sz="1400" b="0" u="none" strike="noStrike">
              <a:solidFill>
                <a:srgbClr val="000000"/>
              </a:solidFill>
              <a:effectLst/>
              <a:uFillTx/>
              <a:latin typeface="Times New Roman"/>
            </a:endParaRPr>
          </a:p>
        </p:txBody>
      </p:sp>
      <p:sp>
        <p:nvSpPr>
          <p:cNvPr id="50" name="PlaceHolder 7"/>
          <p:cNvSpPr>
            <a:spLocks noGrp="1"/>
          </p:cNvSpPr>
          <p:nvPr>
            <p:ph type="ftr" idx="20"/>
          </p:nvPr>
        </p:nvSpPr>
        <p:spPr>
          <a:xfrm>
            <a:off x="3029040" y="4767120"/>
            <a:ext cx="3085560" cy="273240"/>
          </a:xfrm>
          <a:prstGeom prst="rect">
            <a:avLst/>
          </a:prstGeom>
          <a:noFill/>
          <a:ln w="0">
            <a:noFill/>
          </a:ln>
        </p:spPr>
        <p:txBody>
          <a:bodyPr lIns="68400" rIns="68400" tIns="34200" bIns="34200" anchor="ctr">
            <a:noAutofit/>
          </a:bodyPr>
          <a:lstStyle>
            <a:lvl1pPr indent="0" algn="ctr">
              <a:lnSpc>
                <a:spcPct val="100000"/>
              </a:lnSpc>
              <a:buNone/>
              <a:tabLst>
                <a:tab algn="l" pos="0"/>
              </a:tabLst>
              <a:defRPr lang="en-GB" sz="1400" b="0" u="none" strike="noStrike">
                <a:solidFill>
                  <a:srgbClr val="000000"/>
                </a:solidFill>
                <a:effectLst/>
                <a:uFillTx/>
                <a:latin typeface="Times New Roman"/>
              </a:defRPr>
            </a:lvl1pPr>
          </a:lstStyle>
          <a:p>
            <a:pPr indent="0" algn="ctr">
              <a:lnSpc>
                <a:spcPct val="100000"/>
              </a:lnSpc>
              <a:buNone/>
              <a:tabLst>
                <a:tab algn="l" pos="0"/>
              </a:tabLst>
            </a:pPr>
            <a:r>
              <a:rPr lang="en-GB" sz="1400" b="0" u="none" strike="noStrike">
                <a:solidFill>
                  <a:srgbClr val="000000"/>
                </a:solidFill>
                <a:effectLst/>
                <a:uFillTx/>
                <a:latin typeface="Times New Roman"/>
              </a:rPr>
              <a:t>&lt;footer&gt;</a:t>
            </a:r>
            <a:endParaRPr lang="en-GB" sz="1400" b="0" u="none" strike="noStrike">
              <a:solidFill>
                <a:srgbClr val="000000"/>
              </a:solidFill>
              <a:effectLst/>
              <a:uFillTx/>
              <a:latin typeface="Times New Roman"/>
            </a:endParaRPr>
          </a:p>
        </p:txBody>
      </p:sp>
      <p:sp>
        <p:nvSpPr>
          <p:cNvPr id="51" name="PlaceHolder 8"/>
          <p:cNvSpPr>
            <a:spLocks noGrp="1"/>
          </p:cNvSpPr>
          <p:nvPr>
            <p:ph type="sldNum" idx="21"/>
          </p:nvPr>
        </p:nvSpPr>
        <p:spPr>
          <a:xfrm>
            <a:off x="6458040" y="4767120"/>
            <a:ext cx="2056680" cy="273240"/>
          </a:xfrm>
          <a:prstGeom prst="rect">
            <a:avLst/>
          </a:prstGeom>
          <a:noFill/>
          <a:ln w="0">
            <a:noFill/>
          </a:ln>
        </p:spPr>
        <p:txBody>
          <a:bodyPr lIns="68400" rIns="68400" tIns="34200" bIns="34200" anchor="ctr">
            <a:noAutofit/>
          </a:bodyPr>
          <a:lstStyle>
            <a:lvl1pPr indent="0" algn="r">
              <a:lnSpc>
                <a:spcPct val="100000"/>
              </a:lnSpc>
              <a:buNone/>
              <a:tabLst>
                <a:tab algn="l" pos="0"/>
              </a:tabLst>
              <a:defRPr lang="de" sz="900" b="0" u="none" strike="noStrike">
                <a:solidFill>
                  <a:srgbClr val="888888"/>
                </a:solidFill>
                <a:effectLst/>
                <a:uFillTx/>
                <a:latin typeface="Calibri"/>
                <a:ea typeface="Calibri"/>
              </a:defRPr>
            </a:lvl1pPr>
          </a:lstStyle>
          <a:p>
            <a:pPr indent="0" algn="r">
              <a:lnSpc>
                <a:spcPct val="100000"/>
              </a:lnSpc>
              <a:buNone/>
              <a:tabLst>
                <a:tab algn="l" pos="0"/>
              </a:tabLst>
            </a:pPr>
            <a:fld id="{C550FE3A-E4AE-4B9F-A311-E9BE5C6231B1}" type="slidenum">
              <a:rPr lang="de" sz="900" b="0" u="none" strike="noStrike">
                <a:solidFill>
                  <a:srgbClr val="888888"/>
                </a:solidFill>
                <a:effectLst/>
                <a:uFillTx/>
                <a:latin typeface="Calibri"/>
                <a:ea typeface="Calibri"/>
              </a:rPr>
              <a:t>&lt;number&gt;</a:t>
            </a:fld>
            <a:endParaRPr lang="en-GB" sz="900" b="0" u="none" strike="noStrike">
              <a:solidFill>
                <a:srgbClr val="000000"/>
              </a:solidFill>
              <a:effectLst/>
              <a:uFillTx/>
              <a:latin typeface="Times New Roman"/>
            </a:endParaRPr>
          </a:p>
        </p:txBody>
      </p:sp>
    </p:spTree>
  </p:cSld>
</p:sldLayout>
</file>

<file path=ppt/slideLayouts/slideLayout1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Default 4">
    <p:bg>
      <p:bgPr>
        <a:solidFill>
          <a:schemeClr val="lt1"/>
        </a:solidFill>
      </p:bgPr>
    </p:bg>
    <p:spTree>
      <p:nvGrpSpPr>
        <p:cNvPr id="1" name=""/>
        <p:cNvGrpSpPr/>
        <p:nvPr/>
      </p:nvGrpSpPr>
      <p:grpSpPr>
        <a:xfrm>
          <a:off x="0" y="0"/>
          <a:ext cx="0" cy="0"/>
          <a:chOff x="0" y="0"/>
          <a:chExt cx="0" cy="0"/>
        </a:xfrm>
      </p:grpSpPr>
      <p:sp>
        <p:nvSpPr>
          <p:cNvPr id="52" name="PlaceHolder 1"/>
          <p:cNvSpPr>
            <a:spLocks noGrp="1"/>
          </p:cNvSpPr>
          <p:nvPr>
            <p:ph type="title"/>
          </p:nvPr>
        </p:nvSpPr>
        <p:spPr>
          <a:xfrm>
            <a:off x="628560" y="273960"/>
            <a:ext cx="7886160" cy="993600"/>
          </a:xfrm>
          <a:prstGeom prst="rect">
            <a:avLst/>
          </a:prstGeom>
          <a:noFill/>
          <a:ln w="0">
            <a:noFill/>
          </a:ln>
        </p:spPr>
        <p:txBody>
          <a:bodyPr lIns="68400" rIns="68400" tIns="34200" bIns="34200" anchor="ctr">
            <a:normAutofit/>
          </a:bodyPr>
          <a:p>
            <a:pPr indent="0">
              <a:lnSpc>
                <a:spcPct val="100000"/>
              </a:lnSpc>
              <a:buNone/>
              <a:tabLst>
                <a:tab algn="l" pos="0"/>
              </a:tabLst>
            </a:pPr>
            <a:r>
              <a:rPr lang="en-GB" sz="3300" b="0" u="none" strike="noStrike">
                <a:solidFill>
                  <a:srgbClr val="000000"/>
                </a:solidFill>
                <a:effectLst/>
                <a:uFillTx/>
                <a:latin typeface="Arial"/>
              </a:rPr>
              <a:t>Click to edit the title text format</a:t>
            </a:r>
            <a:endParaRPr lang="en-GB" sz="3300" b="0" u="none" strike="noStrike">
              <a:solidFill>
                <a:srgbClr val="000000"/>
              </a:solidFill>
              <a:effectLst/>
              <a:uFillTx/>
              <a:latin typeface="Arial"/>
            </a:endParaRPr>
          </a:p>
        </p:txBody>
      </p:sp>
      <p:sp>
        <p:nvSpPr>
          <p:cNvPr id="53" name="PlaceHolder 2"/>
          <p:cNvSpPr>
            <a:spLocks noGrp="1"/>
          </p:cNvSpPr>
          <p:nvPr>
            <p:ph type="dt" idx="22"/>
          </p:nvPr>
        </p:nvSpPr>
        <p:spPr>
          <a:xfrm>
            <a:off x="628560" y="4767120"/>
            <a:ext cx="2056680" cy="273240"/>
          </a:xfrm>
          <a:prstGeom prst="rect">
            <a:avLst/>
          </a:prstGeom>
          <a:noFill/>
          <a:ln w="0">
            <a:noFill/>
          </a:ln>
        </p:spPr>
        <p:txBody>
          <a:bodyPr lIns="68400" rIns="68400" tIns="34200" bIns="34200" anchor="ctr">
            <a:noAutofit/>
          </a:bodyPr>
          <a:lstStyle>
            <a:lvl1pPr indent="0">
              <a:lnSpc>
                <a:spcPct val="100000"/>
              </a:lnSpc>
              <a:buNone/>
              <a:tabLst>
                <a:tab algn="l" pos="0"/>
              </a:tabLst>
              <a:defRPr lang="en-GB" sz="1400" b="0" u="none" strike="noStrike">
                <a:solidFill>
                  <a:srgbClr val="000000"/>
                </a:solidFill>
                <a:effectLst/>
                <a:uFillTx/>
                <a:latin typeface="Times New Roman"/>
              </a:defRPr>
            </a:lvl1pPr>
          </a:lstStyle>
          <a:p>
            <a:pPr indent="0">
              <a:lnSpc>
                <a:spcPct val="100000"/>
              </a:lnSpc>
              <a:buNone/>
              <a:tabLst>
                <a:tab algn="l" pos="0"/>
              </a:tabLst>
            </a:pPr>
            <a:r>
              <a:rPr lang="en-GB" sz="1400" b="0" u="none" strike="noStrike">
                <a:solidFill>
                  <a:srgbClr val="000000"/>
                </a:solidFill>
                <a:effectLst/>
                <a:uFillTx/>
                <a:latin typeface="Times New Roman"/>
              </a:rPr>
              <a:t>&lt;date/time&gt;</a:t>
            </a:r>
            <a:endParaRPr lang="en-GB" sz="1400" b="0" u="none" strike="noStrike">
              <a:solidFill>
                <a:srgbClr val="000000"/>
              </a:solidFill>
              <a:effectLst/>
              <a:uFillTx/>
              <a:latin typeface="Times New Roman"/>
            </a:endParaRPr>
          </a:p>
        </p:txBody>
      </p:sp>
      <p:sp>
        <p:nvSpPr>
          <p:cNvPr id="54" name="PlaceHolder 3"/>
          <p:cNvSpPr>
            <a:spLocks noGrp="1"/>
          </p:cNvSpPr>
          <p:nvPr>
            <p:ph type="ftr" idx="23"/>
          </p:nvPr>
        </p:nvSpPr>
        <p:spPr>
          <a:xfrm>
            <a:off x="3029040" y="4767120"/>
            <a:ext cx="3085560" cy="273240"/>
          </a:xfrm>
          <a:prstGeom prst="rect">
            <a:avLst/>
          </a:prstGeom>
          <a:noFill/>
          <a:ln w="0">
            <a:noFill/>
          </a:ln>
        </p:spPr>
        <p:txBody>
          <a:bodyPr lIns="68400" rIns="68400" tIns="34200" bIns="34200" anchor="ctr">
            <a:noAutofit/>
          </a:bodyPr>
          <a:lstStyle>
            <a:lvl1pPr indent="0" algn="ctr">
              <a:lnSpc>
                <a:spcPct val="100000"/>
              </a:lnSpc>
              <a:buNone/>
              <a:tabLst>
                <a:tab algn="l" pos="0"/>
              </a:tabLst>
              <a:defRPr lang="en-GB" sz="1400" b="0" u="none" strike="noStrike">
                <a:solidFill>
                  <a:srgbClr val="000000"/>
                </a:solidFill>
                <a:effectLst/>
                <a:uFillTx/>
                <a:latin typeface="Times New Roman"/>
              </a:defRPr>
            </a:lvl1pPr>
          </a:lstStyle>
          <a:p>
            <a:pPr indent="0" algn="ctr">
              <a:lnSpc>
                <a:spcPct val="100000"/>
              </a:lnSpc>
              <a:buNone/>
              <a:tabLst>
                <a:tab algn="l" pos="0"/>
              </a:tabLst>
            </a:pPr>
            <a:r>
              <a:rPr lang="en-GB" sz="1400" b="0" u="none" strike="noStrike">
                <a:solidFill>
                  <a:srgbClr val="000000"/>
                </a:solidFill>
                <a:effectLst/>
                <a:uFillTx/>
                <a:latin typeface="Times New Roman"/>
              </a:rPr>
              <a:t>&lt;footer&gt;</a:t>
            </a:r>
            <a:endParaRPr lang="en-GB" sz="1400" b="0" u="none" strike="noStrike">
              <a:solidFill>
                <a:srgbClr val="000000"/>
              </a:solidFill>
              <a:effectLst/>
              <a:uFillTx/>
              <a:latin typeface="Times New Roman"/>
            </a:endParaRPr>
          </a:p>
        </p:txBody>
      </p:sp>
      <p:sp>
        <p:nvSpPr>
          <p:cNvPr id="55" name="PlaceHolder 4"/>
          <p:cNvSpPr>
            <a:spLocks noGrp="1"/>
          </p:cNvSpPr>
          <p:nvPr>
            <p:ph type="sldNum" idx="24"/>
          </p:nvPr>
        </p:nvSpPr>
        <p:spPr>
          <a:xfrm>
            <a:off x="6458040" y="4767120"/>
            <a:ext cx="2056680" cy="273240"/>
          </a:xfrm>
          <a:prstGeom prst="rect">
            <a:avLst/>
          </a:prstGeom>
          <a:noFill/>
          <a:ln w="0">
            <a:noFill/>
          </a:ln>
        </p:spPr>
        <p:txBody>
          <a:bodyPr lIns="68400" rIns="68400" tIns="34200" bIns="34200" anchor="ctr">
            <a:noAutofit/>
          </a:bodyPr>
          <a:lstStyle>
            <a:lvl1pPr indent="0" algn="r">
              <a:lnSpc>
                <a:spcPct val="100000"/>
              </a:lnSpc>
              <a:buNone/>
              <a:tabLst>
                <a:tab algn="l" pos="0"/>
              </a:tabLst>
              <a:defRPr lang="de" sz="900" b="0" u="none" strike="noStrike">
                <a:solidFill>
                  <a:srgbClr val="888888"/>
                </a:solidFill>
                <a:effectLst/>
                <a:uFillTx/>
                <a:latin typeface="Calibri"/>
                <a:ea typeface="Calibri"/>
              </a:defRPr>
            </a:lvl1pPr>
          </a:lstStyle>
          <a:p>
            <a:pPr indent="0" algn="r">
              <a:lnSpc>
                <a:spcPct val="100000"/>
              </a:lnSpc>
              <a:buNone/>
              <a:tabLst>
                <a:tab algn="l" pos="0"/>
              </a:tabLst>
            </a:pPr>
            <a:fld id="{A40C93D8-6A1C-4686-B4B5-A8174155A609}" type="slidenum">
              <a:rPr lang="de" sz="900" b="0" u="none" strike="noStrike">
                <a:solidFill>
                  <a:srgbClr val="888888"/>
                </a:solidFill>
                <a:effectLst/>
                <a:uFillTx/>
                <a:latin typeface="Calibri"/>
                <a:ea typeface="Calibri"/>
              </a:rPr>
              <a:t>&lt;number&gt;</a:t>
            </a:fld>
            <a:endParaRPr lang="en-GB" sz="900" b="0" u="none" strike="noStrike">
              <a:solidFill>
                <a:srgbClr val="000000"/>
              </a:solidFill>
              <a:effectLst/>
              <a:uFillTx/>
              <a:latin typeface="Times New Roman"/>
            </a:endParaRPr>
          </a:p>
        </p:txBody>
      </p:sp>
    </p:spTree>
  </p:cSld>
</p:sldLayout>
</file>

<file path=ppt/slideLayouts/slideLayout1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 preserve="1">
  <p:cSld name="Default">
    <p:bg>
      <p:bgPr>
        <a:solidFill>
          <a:schemeClr val="lt1"/>
        </a:solidFill>
      </p:bgPr>
    </p:bg>
    <p:spTree>
      <p:nvGrpSpPr>
        <p:cNvPr id="1" name=""/>
        <p:cNvGrpSpPr/>
        <p:nvPr/>
      </p:nvGrpSpPr>
      <p:grpSpPr>
        <a:xfrm>
          <a:off x="0" y="0"/>
          <a:ext cx="0" cy="0"/>
          <a:chOff x="0" y="0"/>
          <a:chExt cx="0" cy="0"/>
        </a:xfrm>
      </p:grpSpPr>
      <p:sp>
        <p:nvSpPr>
          <p:cNvPr id="56" name="PlaceHolder 1"/>
          <p:cNvSpPr>
            <a:spLocks noGrp="1"/>
          </p:cNvSpPr>
          <p:nvPr>
            <p:ph type="title"/>
          </p:nvPr>
        </p:nvSpPr>
        <p:spPr>
          <a:xfrm>
            <a:off x="1143000" y="841680"/>
            <a:ext cx="6857280" cy="1789920"/>
          </a:xfrm>
          <a:prstGeom prst="rect">
            <a:avLst/>
          </a:prstGeom>
          <a:noFill/>
          <a:ln w="0">
            <a:noFill/>
          </a:ln>
        </p:spPr>
        <p:txBody>
          <a:bodyPr lIns="68400" rIns="68400" tIns="34200" bIns="34200" anchor="b">
            <a:normAutofit/>
          </a:bodyPr>
          <a:p>
            <a:pPr indent="0">
              <a:lnSpc>
                <a:spcPct val="100000"/>
              </a:lnSpc>
              <a:buNone/>
              <a:tabLst>
                <a:tab algn="l" pos="0"/>
              </a:tabLst>
            </a:pPr>
            <a:r>
              <a:rPr lang="en-GB" sz="4500" b="0" u="none" strike="noStrike">
                <a:solidFill>
                  <a:srgbClr val="000000"/>
                </a:solidFill>
                <a:effectLst/>
                <a:uFillTx/>
                <a:latin typeface="Arial"/>
              </a:rPr>
              <a:t>Click to edit the title text format</a:t>
            </a:r>
            <a:endParaRPr lang="en-GB" sz="4500" b="0" u="none" strike="noStrike">
              <a:solidFill>
                <a:srgbClr val="000000"/>
              </a:solidFill>
              <a:effectLst/>
              <a:uFillTx/>
              <a:latin typeface="Arial"/>
            </a:endParaRPr>
          </a:p>
        </p:txBody>
      </p:sp>
      <p:sp>
        <p:nvSpPr>
          <p:cNvPr id="57" name="PlaceHolder 2"/>
          <p:cNvSpPr>
            <a:spLocks noGrp="1"/>
          </p:cNvSpPr>
          <p:nvPr>
            <p:ph type="dt" idx="25"/>
          </p:nvPr>
        </p:nvSpPr>
        <p:spPr>
          <a:xfrm>
            <a:off x="628560" y="4767120"/>
            <a:ext cx="2056680" cy="273240"/>
          </a:xfrm>
          <a:prstGeom prst="rect">
            <a:avLst/>
          </a:prstGeom>
          <a:noFill/>
          <a:ln w="0">
            <a:noFill/>
          </a:ln>
        </p:spPr>
        <p:txBody>
          <a:bodyPr lIns="68400" rIns="68400" tIns="34200" bIns="34200" anchor="ctr">
            <a:noAutofit/>
          </a:bodyPr>
          <a:lstStyle>
            <a:lvl1pPr indent="0">
              <a:lnSpc>
                <a:spcPct val="100000"/>
              </a:lnSpc>
              <a:buNone/>
              <a:tabLst>
                <a:tab algn="l" pos="0"/>
              </a:tabLst>
              <a:defRPr lang="en-GB" sz="1400" b="0" u="none" strike="noStrike">
                <a:solidFill>
                  <a:srgbClr val="000000"/>
                </a:solidFill>
                <a:effectLst/>
                <a:uFillTx/>
                <a:latin typeface="Times New Roman"/>
              </a:defRPr>
            </a:lvl1pPr>
          </a:lstStyle>
          <a:p>
            <a:pPr indent="0">
              <a:lnSpc>
                <a:spcPct val="100000"/>
              </a:lnSpc>
              <a:buNone/>
              <a:tabLst>
                <a:tab algn="l" pos="0"/>
              </a:tabLst>
            </a:pPr>
            <a:r>
              <a:rPr lang="en-GB" sz="1400" b="0" u="none" strike="noStrike">
                <a:solidFill>
                  <a:srgbClr val="000000"/>
                </a:solidFill>
                <a:effectLst/>
                <a:uFillTx/>
                <a:latin typeface="Times New Roman"/>
              </a:rPr>
              <a:t>&lt;date/time&gt;</a:t>
            </a:r>
            <a:endParaRPr lang="en-GB" sz="1400" b="0" u="none" strike="noStrike">
              <a:solidFill>
                <a:srgbClr val="000000"/>
              </a:solidFill>
              <a:effectLst/>
              <a:uFillTx/>
              <a:latin typeface="Times New Roman"/>
            </a:endParaRPr>
          </a:p>
        </p:txBody>
      </p:sp>
      <p:sp>
        <p:nvSpPr>
          <p:cNvPr id="58" name="PlaceHolder 3"/>
          <p:cNvSpPr>
            <a:spLocks noGrp="1"/>
          </p:cNvSpPr>
          <p:nvPr>
            <p:ph type="ftr" idx="26"/>
          </p:nvPr>
        </p:nvSpPr>
        <p:spPr>
          <a:xfrm>
            <a:off x="3029040" y="4767120"/>
            <a:ext cx="3085560" cy="273240"/>
          </a:xfrm>
          <a:prstGeom prst="rect">
            <a:avLst/>
          </a:prstGeom>
          <a:noFill/>
          <a:ln w="0">
            <a:noFill/>
          </a:ln>
        </p:spPr>
        <p:txBody>
          <a:bodyPr lIns="68400" rIns="68400" tIns="34200" bIns="34200" anchor="ctr">
            <a:noAutofit/>
          </a:bodyPr>
          <a:lstStyle>
            <a:lvl1pPr indent="0" algn="ctr">
              <a:lnSpc>
                <a:spcPct val="100000"/>
              </a:lnSpc>
              <a:buNone/>
              <a:tabLst>
                <a:tab algn="l" pos="0"/>
              </a:tabLst>
              <a:defRPr lang="en-GB" sz="1400" b="0" u="none" strike="noStrike">
                <a:solidFill>
                  <a:srgbClr val="000000"/>
                </a:solidFill>
                <a:effectLst/>
                <a:uFillTx/>
                <a:latin typeface="Times New Roman"/>
              </a:defRPr>
            </a:lvl1pPr>
          </a:lstStyle>
          <a:p>
            <a:pPr indent="0" algn="ctr">
              <a:lnSpc>
                <a:spcPct val="100000"/>
              </a:lnSpc>
              <a:buNone/>
              <a:tabLst>
                <a:tab algn="l" pos="0"/>
              </a:tabLst>
            </a:pPr>
            <a:r>
              <a:rPr lang="en-GB" sz="1400" b="0" u="none" strike="noStrike">
                <a:solidFill>
                  <a:srgbClr val="000000"/>
                </a:solidFill>
                <a:effectLst/>
                <a:uFillTx/>
                <a:latin typeface="Times New Roman"/>
              </a:rPr>
              <a:t>&lt;footer&gt;</a:t>
            </a:r>
            <a:endParaRPr lang="en-GB" sz="1400" b="0" u="none" strike="noStrike">
              <a:solidFill>
                <a:srgbClr val="000000"/>
              </a:solidFill>
              <a:effectLst/>
              <a:uFillTx/>
              <a:latin typeface="Times New Roman"/>
            </a:endParaRPr>
          </a:p>
        </p:txBody>
      </p:sp>
      <p:sp>
        <p:nvSpPr>
          <p:cNvPr id="59" name="PlaceHolder 4"/>
          <p:cNvSpPr>
            <a:spLocks noGrp="1"/>
          </p:cNvSpPr>
          <p:nvPr>
            <p:ph type="sldNum" idx="27"/>
          </p:nvPr>
        </p:nvSpPr>
        <p:spPr>
          <a:xfrm>
            <a:off x="6458040" y="4767120"/>
            <a:ext cx="2056680" cy="273240"/>
          </a:xfrm>
          <a:prstGeom prst="rect">
            <a:avLst/>
          </a:prstGeom>
          <a:noFill/>
          <a:ln w="0">
            <a:noFill/>
          </a:ln>
        </p:spPr>
        <p:txBody>
          <a:bodyPr lIns="68400" rIns="68400" tIns="34200" bIns="34200" anchor="ctr">
            <a:noAutofit/>
          </a:bodyPr>
          <a:lstStyle>
            <a:lvl1pPr indent="0" algn="r">
              <a:lnSpc>
                <a:spcPct val="100000"/>
              </a:lnSpc>
              <a:buNone/>
              <a:tabLst>
                <a:tab algn="l" pos="0"/>
              </a:tabLst>
              <a:defRPr lang="de" sz="900" b="0" u="none" strike="noStrike">
                <a:solidFill>
                  <a:srgbClr val="888888"/>
                </a:solidFill>
                <a:effectLst/>
                <a:uFillTx/>
                <a:latin typeface="Calibri"/>
                <a:ea typeface="Calibri"/>
              </a:defRPr>
            </a:lvl1pPr>
          </a:lstStyle>
          <a:p>
            <a:pPr indent="0" algn="r">
              <a:lnSpc>
                <a:spcPct val="100000"/>
              </a:lnSpc>
              <a:buNone/>
              <a:tabLst>
                <a:tab algn="l" pos="0"/>
              </a:tabLst>
            </a:pPr>
            <a:fld id="{A02C22A7-DCB5-4153-BAFF-4EB50364F851}" type="slidenum">
              <a:rPr lang="de" sz="900" b="0" u="none" strike="noStrike">
                <a:solidFill>
                  <a:srgbClr val="888888"/>
                </a:solidFill>
                <a:effectLst/>
                <a:uFillTx/>
                <a:latin typeface="Calibri"/>
                <a:ea typeface="Calibri"/>
              </a:rPr>
              <a:t>&lt;number&gt;</a:t>
            </a:fld>
            <a:endParaRPr lang="en-GB" sz="900" b="0" u="none" strike="noStrike">
              <a:solidFill>
                <a:srgbClr val="000000"/>
              </a:solidFill>
              <a:effectLst/>
              <a:uFillTx/>
              <a:latin typeface="Times New Roman"/>
            </a:endParaRPr>
          </a:p>
        </p:txBody>
      </p:sp>
      <p:sp>
        <p:nvSpPr>
          <p:cNvPr id="60" name="PlaceHolder 5"/>
          <p:cNvSpPr>
            <a:spLocks noGrp="1"/>
          </p:cNvSpPr>
          <p:nvPr>
            <p:ph type="body"/>
          </p:nvPr>
        </p:nvSpPr>
        <p:spPr>
          <a:xfrm>
            <a:off x="457200" y="1203480"/>
            <a:ext cx="8228880" cy="298260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lang="en-GB" sz="1400" b="0" u="none" strike="noStrike">
                <a:solidFill>
                  <a:srgbClr val="000000"/>
                </a:solidFill>
                <a:effectLst/>
                <a:uFillTx/>
                <a:latin typeface="Arial"/>
              </a:rPr>
              <a:t>Click to edit the outline text format</a:t>
            </a:r>
            <a:endParaRPr lang="en-GB" sz="14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n-GB" sz="1400" b="0" u="none" strike="noStrike">
                <a:solidFill>
                  <a:srgbClr val="000000"/>
                </a:solidFill>
                <a:effectLst/>
                <a:uFillTx/>
                <a:latin typeface="Arial"/>
              </a:rPr>
              <a:t>Second Outline Level</a:t>
            </a:r>
            <a:endParaRPr lang="en-GB" sz="14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n-GB" sz="1400" b="0" u="none" strike="noStrike">
                <a:solidFill>
                  <a:srgbClr val="000000"/>
                </a:solidFill>
                <a:effectLst/>
                <a:uFillTx/>
                <a:latin typeface="Arial"/>
              </a:rPr>
              <a:t>Third Outline Level</a:t>
            </a:r>
            <a:endParaRPr lang="en-GB" sz="14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n-GB" sz="1400" b="0" u="none" strike="noStrike">
                <a:solidFill>
                  <a:srgbClr val="000000"/>
                </a:solidFill>
                <a:effectLst/>
                <a:uFillTx/>
                <a:latin typeface="Arial"/>
              </a:rPr>
              <a:t>Fourth Outline Level</a:t>
            </a:r>
            <a:endParaRPr lang="en-GB" sz="14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n-GB" sz="2000" b="0" u="none" strike="noStrike">
                <a:solidFill>
                  <a:srgbClr val="000000"/>
                </a:solidFill>
                <a:effectLst/>
                <a:uFillTx/>
                <a:latin typeface="Arial"/>
              </a:rPr>
              <a:t>Fifth Outline Level</a:t>
            </a:r>
            <a:endParaRPr lang="en-GB" sz="20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n-GB" sz="2000" b="0" u="none" strike="noStrike">
                <a:solidFill>
                  <a:srgbClr val="000000"/>
                </a:solidFill>
                <a:effectLst/>
                <a:uFillTx/>
                <a:latin typeface="Arial"/>
              </a:rPr>
              <a:t>Sixth Outline Level</a:t>
            </a:r>
            <a:endParaRPr lang="en-GB" sz="20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n-GB" sz="2000" b="0" u="none" strike="noStrike">
                <a:solidFill>
                  <a:srgbClr val="000000"/>
                </a:solidFill>
                <a:effectLst/>
                <a:uFillTx/>
                <a:latin typeface="Arial"/>
              </a:rPr>
              <a:t>Seventh Outline Level</a:t>
            </a:r>
            <a:endParaRPr lang="en-GB" sz="2000" b="0" u="none" strike="noStrike">
              <a:solidFill>
                <a:srgbClr val="000000"/>
              </a:solidFill>
              <a:effectLst/>
              <a:uFillTx/>
              <a:latin typeface="Arial"/>
            </a:endParaRPr>
          </a:p>
        </p:txBody>
      </p:sp>
    </p:spTree>
  </p:cSld>
</p:sldLayout>
</file>

<file path=ppt/slideLayouts/slideLayout1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OBJECT_WITH_CAPTION_TEXT">
    <p:bg>
      <p:bgPr>
        <a:solidFill>
          <a:schemeClr val="lt1"/>
        </a:solidFill>
      </p:bgPr>
    </p:bg>
    <p:spTree>
      <p:nvGrpSpPr>
        <p:cNvPr id="1" name=""/>
        <p:cNvGrpSpPr/>
        <p:nvPr/>
      </p:nvGrpSpPr>
      <p:grpSpPr>
        <a:xfrm>
          <a:off x="0" y="0"/>
          <a:ext cx="0" cy="0"/>
          <a:chOff x="0" y="0"/>
          <a:chExt cx="0" cy="0"/>
        </a:xfrm>
      </p:grpSpPr>
      <p:sp>
        <p:nvSpPr>
          <p:cNvPr id="61" name="PlaceHolder 1"/>
          <p:cNvSpPr>
            <a:spLocks noGrp="1"/>
          </p:cNvSpPr>
          <p:nvPr>
            <p:ph type="title"/>
          </p:nvPr>
        </p:nvSpPr>
        <p:spPr>
          <a:xfrm>
            <a:off x="630000" y="343080"/>
            <a:ext cx="2948400" cy="1199520"/>
          </a:xfrm>
          <a:prstGeom prst="rect">
            <a:avLst/>
          </a:prstGeom>
          <a:noFill/>
          <a:ln w="0">
            <a:noFill/>
          </a:ln>
        </p:spPr>
        <p:txBody>
          <a:bodyPr lIns="68400" rIns="68400" tIns="34200" bIns="34200" anchor="b">
            <a:normAutofit/>
          </a:bodyPr>
          <a:p>
            <a:pPr indent="0">
              <a:lnSpc>
                <a:spcPct val="100000"/>
              </a:lnSpc>
              <a:buNone/>
              <a:tabLst>
                <a:tab algn="l" pos="0"/>
              </a:tabLst>
            </a:pPr>
            <a:r>
              <a:rPr lang="en-GB" sz="2400" b="0" u="none" strike="noStrike">
                <a:solidFill>
                  <a:srgbClr val="000000"/>
                </a:solidFill>
                <a:effectLst/>
                <a:uFillTx/>
                <a:latin typeface="Arial"/>
              </a:rPr>
              <a:t>Click to edit the title text format</a:t>
            </a:r>
            <a:endParaRPr lang="en-GB" sz="2400" b="0" u="none" strike="noStrike">
              <a:solidFill>
                <a:srgbClr val="000000"/>
              </a:solidFill>
              <a:effectLst/>
              <a:uFillTx/>
              <a:latin typeface="Arial"/>
            </a:endParaRPr>
          </a:p>
        </p:txBody>
      </p:sp>
      <p:sp>
        <p:nvSpPr>
          <p:cNvPr id="62" name="PlaceHolder 2"/>
          <p:cNvSpPr>
            <a:spLocks noGrp="1"/>
          </p:cNvSpPr>
          <p:nvPr>
            <p:ph type="body"/>
          </p:nvPr>
        </p:nvSpPr>
        <p:spPr>
          <a:xfrm>
            <a:off x="3887280" y="740520"/>
            <a:ext cx="4628520" cy="3654360"/>
          </a:xfrm>
          <a:prstGeom prst="rect">
            <a:avLst/>
          </a:prstGeom>
          <a:noFill/>
          <a:ln w="0">
            <a:noFill/>
          </a:ln>
        </p:spPr>
        <p:txBody>
          <a:bodyPr lIns="68400" rIns="68400" tIns="34200" bIns="34200" anchor="t">
            <a:normAutofit fontScale="85000" lnSpcReduction="9999"/>
          </a:bodyPr>
          <a:p>
            <a:pPr marL="432000" indent="-324000">
              <a:lnSpc>
                <a:spcPct val="100000"/>
              </a:lnSpc>
              <a:spcBef>
                <a:spcPts val="1417"/>
              </a:spcBef>
              <a:buClr>
                <a:srgbClr val="000000"/>
              </a:buClr>
              <a:buSzPct val="45000"/>
              <a:buFont typeface="Wingdings" charset="2"/>
              <a:buChar char=""/>
            </a:pPr>
            <a:r>
              <a:rPr lang="en-GB" sz="2400" b="0" u="none" strike="noStrike">
                <a:solidFill>
                  <a:srgbClr val="000000"/>
                </a:solidFill>
                <a:effectLst/>
                <a:uFillTx/>
                <a:latin typeface="Arial"/>
              </a:rPr>
              <a:t>Click to edit the outline text format</a:t>
            </a:r>
            <a:endParaRPr lang="en-GB" sz="24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n-GB" sz="2400" b="0" u="none" strike="noStrike">
                <a:solidFill>
                  <a:srgbClr val="000000"/>
                </a:solidFill>
                <a:effectLst/>
                <a:uFillTx/>
                <a:latin typeface="Arial"/>
              </a:rPr>
              <a:t>Second Outline Level</a:t>
            </a:r>
            <a:endParaRPr lang="en-GB" sz="24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n-GB" sz="2400" b="0" u="none" strike="noStrike">
                <a:solidFill>
                  <a:srgbClr val="000000"/>
                </a:solidFill>
                <a:effectLst/>
                <a:uFillTx/>
                <a:latin typeface="Arial"/>
              </a:rPr>
              <a:t>Third Outline Level</a:t>
            </a:r>
            <a:endParaRPr lang="en-GB" sz="24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n-GB" sz="2400" b="0" u="none" strike="noStrike">
                <a:solidFill>
                  <a:srgbClr val="000000"/>
                </a:solidFill>
                <a:effectLst/>
                <a:uFillTx/>
                <a:latin typeface="Arial"/>
              </a:rPr>
              <a:t>Fourth Outline Level</a:t>
            </a:r>
            <a:endParaRPr lang="en-GB" sz="24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n-GB" sz="2400" b="0" u="none" strike="noStrike">
                <a:solidFill>
                  <a:srgbClr val="000000"/>
                </a:solidFill>
                <a:effectLst/>
                <a:uFillTx/>
                <a:latin typeface="Arial"/>
              </a:rPr>
              <a:t>Fifth Outline Level</a:t>
            </a:r>
            <a:endParaRPr lang="en-GB" sz="24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n-GB" sz="2400" b="0" u="none" strike="noStrike">
                <a:solidFill>
                  <a:srgbClr val="000000"/>
                </a:solidFill>
                <a:effectLst/>
                <a:uFillTx/>
                <a:latin typeface="Arial"/>
              </a:rPr>
              <a:t>Sixth Outline Level</a:t>
            </a:r>
            <a:endParaRPr lang="en-GB" sz="24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n-GB" sz="2400" b="0" u="none" strike="noStrike">
                <a:solidFill>
                  <a:srgbClr val="000000"/>
                </a:solidFill>
                <a:effectLst/>
                <a:uFillTx/>
                <a:latin typeface="Arial"/>
              </a:rPr>
              <a:t>Seventh Outline Level</a:t>
            </a:r>
            <a:endParaRPr lang="en-GB" sz="2400" b="0" u="none" strike="noStrike">
              <a:solidFill>
                <a:srgbClr val="000000"/>
              </a:solidFill>
              <a:effectLst/>
              <a:uFillTx/>
              <a:latin typeface="Arial"/>
            </a:endParaRPr>
          </a:p>
        </p:txBody>
      </p:sp>
      <p:sp>
        <p:nvSpPr>
          <p:cNvPr id="63" name="PlaceHolder 3"/>
          <p:cNvSpPr>
            <a:spLocks noGrp="1"/>
          </p:cNvSpPr>
          <p:nvPr>
            <p:ph type="body"/>
          </p:nvPr>
        </p:nvSpPr>
        <p:spPr>
          <a:xfrm>
            <a:off x="630000" y="1542960"/>
            <a:ext cx="2948400" cy="2858040"/>
          </a:xfrm>
          <a:prstGeom prst="rect">
            <a:avLst/>
          </a:prstGeom>
          <a:noFill/>
          <a:ln w="0">
            <a:noFill/>
          </a:ln>
        </p:spPr>
        <p:txBody>
          <a:bodyPr lIns="68400" rIns="68400" tIns="34200" bIns="34200" anchor="t">
            <a:normAutofit fontScale="47500" lnSpcReduction="19999"/>
          </a:bodyPr>
          <a:p>
            <a:pPr marL="432000" indent="-324000">
              <a:lnSpc>
                <a:spcPct val="100000"/>
              </a:lnSpc>
              <a:spcBef>
                <a:spcPts val="1417"/>
              </a:spcBef>
              <a:buClr>
                <a:srgbClr val="000000"/>
              </a:buClr>
              <a:buSzPct val="45000"/>
              <a:buFont typeface="Wingdings" charset="2"/>
              <a:buChar char=""/>
            </a:pPr>
            <a:r>
              <a:rPr lang="en-GB" sz="1200" b="0" u="none" strike="noStrike">
                <a:solidFill>
                  <a:srgbClr val="000000"/>
                </a:solidFill>
                <a:effectLst/>
                <a:uFillTx/>
                <a:latin typeface="Arial"/>
              </a:rPr>
              <a:t>Click to edit the outline text format</a:t>
            </a:r>
            <a:endParaRPr lang="en-GB" sz="12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n-GB" sz="1200" b="0" u="none" strike="noStrike">
                <a:solidFill>
                  <a:srgbClr val="000000"/>
                </a:solidFill>
                <a:effectLst/>
                <a:uFillTx/>
                <a:latin typeface="Arial"/>
              </a:rPr>
              <a:t>Second Outline Level</a:t>
            </a:r>
            <a:endParaRPr lang="en-GB" sz="12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n-GB" sz="1200" b="0" u="none" strike="noStrike">
                <a:solidFill>
                  <a:srgbClr val="000000"/>
                </a:solidFill>
                <a:effectLst/>
                <a:uFillTx/>
                <a:latin typeface="Arial"/>
              </a:rPr>
              <a:t>Third Outline Level</a:t>
            </a:r>
            <a:endParaRPr lang="en-GB" sz="12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n-GB" sz="1200" b="0" u="none" strike="noStrike">
                <a:solidFill>
                  <a:srgbClr val="000000"/>
                </a:solidFill>
                <a:effectLst/>
                <a:uFillTx/>
                <a:latin typeface="Arial"/>
              </a:rPr>
              <a:t>Fourth Outline Level</a:t>
            </a:r>
            <a:endParaRPr lang="en-GB" sz="12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n-GB" sz="1200" b="0" u="none" strike="noStrike">
                <a:solidFill>
                  <a:srgbClr val="000000"/>
                </a:solidFill>
                <a:effectLst/>
                <a:uFillTx/>
                <a:latin typeface="Arial"/>
              </a:rPr>
              <a:t>Fifth Outline Level</a:t>
            </a:r>
            <a:endParaRPr lang="en-GB" sz="12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n-GB" sz="1200" b="0" u="none" strike="noStrike">
                <a:solidFill>
                  <a:srgbClr val="000000"/>
                </a:solidFill>
                <a:effectLst/>
                <a:uFillTx/>
                <a:latin typeface="Arial"/>
              </a:rPr>
              <a:t>Sixth Outline Level</a:t>
            </a:r>
            <a:endParaRPr lang="en-GB" sz="12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n-GB" sz="1200" b="0" u="none" strike="noStrike">
                <a:solidFill>
                  <a:srgbClr val="000000"/>
                </a:solidFill>
                <a:effectLst/>
                <a:uFillTx/>
                <a:latin typeface="Arial"/>
              </a:rPr>
              <a:t>Seventh Outline Level</a:t>
            </a:r>
            <a:endParaRPr lang="en-GB" sz="1200" b="0" u="none" strike="noStrike">
              <a:solidFill>
                <a:srgbClr val="000000"/>
              </a:solidFill>
              <a:effectLst/>
              <a:uFillTx/>
              <a:latin typeface="Arial"/>
            </a:endParaRPr>
          </a:p>
        </p:txBody>
      </p:sp>
      <p:sp>
        <p:nvSpPr>
          <p:cNvPr id="64" name="PlaceHolder 4"/>
          <p:cNvSpPr>
            <a:spLocks noGrp="1"/>
          </p:cNvSpPr>
          <p:nvPr>
            <p:ph type="dt" idx="28"/>
          </p:nvPr>
        </p:nvSpPr>
        <p:spPr>
          <a:xfrm>
            <a:off x="628560" y="4767120"/>
            <a:ext cx="2056680" cy="273240"/>
          </a:xfrm>
          <a:prstGeom prst="rect">
            <a:avLst/>
          </a:prstGeom>
          <a:noFill/>
          <a:ln w="0">
            <a:noFill/>
          </a:ln>
        </p:spPr>
        <p:txBody>
          <a:bodyPr lIns="68400" rIns="68400" tIns="34200" bIns="34200" anchor="ctr">
            <a:noAutofit/>
          </a:bodyPr>
          <a:lstStyle>
            <a:lvl1pPr indent="0">
              <a:lnSpc>
                <a:spcPct val="100000"/>
              </a:lnSpc>
              <a:buNone/>
              <a:tabLst>
                <a:tab algn="l" pos="0"/>
              </a:tabLst>
              <a:defRPr lang="en-GB" sz="1400" b="0" u="none" strike="noStrike">
                <a:solidFill>
                  <a:srgbClr val="000000"/>
                </a:solidFill>
                <a:effectLst/>
                <a:uFillTx/>
                <a:latin typeface="Times New Roman"/>
              </a:defRPr>
            </a:lvl1pPr>
          </a:lstStyle>
          <a:p>
            <a:pPr indent="0">
              <a:lnSpc>
                <a:spcPct val="100000"/>
              </a:lnSpc>
              <a:buNone/>
              <a:tabLst>
                <a:tab algn="l" pos="0"/>
              </a:tabLst>
            </a:pPr>
            <a:r>
              <a:rPr lang="en-GB" sz="1400" b="0" u="none" strike="noStrike">
                <a:solidFill>
                  <a:srgbClr val="000000"/>
                </a:solidFill>
                <a:effectLst/>
                <a:uFillTx/>
                <a:latin typeface="Times New Roman"/>
              </a:rPr>
              <a:t>&lt;date/time&gt;</a:t>
            </a:r>
            <a:endParaRPr lang="en-GB" sz="1400" b="0" u="none" strike="noStrike">
              <a:solidFill>
                <a:srgbClr val="000000"/>
              </a:solidFill>
              <a:effectLst/>
              <a:uFillTx/>
              <a:latin typeface="Times New Roman"/>
            </a:endParaRPr>
          </a:p>
        </p:txBody>
      </p:sp>
      <p:sp>
        <p:nvSpPr>
          <p:cNvPr id="65" name="PlaceHolder 5"/>
          <p:cNvSpPr>
            <a:spLocks noGrp="1"/>
          </p:cNvSpPr>
          <p:nvPr>
            <p:ph type="ftr" idx="29"/>
          </p:nvPr>
        </p:nvSpPr>
        <p:spPr>
          <a:xfrm>
            <a:off x="3029040" y="4767120"/>
            <a:ext cx="3085560" cy="273240"/>
          </a:xfrm>
          <a:prstGeom prst="rect">
            <a:avLst/>
          </a:prstGeom>
          <a:noFill/>
          <a:ln w="0">
            <a:noFill/>
          </a:ln>
        </p:spPr>
        <p:txBody>
          <a:bodyPr lIns="68400" rIns="68400" tIns="34200" bIns="34200" anchor="ctr">
            <a:noAutofit/>
          </a:bodyPr>
          <a:lstStyle>
            <a:lvl1pPr indent="0" algn="ctr">
              <a:lnSpc>
                <a:spcPct val="100000"/>
              </a:lnSpc>
              <a:buNone/>
              <a:tabLst>
                <a:tab algn="l" pos="0"/>
              </a:tabLst>
              <a:defRPr lang="en-GB" sz="1400" b="0" u="none" strike="noStrike">
                <a:solidFill>
                  <a:srgbClr val="000000"/>
                </a:solidFill>
                <a:effectLst/>
                <a:uFillTx/>
                <a:latin typeface="Times New Roman"/>
              </a:defRPr>
            </a:lvl1pPr>
          </a:lstStyle>
          <a:p>
            <a:pPr indent="0" algn="ctr">
              <a:lnSpc>
                <a:spcPct val="100000"/>
              </a:lnSpc>
              <a:buNone/>
              <a:tabLst>
                <a:tab algn="l" pos="0"/>
              </a:tabLst>
            </a:pPr>
            <a:r>
              <a:rPr lang="en-GB" sz="1400" b="0" u="none" strike="noStrike">
                <a:solidFill>
                  <a:srgbClr val="000000"/>
                </a:solidFill>
                <a:effectLst/>
                <a:uFillTx/>
                <a:latin typeface="Times New Roman"/>
              </a:rPr>
              <a:t>&lt;footer&gt;</a:t>
            </a:r>
            <a:endParaRPr lang="en-GB" sz="1400" b="0" u="none" strike="noStrike">
              <a:solidFill>
                <a:srgbClr val="000000"/>
              </a:solidFill>
              <a:effectLst/>
              <a:uFillTx/>
              <a:latin typeface="Times New Roman"/>
            </a:endParaRPr>
          </a:p>
        </p:txBody>
      </p:sp>
      <p:sp>
        <p:nvSpPr>
          <p:cNvPr id="66" name="PlaceHolder 6"/>
          <p:cNvSpPr>
            <a:spLocks noGrp="1"/>
          </p:cNvSpPr>
          <p:nvPr>
            <p:ph type="sldNum" idx="30"/>
          </p:nvPr>
        </p:nvSpPr>
        <p:spPr>
          <a:xfrm>
            <a:off x="6458040" y="4767120"/>
            <a:ext cx="2056680" cy="273240"/>
          </a:xfrm>
          <a:prstGeom prst="rect">
            <a:avLst/>
          </a:prstGeom>
          <a:noFill/>
          <a:ln w="0">
            <a:noFill/>
          </a:ln>
        </p:spPr>
        <p:txBody>
          <a:bodyPr lIns="68400" rIns="68400" tIns="34200" bIns="34200" anchor="ctr">
            <a:noAutofit/>
          </a:bodyPr>
          <a:lstStyle>
            <a:lvl1pPr indent="0" algn="r">
              <a:lnSpc>
                <a:spcPct val="100000"/>
              </a:lnSpc>
              <a:buNone/>
              <a:tabLst>
                <a:tab algn="l" pos="0"/>
              </a:tabLst>
              <a:defRPr lang="de" sz="900" b="0" u="none" strike="noStrike">
                <a:solidFill>
                  <a:srgbClr val="888888"/>
                </a:solidFill>
                <a:effectLst/>
                <a:uFillTx/>
                <a:latin typeface="Calibri"/>
                <a:ea typeface="Calibri"/>
              </a:defRPr>
            </a:lvl1pPr>
          </a:lstStyle>
          <a:p>
            <a:pPr indent="0" algn="r">
              <a:lnSpc>
                <a:spcPct val="100000"/>
              </a:lnSpc>
              <a:buNone/>
              <a:tabLst>
                <a:tab algn="l" pos="0"/>
              </a:tabLst>
            </a:pPr>
            <a:fld id="{CBB6E731-300E-4EE5-976B-3AFC945A808F}" type="slidenum">
              <a:rPr lang="de" sz="900" b="0" u="none" strike="noStrike">
                <a:solidFill>
                  <a:srgbClr val="888888"/>
                </a:solidFill>
                <a:effectLst/>
                <a:uFillTx/>
                <a:latin typeface="Calibri"/>
                <a:ea typeface="Calibri"/>
              </a:rPr>
              <a:t>&lt;number&gt;</a:t>
            </a:fld>
            <a:endParaRPr lang="en-GB" sz="900" b="0" u="none" strike="noStrike">
              <a:solidFill>
                <a:srgbClr val="000000"/>
              </a:solidFill>
              <a:effectLst/>
              <a:uFillTx/>
              <a:latin typeface="Times New Roman"/>
            </a:endParaRPr>
          </a:p>
        </p:txBody>
      </p:sp>
    </p:spTree>
  </p:cSld>
</p:sldLayout>
</file>

<file path=ppt/slideLayouts/slideLayout1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PICTURE_WITH_CAPTION_TEXT">
    <p:bg>
      <p:bgPr>
        <a:solidFill>
          <a:schemeClr val="lt1"/>
        </a:solidFill>
      </p:bgPr>
    </p:bg>
    <p:spTree>
      <p:nvGrpSpPr>
        <p:cNvPr id="1" name=""/>
        <p:cNvGrpSpPr/>
        <p:nvPr/>
      </p:nvGrpSpPr>
      <p:grpSpPr>
        <a:xfrm>
          <a:off x="0" y="0"/>
          <a:ext cx="0" cy="0"/>
          <a:chOff x="0" y="0"/>
          <a:chExt cx="0" cy="0"/>
        </a:xfrm>
      </p:grpSpPr>
      <p:sp>
        <p:nvSpPr>
          <p:cNvPr id="67" name="PlaceHolder 1"/>
          <p:cNvSpPr>
            <a:spLocks noGrp="1"/>
          </p:cNvSpPr>
          <p:nvPr>
            <p:ph type="title"/>
          </p:nvPr>
        </p:nvSpPr>
        <p:spPr>
          <a:xfrm>
            <a:off x="630000" y="343080"/>
            <a:ext cx="2948400" cy="1199520"/>
          </a:xfrm>
          <a:prstGeom prst="rect">
            <a:avLst/>
          </a:prstGeom>
          <a:noFill/>
          <a:ln w="0">
            <a:noFill/>
          </a:ln>
        </p:spPr>
        <p:txBody>
          <a:bodyPr lIns="68400" rIns="68400" tIns="34200" bIns="34200" anchor="b">
            <a:normAutofit/>
          </a:bodyPr>
          <a:p>
            <a:pPr indent="0">
              <a:lnSpc>
                <a:spcPct val="100000"/>
              </a:lnSpc>
              <a:buNone/>
              <a:tabLst>
                <a:tab algn="l" pos="0"/>
              </a:tabLst>
            </a:pPr>
            <a:r>
              <a:rPr lang="en-GB" sz="2400" b="0" u="none" strike="noStrike">
                <a:solidFill>
                  <a:srgbClr val="000000"/>
                </a:solidFill>
                <a:effectLst/>
                <a:uFillTx/>
                <a:latin typeface="Arial"/>
              </a:rPr>
              <a:t>Click to edit the title text format</a:t>
            </a:r>
            <a:endParaRPr lang="en-GB" sz="2400" b="0" u="none" strike="noStrike">
              <a:solidFill>
                <a:srgbClr val="000000"/>
              </a:solidFill>
              <a:effectLst/>
              <a:uFillTx/>
              <a:latin typeface="Arial"/>
            </a:endParaRPr>
          </a:p>
        </p:txBody>
      </p:sp>
      <p:sp>
        <p:nvSpPr>
          <p:cNvPr id="68" name="PlaceHolder 2"/>
          <p:cNvSpPr>
            <a:spLocks noGrp="1"/>
          </p:cNvSpPr>
          <p:nvPr>
            <p:ph type="body"/>
          </p:nvPr>
        </p:nvSpPr>
        <p:spPr>
          <a:xfrm>
            <a:off x="3887280" y="740520"/>
            <a:ext cx="4628520" cy="3654360"/>
          </a:xfrm>
          <a:prstGeom prst="rect">
            <a:avLst/>
          </a:prstGeom>
          <a:noFill/>
          <a:ln w="0">
            <a:noFill/>
          </a:ln>
        </p:spPr>
        <p:txBody>
          <a:bodyPr lIns="90000" rIns="90000" tIns="45000" bIns="45000" anchor="t">
            <a:normAutofit/>
          </a:bodyPr>
          <a:p>
            <a:pPr marL="432000" indent="-324000">
              <a:lnSpc>
                <a:spcPct val="100000"/>
              </a:lnSpc>
              <a:spcBef>
                <a:spcPts val="1417"/>
              </a:spcBef>
              <a:buClr>
                <a:srgbClr val="000000"/>
              </a:buClr>
              <a:buSzPct val="45000"/>
              <a:buFont typeface="Wingdings" charset="2"/>
              <a:buChar char=""/>
            </a:pPr>
            <a:r>
              <a:rPr lang="en-GB" sz="1800" b="0" u="none" strike="noStrike">
                <a:solidFill>
                  <a:srgbClr val="000000"/>
                </a:solidFill>
                <a:effectLst/>
                <a:uFillTx/>
                <a:latin typeface="Arial"/>
              </a:rPr>
              <a:t>Click to edit the outline text format</a:t>
            </a:r>
            <a:endParaRPr lang="en-GB" sz="18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n-GB" sz="1800" b="0" u="none" strike="noStrike">
                <a:solidFill>
                  <a:srgbClr val="000000"/>
                </a:solidFill>
                <a:effectLst/>
                <a:uFillTx/>
                <a:latin typeface="Arial"/>
              </a:rPr>
              <a:t>Second Outline Level</a:t>
            </a:r>
            <a:endParaRPr lang="en-GB" sz="1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n-GB" sz="1800" b="0" u="none" strike="noStrike">
                <a:solidFill>
                  <a:srgbClr val="000000"/>
                </a:solidFill>
                <a:effectLst/>
                <a:uFillTx/>
                <a:latin typeface="Arial"/>
              </a:rPr>
              <a:t>Third Outline Level</a:t>
            </a:r>
            <a:endParaRPr lang="en-GB" sz="18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n-GB" sz="1800" b="0" u="none" strike="noStrike">
                <a:solidFill>
                  <a:srgbClr val="000000"/>
                </a:solidFill>
                <a:effectLst/>
                <a:uFillTx/>
                <a:latin typeface="Arial"/>
              </a:rPr>
              <a:t>Fourth Outline Level</a:t>
            </a:r>
            <a:endParaRPr lang="en-GB" sz="18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n-GB" sz="1800" b="0" u="none" strike="noStrike">
                <a:solidFill>
                  <a:srgbClr val="000000"/>
                </a:solidFill>
                <a:effectLst/>
                <a:uFillTx/>
                <a:latin typeface="Arial"/>
              </a:rPr>
              <a:t>Fifth Outline Level</a:t>
            </a:r>
            <a:endParaRPr lang="en-GB" sz="18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n-GB" sz="1800" b="0" u="none" strike="noStrike">
                <a:solidFill>
                  <a:srgbClr val="000000"/>
                </a:solidFill>
                <a:effectLst/>
                <a:uFillTx/>
                <a:latin typeface="Arial"/>
              </a:rPr>
              <a:t>Sixth Outline Level</a:t>
            </a:r>
            <a:endParaRPr lang="en-GB" sz="18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n-GB" sz="1800" b="0" u="none" strike="noStrike">
                <a:solidFill>
                  <a:srgbClr val="000000"/>
                </a:solidFill>
                <a:effectLst/>
                <a:uFillTx/>
                <a:latin typeface="Arial"/>
              </a:rPr>
              <a:t>Seventh Outline Level</a:t>
            </a:r>
            <a:endParaRPr lang="en-GB" sz="1800" b="0" u="none" strike="noStrike">
              <a:solidFill>
                <a:srgbClr val="000000"/>
              </a:solidFill>
              <a:effectLst/>
              <a:uFillTx/>
              <a:latin typeface="Arial"/>
            </a:endParaRPr>
          </a:p>
        </p:txBody>
      </p:sp>
      <p:sp>
        <p:nvSpPr>
          <p:cNvPr id="69" name="PlaceHolder 3"/>
          <p:cNvSpPr>
            <a:spLocks noGrp="1"/>
          </p:cNvSpPr>
          <p:nvPr>
            <p:ph type="body"/>
          </p:nvPr>
        </p:nvSpPr>
        <p:spPr>
          <a:xfrm>
            <a:off x="630000" y="1542960"/>
            <a:ext cx="2948400" cy="2858040"/>
          </a:xfrm>
          <a:prstGeom prst="rect">
            <a:avLst/>
          </a:prstGeom>
          <a:noFill/>
          <a:ln w="0">
            <a:noFill/>
          </a:ln>
        </p:spPr>
        <p:txBody>
          <a:bodyPr lIns="68400" rIns="68400" tIns="34200" bIns="34200" anchor="t">
            <a:normAutofit fontScale="47500" lnSpcReduction="19999"/>
          </a:bodyPr>
          <a:p>
            <a:pPr marL="432000" indent="-324000">
              <a:lnSpc>
                <a:spcPct val="100000"/>
              </a:lnSpc>
              <a:spcBef>
                <a:spcPts val="1417"/>
              </a:spcBef>
              <a:buClr>
                <a:srgbClr val="000000"/>
              </a:buClr>
              <a:buSzPct val="45000"/>
              <a:buFont typeface="Wingdings" charset="2"/>
              <a:buChar char=""/>
            </a:pPr>
            <a:r>
              <a:rPr lang="en-GB" sz="1200" b="0" u="none" strike="noStrike">
                <a:solidFill>
                  <a:srgbClr val="000000"/>
                </a:solidFill>
                <a:effectLst/>
                <a:uFillTx/>
                <a:latin typeface="Arial"/>
              </a:rPr>
              <a:t>Click to edit the outline text format</a:t>
            </a:r>
            <a:endParaRPr lang="en-GB" sz="12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n-GB" sz="1200" b="0" u="none" strike="noStrike">
                <a:solidFill>
                  <a:srgbClr val="000000"/>
                </a:solidFill>
                <a:effectLst/>
                <a:uFillTx/>
                <a:latin typeface="Arial"/>
              </a:rPr>
              <a:t>Second Outline Level</a:t>
            </a:r>
            <a:endParaRPr lang="en-GB" sz="12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n-GB" sz="1200" b="0" u="none" strike="noStrike">
                <a:solidFill>
                  <a:srgbClr val="000000"/>
                </a:solidFill>
                <a:effectLst/>
                <a:uFillTx/>
                <a:latin typeface="Arial"/>
              </a:rPr>
              <a:t>Third Outline Level</a:t>
            </a:r>
            <a:endParaRPr lang="en-GB" sz="12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n-GB" sz="1200" b="0" u="none" strike="noStrike">
                <a:solidFill>
                  <a:srgbClr val="000000"/>
                </a:solidFill>
                <a:effectLst/>
                <a:uFillTx/>
                <a:latin typeface="Arial"/>
              </a:rPr>
              <a:t>Fourth Outline Level</a:t>
            </a:r>
            <a:endParaRPr lang="en-GB" sz="12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n-GB" sz="1200" b="0" u="none" strike="noStrike">
                <a:solidFill>
                  <a:srgbClr val="000000"/>
                </a:solidFill>
                <a:effectLst/>
                <a:uFillTx/>
                <a:latin typeface="Arial"/>
              </a:rPr>
              <a:t>Fifth Outline Level</a:t>
            </a:r>
            <a:endParaRPr lang="en-GB" sz="12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n-GB" sz="1200" b="0" u="none" strike="noStrike">
                <a:solidFill>
                  <a:srgbClr val="000000"/>
                </a:solidFill>
                <a:effectLst/>
                <a:uFillTx/>
                <a:latin typeface="Arial"/>
              </a:rPr>
              <a:t>Sixth Outline Level</a:t>
            </a:r>
            <a:endParaRPr lang="en-GB" sz="12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n-GB" sz="1200" b="0" u="none" strike="noStrike">
                <a:solidFill>
                  <a:srgbClr val="000000"/>
                </a:solidFill>
                <a:effectLst/>
                <a:uFillTx/>
                <a:latin typeface="Arial"/>
              </a:rPr>
              <a:t>Seventh Outline Level</a:t>
            </a:r>
            <a:endParaRPr lang="en-GB" sz="1200" b="0" u="none" strike="noStrike">
              <a:solidFill>
                <a:srgbClr val="000000"/>
              </a:solidFill>
              <a:effectLst/>
              <a:uFillTx/>
              <a:latin typeface="Arial"/>
            </a:endParaRPr>
          </a:p>
        </p:txBody>
      </p:sp>
      <p:sp>
        <p:nvSpPr>
          <p:cNvPr id="70" name="PlaceHolder 4"/>
          <p:cNvSpPr>
            <a:spLocks noGrp="1"/>
          </p:cNvSpPr>
          <p:nvPr>
            <p:ph type="dt" idx="31"/>
          </p:nvPr>
        </p:nvSpPr>
        <p:spPr>
          <a:xfrm>
            <a:off x="628560" y="4767120"/>
            <a:ext cx="2056680" cy="273240"/>
          </a:xfrm>
          <a:prstGeom prst="rect">
            <a:avLst/>
          </a:prstGeom>
          <a:noFill/>
          <a:ln w="0">
            <a:noFill/>
          </a:ln>
        </p:spPr>
        <p:txBody>
          <a:bodyPr lIns="68400" rIns="68400" tIns="34200" bIns="34200" anchor="ctr">
            <a:noAutofit/>
          </a:bodyPr>
          <a:lstStyle>
            <a:lvl1pPr indent="0">
              <a:lnSpc>
                <a:spcPct val="100000"/>
              </a:lnSpc>
              <a:buNone/>
              <a:tabLst>
                <a:tab algn="l" pos="0"/>
              </a:tabLst>
              <a:defRPr lang="en-GB" sz="1400" b="0" u="none" strike="noStrike">
                <a:solidFill>
                  <a:srgbClr val="000000"/>
                </a:solidFill>
                <a:effectLst/>
                <a:uFillTx/>
                <a:latin typeface="Times New Roman"/>
              </a:defRPr>
            </a:lvl1pPr>
          </a:lstStyle>
          <a:p>
            <a:pPr indent="0">
              <a:lnSpc>
                <a:spcPct val="100000"/>
              </a:lnSpc>
              <a:buNone/>
              <a:tabLst>
                <a:tab algn="l" pos="0"/>
              </a:tabLst>
            </a:pPr>
            <a:r>
              <a:rPr lang="en-GB" sz="1400" b="0" u="none" strike="noStrike">
                <a:solidFill>
                  <a:srgbClr val="000000"/>
                </a:solidFill>
                <a:effectLst/>
                <a:uFillTx/>
                <a:latin typeface="Times New Roman"/>
              </a:rPr>
              <a:t>&lt;date/time&gt;</a:t>
            </a:r>
            <a:endParaRPr lang="en-GB" sz="1400" b="0" u="none" strike="noStrike">
              <a:solidFill>
                <a:srgbClr val="000000"/>
              </a:solidFill>
              <a:effectLst/>
              <a:uFillTx/>
              <a:latin typeface="Times New Roman"/>
            </a:endParaRPr>
          </a:p>
        </p:txBody>
      </p:sp>
      <p:sp>
        <p:nvSpPr>
          <p:cNvPr id="71" name="PlaceHolder 5"/>
          <p:cNvSpPr>
            <a:spLocks noGrp="1"/>
          </p:cNvSpPr>
          <p:nvPr>
            <p:ph type="ftr" idx="32"/>
          </p:nvPr>
        </p:nvSpPr>
        <p:spPr>
          <a:xfrm>
            <a:off x="3029040" y="4767120"/>
            <a:ext cx="3085560" cy="273240"/>
          </a:xfrm>
          <a:prstGeom prst="rect">
            <a:avLst/>
          </a:prstGeom>
          <a:noFill/>
          <a:ln w="0">
            <a:noFill/>
          </a:ln>
        </p:spPr>
        <p:txBody>
          <a:bodyPr lIns="68400" rIns="68400" tIns="34200" bIns="34200" anchor="ctr">
            <a:noAutofit/>
          </a:bodyPr>
          <a:lstStyle>
            <a:lvl1pPr indent="0" algn="ctr">
              <a:lnSpc>
                <a:spcPct val="100000"/>
              </a:lnSpc>
              <a:buNone/>
              <a:tabLst>
                <a:tab algn="l" pos="0"/>
              </a:tabLst>
              <a:defRPr lang="en-GB" sz="1400" b="0" u="none" strike="noStrike">
                <a:solidFill>
                  <a:srgbClr val="000000"/>
                </a:solidFill>
                <a:effectLst/>
                <a:uFillTx/>
                <a:latin typeface="Times New Roman"/>
              </a:defRPr>
            </a:lvl1pPr>
          </a:lstStyle>
          <a:p>
            <a:pPr indent="0" algn="ctr">
              <a:lnSpc>
                <a:spcPct val="100000"/>
              </a:lnSpc>
              <a:buNone/>
              <a:tabLst>
                <a:tab algn="l" pos="0"/>
              </a:tabLst>
            </a:pPr>
            <a:r>
              <a:rPr lang="en-GB" sz="1400" b="0" u="none" strike="noStrike">
                <a:solidFill>
                  <a:srgbClr val="000000"/>
                </a:solidFill>
                <a:effectLst/>
                <a:uFillTx/>
                <a:latin typeface="Times New Roman"/>
              </a:rPr>
              <a:t>&lt;footer&gt;</a:t>
            </a:r>
            <a:endParaRPr lang="en-GB" sz="1400" b="0" u="none" strike="noStrike">
              <a:solidFill>
                <a:srgbClr val="000000"/>
              </a:solidFill>
              <a:effectLst/>
              <a:uFillTx/>
              <a:latin typeface="Times New Roman"/>
            </a:endParaRPr>
          </a:p>
        </p:txBody>
      </p:sp>
      <p:sp>
        <p:nvSpPr>
          <p:cNvPr id="72" name="PlaceHolder 6"/>
          <p:cNvSpPr>
            <a:spLocks noGrp="1"/>
          </p:cNvSpPr>
          <p:nvPr>
            <p:ph type="sldNum" idx="33"/>
          </p:nvPr>
        </p:nvSpPr>
        <p:spPr>
          <a:xfrm>
            <a:off x="6458040" y="4767120"/>
            <a:ext cx="2056680" cy="273240"/>
          </a:xfrm>
          <a:prstGeom prst="rect">
            <a:avLst/>
          </a:prstGeom>
          <a:noFill/>
          <a:ln w="0">
            <a:noFill/>
          </a:ln>
        </p:spPr>
        <p:txBody>
          <a:bodyPr lIns="68400" rIns="68400" tIns="34200" bIns="34200" anchor="ctr">
            <a:noAutofit/>
          </a:bodyPr>
          <a:lstStyle>
            <a:lvl1pPr indent="0" algn="r">
              <a:lnSpc>
                <a:spcPct val="100000"/>
              </a:lnSpc>
              <a:buNone/>
              <a:tabLst>
                <a:tab algn="l" pos="0"/>
              </a:tabLst>
              <a:defRPr lang="de" sz="900" b="0" u="none" strike="noStrike">
                <a:solidFill>
                  <a:srgbClr val="888888"/>
                </a:solidFill>
                <a:effectLst/>
                <a:uFillTx/>
                <a:latin typeface="Calibri"/>
                <a:ea typeface="Calibri"/>
              </a:defRPr>
            </a:lvl1pPr>
          </a:lstStyle>
          <a:p>
            <a:pPr indent="0" algn="r">
              <a:lnSpc>
                <a:spcPct val="100000"/>
              </a:lnSpc>
              <a:buNone/>
              <a:tabLst>
                <a:tab algn="l" pos="0"/>
              </a:tabLst>
            </a:pPr>
            <a:fld id="{1AD86959-82BC-484A-98B6-BC586720619F}" type="slidenum">
              <a:rPr lang="de" sz="900" b="0" u="none" strike="noStrike">
                <a:solidFill>
                  <a:srgbClr val="888888"/>
                </a:solidFill>
                <a:effectLst/>
                <a:uFillTx/>
                <a:latin typeface="Calibri"/>
                <a:ea typeface="Calibri"/>
              </a:rPr>
              <a:t>&lt;number&gt;</a:t>
            </a:fld>
            <a:endParaRPr lang="en-GB" sz="900" b="0" u="none" strike="noStrike">
              <a:solidFill>
                <a:srgbClr val="000000"/>
              </a:solidFill>
              <a:effectLst/>
              <a:uFillTx/>
              <a:latin typeface="Times New Roman"/>
            </a:endParaRPr>
          </a:p>
        </p:txBody>
      </p:sp>
    </p:spTree>
  </p:cSld>
</p:sldLayout>
</file>

<file path=ppt/slideLayouts/slideLayout2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x" preserve="1">
  <p:cSld name="VERTICAL_TEXT">
    <p:bg>
      <p:bgPr>
        <a:solidFill>
          <a:schemeClr val="lt1"/>
        </a:solidFill>
      </p:bgPr>
    </p:bg>
    <p:spTree>
      <p:nvGrpSpPr>
        <p:cNvPr id="1" name=""/>
        <p:cNvGrpSpPr/>
        <p:nvPr/>
      </p:nvGrpSpPr>
      <p:grpSpPr>
        <a:xfrm>
          <a:off x="0" y="0"/>
          <a:ext cx="0" cy="0"/>
          <a:chOff x="0" y="0"/>
          <a:chExt cx="0" cy="0"/>
        </a:xfrm>
      </p:grpSpPr>
      <p:sp>
        <p:nvSpPr>
          <p:cNvPr id="73" name="PlaceHolder 1"/>
          <p:cNvSpPr>
            <a:spLocks noGrp="1"/>
          </p:cNvSpPr>
          <p:nvPr>
            <p:ph type="title"/>
          </p:nvPr>
        </p:nvSpPr>
        <p:spPr>
          <a:xfrm>
            <a:off x="628560" y="273960"/>
            <a:ext cx="7886160" cy="993600"/>
          </a:xfrm>
          <a:prstGeom prst="rect">
            <a:avLst/>
          </a:prstGeom>
          <a:noFill/>
          <a:ln w="0">
            <a:noFill/>
          </a:ln>
        </p:spPr>
        <p:txBody>
          <a:bodyPr lIns="68400" rIns="68400" tIns="34200" bIns="34200" anchor="ctr">
            <a:normAutofit/>
          </a:bodyPr>
          <a:p>
            <a:pPr indent="0">
              <a:lnSpc>
                <a:spcPct val="100000"/>
              </a:lnSpc>
              <a:buNone/>
              <a:tabLst>
                <a:tab algn="l" pos="0"/>
              </a:tabLst>
            </a:pPr>
            <a:r>
              <a:rPr lang="en-GB" sz="3300" b="0" u="none" strike="noStrike">
                <a:solidFill>
                  <a:srgbClr val="000000"/>
                </a:solidFill>
                <a:effectLst/>
                <a:uFillTx/>
                <a:latin typeface="Arial"/>
              </a:rPr>
              <a:t>Click to edit the title text format</a:t>
            </a:r>
            <a:endParaRPr lang="en-GB" sz="3300" b="0" u="none" strike="noStrike">
              <a:solidFill>
                <a:srgbClr val="000000"/>
              </a:solidFill>
              <a:effectLst/>
              <a:uFillTx/>
              <a:latin typeface="Arial"/>
            </a:endParaRPr>
          </a:p>
        </p:txBody>
      </p:sp>
      <p:sp>
        <p:nvSpPr>
          <p:cNvPr id="74" name="PlaceHolder 2"/>
          <p:cNvSpPr>
            <a:spLocks noGrp="1"/>
          </p:cNvSpPr>
          <p:nvPr>
            <p:ph type="body"/>
          </p:nvPr>
        </p:nvSpPr>
        <p:spPr>
          <a:xfrm rot="5400000">
            <a:off x="2940840" y="-942120"/>
            <a:ext cx="3262680" cy="7886160"/>
          </a:xfrm>
          <a:prstGeom prst="rect">
            <a:avLst/>
          </a:prstGeom>
          <a:noFill/>
          <a:ln w="0">
            <a:noFill/>
          </a:ln>
        </p:spPr>
        <p:txBody>
          <a:bodyPr lIns="68400" rIns="68400" tIns="34200" bIns="34200" anchor="t">
            <a:normAutofit/>
          </a:bodyPr>
          <a:p>
            <a:pPr marL="432000" indent="-324000">
              <a:lnSpc>
                <a:spcPct val="100000"/>
              </a:lnSpc>
              <a:spcBef>
                <a:spcPts val="1417"/>
              </a:spcBef>
              <a:buClr>
                <a:srgbClr val="000000"/>
              </a:buClr>
              <a:buSzPct val="45000"/>
              <a:buFont typeface="Wingdings" charset="2"/>
              <a:buChar char=""/>
            </a:pPr>
            <a:r>
              <a:rPr lang="en-GB" sz="2100" b="0" u="none" strike="noStrike">
                <a:solidFill>
                  <a:srgbClr val="000000"/>
                </a:solidFill>
                <a:effectLst/>
                <a:uFillTx/>
                <a:latin typeface="Arial"/>
              </a:rPr>
              <a:t>Click to edit the outline text format</a:t>
            </a:r>
            <a:endParaRPr lang="en-GB" sz="21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n-GB" sz="2100" b="0" u="none" strike="noStrike">
                <a:solidFill>
                  <a:srgbClr val="000000"/>
                </a:solidFill>
                <a:effectLst/>
                <a:uFillTx/>
                <a:latin typeface="Arial"/>
              </a:rPr>
              <a:t>Second Outline Level</a:t>
            </a:r>
            <a:endParaRPr lang="en-GB" sz="21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n-GB" sz="2100" b="0" u="none" strike="noStrike">
                <a:solidFill>
                  <a:srgbClr val="000000"/>
                </a:solidFill>
                <a:effectLst/>
                <a:uFillTx/>
                <a:latin typeface="Arial"/>
              </a:rPr>
              <a:t>Third Outline Level</a:t>
            </a:r>
            <a:endParaRPr lang="en-GB" sz="21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n-GB" sz="2100" b="0" u="none" strike="noStrike">
                <a:solidFill>
                  <a:srgbClr val="000000"/>
                </a:solidFill>
                <a:effectLst/>
                <a:uFillTx/>
                <a:latin typeface="Arial"/>
              </a:rPr>
              <a:t>Fourth Outline Level</a:t>
            </a:r>
            <a:endParaRPr lang="en-GB" sz="21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n-GB" sz="2100" b="0" u="none" strike="noStrike">
                <a:solidFill>
                  <a:srgbClr val="000000"/>
                </a:solidFill>
                <a:effectLst/>
                <a:uFillTx/>
                <a:latin typeface="Arial"/>
              </a:rPr>
              <a:t>Fifth Outline Level</a:t>
            </a:r>
            <a:endParaRPr lang="en-GB" sz="21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n-GB" sz="2100" b="0" u="none" strike="noStrike">
                <a:solidFill>
                  <a:srgbClr val="000000"/>
                </a:solidFill>
                <a:effectLst/>
                <a:uFillTx/>
                <a:latin typeface="Arial"/>
              </a:rPr>
              <a:t>Sixth Outline Level</a:t>
            </a:r>
            <a:endParaRPr lang="en-GB" sz="21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n-GB" sz="2100" b="0" u="none" strike="noStrike">
                <a:solidFill>
                  <a:srgbClr val="000000"/>
                </a:solidFill>
                <a:effectLst/>
                <a:uFillTx/>
                <a:latin typeface="Arial"/>
              </a:rPr>
              <a:t>Seventh Outline Level</a:t>
            </a:r>
            <a:endParaRPr lang="en-GB" sz="2100" b="0" u="none" strike="noStrike">
              <a:solidFill>
                <a:srgbClr val="000000"/>
              </a:solidFill>
              <a:effectLst/>
              <a:uFillTx/>
              <a:latin typeface="Arial"/>
            </a:endParaRPr>
          </a:p>
        </p:txBody>
      </p:sp>
      <p:sp>
        <p:nvSpPr>
          <p:cNvPr id="75" name="PlaceHolder 3"/>
          <p:cNvSpPr>
            <a:spLocks noGrp="1"/>
          </p:cNvSpPr>
          <p:nvPr>
            <p:ph type="dt" idx="34"/>
          </p:nvPr>
        </p:nvSpPr>
        <p:spPr>
          <a:xfrm>
            <a:off x="628560" y="4767120"/>
            <a:ext cx="2056680" cy="273240"/>
          </a:xfrm>
          <a:prstGeom prst="rect">
            <a:avLst/>
          </a:prstGeom>
          <a:noFill/>
          <a:ln w="0">
            <a:noFill/>
          </a:ln>
        </p:spPr>
        <p:txBody>
          <a:bodyPr lIns="68400" rIns="68400" tIns="34200" bIns="34200" anchor="ctr">
            <a:noAutofit/>
          </a:bodyPr>
          <a:lstStyle>
            <a:lvl1pPr indent="0">
              <a:lnSpc>
                <a:spcPct val="100000"/>
              </a:lnSpc>
              <a:buNone/>
              <a:tabLst>
                <a:tab algn="l" pos="0"/>
              </a:tabLst>
              <a:defRPr lang="en-GB" sz="1400" b="0" u="none" strike="noStrike">
                <a:solidFill>
                  <a:srgbClr val="000000"/>
                </a:solidFill>
                <a:effectLst/>
                <a:uFillTx/>
                <a:latin typeface="Times New Roman"/>
              </a:defRPr>
            </a:lvl1pPr>
          </a:lstStyle>
          <a:p>
            <a:pPr indent="0">
              <a:lnSpc>
                <a:spcPct val="100000"/>
              </a:lnSpc>
              <a:buNone/>
              <a:tabLst>
                <a:tab algn="l" pos="0"/>
              </a:tabLst>
            </a:pPr>
            <a:r>
              <a:rPr lang="en-GB" sz="1400" b="0" u="none" strike="noStrike">
                <a:solidFill>
                  <a:srgbClr val="000000"/>
                </a:solidFill>
                <a:effectLst/>
                <a:uFillTx/>
                <a:latin typeface="Times New Roman"/>
              </a:rPr>
              <a:t>&lt;date/time&gt;</a:t>
            </a:r>
            <a:endParaRPr lang="en-GB" sz="1400" b="0" u="none" strike="noStrike">
              <a:solidFill>
                <a:srgbClr val="000000"/>
              </a:solidFill>
              <a:effectLst/>
              <a:uFillTx/>
              <a:latin typeface="Times New Roman"/>
            </a:endParaRPr>
          </a:p>
        </p:txBody>
      </p:sp>
      <p:sp>
        <p:nvSpPr>
          <p:cNvPr id="76" name="PlaceHolder 4"/>
          <p:cNvSpPr>
            <a:spLocks noGrp="1"/>
          </p:cNvSpPr>
          <p:nvPr>
            <p:ph type="ftr" idx="35"/>
          </p:nvPr>
        </p:nvSpPr>
        <p:spPr>
          <a:xfrm>
            <a:off x="3029040" y="4767120"/>
            <a:ext cx="3085560" cy="273240"/>
          </a:xfrm>
          <a:prstGeom prst="rect">
            <a:avLst/>
          </a:prstGeom>
          <a:noFill/>
          <a:ln w="0">
            <a:noFill/>
          </a:ln>
        </p:spPr>
        <p:txBody>
          <a:bodyPr lIns="68400" rIns="68400" tIns="34200" bIns="34200" anchor="ctr">
            <a:noAutofit/>
          </a:bodyPr>
          <a:lstStyle>
            <a:lvl1pPr indent="0" algn="ctr">
              <a:lnSpc>
                <a:spcPct val="100000"/>
              </a:lnSpc>
              <a:buNone/>
              <a:tabLst>
                <a:tab algn="l" pos="0"/>
              </a:tabLst>
              <a:defRPr lang="en-GB" sz="1400" b="0" u="none" strike="noStrike">
                <a:solidFill>
                  <a:srgbClr val="000000"/>
                </a:solidFill>
                <a:effectLst/>
                <a:uFillTx/>
                <a:latin typeface="Times New Roman"/>
              </a:defRPr>
            </a:lvl1pPr>
          </a:lstStyle>
          <a:p>
            <a:pPr indent="0" algn="ctr">
              <a:lnSpc>
                <a:spcPct val="100000"/>
              </a:lnSpc>
              <a:buNone/>
              <a:tabLst>
                <a:tab algn="l" pos="0"/>
              </a:tabLst>
            </a:pPr>
            <a:r>
              <a:rPr lang="en-GB" sz="1400" b="0" u="none" strike="noStrike">
                <a:solidFill>
                  <a:srgbClr val="000000"/>
                </a:solidFill>
                <a:effectLst/>
                <a:uFillTx/>
                <a:latin typeface="Times New Roman"/>
              </a:rPr>
              <a:t>&lt;footer&gt;</a:t>
            </a:r>
            <a:endParaRPr lang="en-GB" sz="1400" b="0" u="none" strike="noStrike">
              <a:solidFill>
                <a:srgbClr val="000000"/>
              </a:solidFill>
              <a:effectLst/>
              <a:uFillTx/>
              <a:latin typeface="Times New Roman"/>
            </a:endParaRPr>
          </a:p>
        </p:txBody>
      </p:sp>
      <p:sp>
        <p:nvSpPr>
          <p:cNvPr id="77" name="PlaceHolder 5"/>
          <p:cNvSpPr>
            <a:spLocks noGrp="1"/>
          </p:cNvSpPr>
          <p:nvPr>
            <p:ph type="sldNum" idx="36"/>
          </p:nvPr>
        </p:nvSpPr>
        <p:spPr>
          <a:xfrm>
            <a:off x="6458040" y="4767120"/>
            <a:ext cx="2056680" cy="273240"/>
          </a:xfrm>
          <a:prstGeom prst="rect">
            <a:avLst/>
          </a:prstGeom>
          <a:noFill/>
          <a:ln w="0">
            <a:noFill/>
          </a:ln>
        </p:spPr>
        <p:txBody>
          <a:bodyPr lIns="68400" rIns="68400" tIns="34200" bIns="34200" anchor="ctr">
            <a:noAutofit/>
          </a:bodyPr>
          <a:lstStyle>
            <a:lvl1pPr indent="0" algn="r">
              <a:lnSpc>
                <a:spcPct val="100000"/>
              </a:lnSpc>
              <a:buNone/>
              <a:tabLst>
                <a:tab algn="l" pos="0"/>
              </a:tabLst>
              <a:defRPr lang="de" sz="900" b="0" u="none" strike="noStrike">
                <a:solidFill>
                  <a:srgbClr val="888888"/>
                </a:solidFill>
                <a:effectLst/>
                <a:uFillTx/>
                <a:latin typeface="Calibri"/>
                <a:ea typeface="Calibri"/>
              </a:defRPr>
            </a:lvl1pPr>
          </a:lstStyle>
          <a:p>
            <a:pPr indent="0" algn="r">
              <a:lnSpc>
                <a:spcPct val="100000"/>
              </a:lnSpc>
              <a:buNone/>
              <a:tabLst>
                <a:tab algn="l" pos="0"/>
              </a:tabLst>
            </a:pPr>
            <a:fld id="{ECE21222-ECE0-46DD-A8B2-38D3B0E3E68B}" type="slidenum">
              <a:rPr lang="de" sz="900" b="0" u="none" strike="noStrike">
                <a:solidFill>
                  <a:srgbClr val="888888"/>
                </a:solidFill>
                <a:effectLst/>
                <a:uFillTx/>
                <a:latin typeface="Calibri"/>
                <a:ea typeface="Calibri"/>
              </a:rPr>
              <a:t>&lt;number&gt;</a:t>
            </a:fld>
            <a:endParaRPr lang="en-GB" sz="900" b="0" u="none" strike="noStrike">
              <a:solidFill>
                <a:srgbClr val="000000"/>
              </a:solidFill>
              <a:effectLst/>
              <a:uFillTx/>
              <a:latin typeface="Times New Roman"/>
            </a:endParaRPr>
          </a:p>
        </p:txBody>
      </p:sp>
    </p:spTree>
  </p:cSld>
</p:sldLayout>
</file>

<file path=ppt/slideLayouts/slideLayout2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itleAndTx" preserve="1">
  <p:cSld name="VERTICAL_TITLE_AND_VERTICAL_TEXT">
    <p:bg>
      <p:bgPr>
        <a:solidFill>
          <a:schemeClr val="lt1"/>
        </a:solidFill>
      </p:bgPr>
    </p:bg>
    <p:spTree>
      <p:nvGrpSpPr>
        <p:cNvPr id="1" name=""/>
        <p:cNvGrpSpPr/>
        <p:nvPr/>
      </p:nvGrpSpPr>
      <p:grpSpPr>
        <a:xfrm>
          <a:off x="0" y="0"/>
          <a:ext cx="0" cy="0"/>
          <a:chOff x="0" y="0"/>
          <a:chExt cx="0" cy="0"/>
        </a:xfrm>
      </p:grpSpPr>
      <p:sp>
        <p:nvSpPr>
          <p:cNvPr id="78" name="PlaceHolder 1"/>
          <p:cNvSpPr>
            <a:spLocks noGrp="1"/>
          </p:cNvSpPr>
          <p:nvPr>
            <p:ph type="title"/>
          </p:nvPr>
        </p:nvSpPr>
        <p:spPr>
          <a:xfrm rot="5400000">
            <a:off x="5350680" y="1467360"/>
            <a:ext cx="4358160" cy="1971000"/>
          </a:xfrm>
          <a:prstGeom prst="rect">
            <a:avLst/>
          </a:prstGeom>
          <a:noFill/>
          <a:ln w="0">
            <a:noFill/>
          </a:ln>
        </p:spPr>
        <p:txBody>
          <a:bodyPr lIns="68400" rIns="68400" tIns="34200" bIns="34200" anchor="ctr">
            <a:normAutofit/>
          </a:bodyPr>
          <a:p>
            <a:pPr indent="0">
              <a:lnSpc>
                <a:spcPct val="100000"/>
              </a:lnSpc>
              <a:buNone/>
              <a:tabLst>
                <a:tab algn="l" pos="0"/>
              </a:tabLst>
            </a:pPr>
            <a:r>
              <a:rPr lang="en-GB" sz="3300" b="0" u="none" strike="noStrike">
                <a:solidFill>
                  <a:srgbClr val="000000"/>
                </a:solidFill>
                <a:effectLst/>
                <a:uFillTx/>
                <a:latin typeface="Arial"/>
              </a:rPr>
              <a:t>Click to edit the title text format</a:t>
            </a:r>
            <a:endParaRPr lang="en-GB" sz="3300" b="0" u="none" strike="noStrike">
              <a:solidFill>
                <a:srgbClr val="000000"/>
              </a:solidFill>
              <a:effectLst/>
              <a:uFillTx/>
              <a:latin typeface="Arial"/>
            </a:endParaRPr>
          </a:p>
        </p:txBody>
      </p:sp>
      <p:sp>
        <p:nvSpPr>
          <p:cNvPr id="79" name="PlaceHolder 2"/>
          <p:cNvSpPr>
            <a:spLocks noGrp="1"/>
          </p:cNvSpPr>
          <p:nvPr>
            <p:ph type="body"/>
          </p:nvPr>
        </p:nvSpPr>
        <p:spPr>
          <a:xfrm rot="5400000">
            <a:off x="1350000" y="-446400"/>
            <a:ext cx="4358160" cy="5799960"/>
          </a:xfrm>
          <a:prstGeom prst="rect">
            <a:avLst/>
          </a:prstGeom>
          <a:noFill/>
          <a:ln w="0">
            <a:noFill/>
          </a:ln>
        </p:spPr>
        <p:txBody>
          <a:bodyPr lIns="68400" rIns="68400" tIns="34200" bIns="34200" anchor="t">
            <a:normAutofit/>
          </a:bodyPr>
          <a:p>
            <a:pPr marL="432000" indent="-324000">
              <a:lnSpc>
                <a:spcPct val="100000"/>
              </a:lnSpc>
              <a:spcBef>
                <a:spcPts val="1417"/>
              </a:spcBef>
              <a:buClr>
                <a:srgbClr val="000000"/>
              </a:buClr>
              <a:buSzPct val="45000"/>
              <a:buFont typeface="Wingdings" charset="2"/>
              <a:buChar char=""/>
            </a:pPr>
            <a:r>
              <a:rPr lang="en-GB" sz="2100" b="0" u="none" strike="noStrike">
                <a:solidFill>
                  <a:srgbClr val="000000"/>
                </a:solidFill>
                <a:effectLst/>
                <a:uFillTx/>
                <a:latin typeface="Arial"/>
              </a:rPr>
              <a:t>Click to edit the outline text format</a:t>
            </a:r>
            <a:endParaRPr lang="en-GB" sz="21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n-GB" sz="2100" b="0" u="none" strike="noStrike">
                <a:solidFill>
                  <a:srgbClr val="000000"/>
                </a:solidFill>
                <a:effectLst/>
                <a:uFillTx/>
                <a:latin typeface="Arial"/>
              </a:rPr>
              <a:t>Second Outline Level</a:t>
            </a:r>
            <a:endParaRPr lang="en-GB" sz="21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n-GB" sz="2100" b="0" u="none" strike="noStrike">
                <a:solidFill>
                  <a:srgbClr val="000000"/>
                </a:solidFill>
                <a:effectLst/>
                <a:uFillTx/>
                <a:latin typeface="Arial"/>
              </a:rPr>
              <a:t>Third Outline Level</a:t>
            </a:r>
            <a:endParaRPr lang="en-GB" sz="21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n-GB" sz="2100" b="0" u="none" strike="noStrike">
                <a:solidFill>
                  <a:srgbClr val="000000"/>
                </a:solidFill>
                <a:effectLst/>
                <a:uFillTx/>
                <a:latin typeface="Arial"/>
              </a:rPr>
              <a:t>Fourth Outline Level</a:t>
            </a:r>
            <a:endParaRPr lang="en-GB" sz="21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n-GB" sz="2100" b="0" u="none" strike="noStrike">
                <a:solidFill>
                  <a:srgbClr val="000000"/>
                </a:solidFill>
                <a:effectLst/>
                <a:uFillTx/>
                <a:latin typeface="Arial"/>
              </a:rPr>
              <a:t>Fifth Outline Level</a:t>
            </a:r>
            <a:endParaRPr lang="en-GB" sz="21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n-GB" sz="2100" b="0" u="none" strike="noStrike">
                <a:solidFill>
                  <a:srgbClr val="000000"/>
                </a:solidFill>
                <a:effectLst/>
                <a:uFillTx/>
                <a:latin typeface="Arial"/>
              </a:rPr>
              <a:t>Sixth Outline Level</a:t>
            </a:r>
            <a:endParaRPr lang="en-GB" sz="21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n-GB" sz="2100" b="0" u="none" strike="noStrike">
                <a:solidFill>
                  <a:srgbClr val="000000"/>
                </a:solidFill>
                <a:effectLst/>
                <a:uFillTx/>
                <a:latin typeface="Arial"/>
              </a:rPr>
              <a:t>Seventh Outline Level</a:t>
            </a:r>
            <a:endParaRPr lang="en-GB" sz="2100" b="0" u="none" strike="noStrike">
              <a:solidFill>
                <a:srgbClr val="000000"/>
              </a:solidFill>
              <a:effectLst/>
              <a:uFillTx/>
              <a:latin typeface="Arial"/>
            </a:endParaRPr>
          </a:p>
        </p:txBody>
      </p:sp>
      <p:sp>
        <p:nvSpPr>
          <p:cNvPr id="80" name="PlaceHolder 3"/>
          <p:cNvSpPr>
            <a:spLocks noGrp="1"/>
          </p:cNvSpPr>
          <p:nvPr>
            <p:ph type="dt" idx="37"/>
          </p:nvPr>
        </p:nvSpPr>
        <p:spPr>
          <a:xfrm>
            <a:off x="628560" y="4767120"/>
            <a:ext cx="2056680" cy="273240"/>
          </a:xfrm>
          <a:prstGeom prst="rect">
            <a:avLst/>
          </a:prstGeom>
          <a:noFill/>
          <a:ln w="0">
            <a:noFill/>
          </a:ln>
        </p:spPr>
        <p:txBody>
          <a:bodyPr lIns="68400" rIns="68400" tIns="34200" bIns="34200" anchor="ctr">
            <a:noAutofit/>
          </a:bodyPr>
          <a:lstStyle>
            <a:lvl1pPr indent="0">
              <a:lnSpc>
                <a:spcPct val="100000"/>
              </a:lnSpc>
              <a:buNone/>
              <a:tabLst>
                <a:tab algn="l" pos="0"/>
              </a:tabLst>
              <a:defRPr lang="en-GB" sz="1400" b="0" u="none" strike="noStrike">
                <a:solidFill>
                  <a:srgbClr val="000000"/>
                </a:solidFill>
                <a:effectLst/>
                <a:uFillTx/>
                <a:latin typeface="Times New Roman"/>
              </a:defRPr>
            </a:lvl1pPr>
          </a:lstStyle>
          <a:p>
            <a:pPr indent="0">
              <a:lnSpc>
                <a:spcPct val="100000"/>
              </a:lnSpc>
              <a:buNone/>
              <a:tabLst>
                <a:tab algn="l" pos="0"/>
              </a:tabLst>
            </a:pPr>
            <a:r>
              <a:rPr lang="en-GB" sz="1400" b="0" u="none" strike="noStrike">
                <a:solidFill>
                  <a:srgbClr val="000000"/>
                </a:solidFill>
                <a:effectLst/>
                <a:uFillTx/>
                <a:latin typeface="Times New Roman"/>
              </a:rPr>
              <a:t>&lt;date/time&gt;</a:t>
            </a:r>
            <a:endParaRPr lang="en-GB" sz="1400" b="0" u="none" strike="noStrike">
              <a:solidFill>
                <a:srgbClr val="000000"/>
              </a:solidFill>
              <a:effectLst/>
              <a:uFillTx/>
              <a:latin typeface="Times New Roman"/>
            </a:endParaRPr>
          </a:p>
        </p:txBody>
      </p:sp>
      <p:sp>
        <p:nvSpPr>
          <p:cNvPr id="81" name="PlaceHolder 4"/>
          <p:cNvSpPr>
            <a:spLocks noGrp="1"/>
          </p:cNvSpPr>
          <p:nvPr>
            <p:ph type="ftr" idx="38"/>
          </p:nvPr>
        </p:nvSpPr>
        <p:spPr>
          <a:xfrm>
            <a:off x="3029040" y="4767120"/>
            <a:ext cx="3085560" cy="273240"/>
          </a:xfrm>
          <a:prstGeom prst="rect">
            <a:avLst/>
          </a:prstGeom>
          <a:noFill/>
          <a:ln w="0">
            <a:noFill/>
          </a:ln>
        </p:spPr>
        <p:txBody>
          <a:bodyPr lIns="68400" rIns="68400" tIns="34200" bIns="34200" anchor="ctr">
            <a:noAutofit/>
          </a:bodyPr>
          <a:lstStyle>
            <a:lvl1pPr indent="0" algn="ctr">
              <a:lnSpc>
                <a:spcPct val="100000"/>
              </a:lnSpc>
              <a:buNone/>
              <a:tabLst>
                <a:tab algn="l" pos="0"/>
              </a:tabLst>
              <a:defRPr lang="en-GB" sz="1400" b="0" u="none" strike="noStrike">
                <a:solidFill>
                  <a:srgbClr val="000000"/>
                </a:solidFill>
                <a:effectLst/>
                <a:uFillTx/>
                <a:latin typeface="Times New Roman"/>
              </a:defRPr>
            </a:lvl1pPr>
          </a:lstStyle>
          <a:p>
            <a:pPr indent="0" algn="ctr">
              <a:lnSpc>
                <a:spcPct val="100000"/>
              </a:lnSpc>
              <a:buNone/>
              <a:tabLst>
                <a:tab algn="l" pos="0"/>
              </a:tabLst>
            </a:pPr>
            <a:r>
              <a:rPr lang="en-GB" sz="1400" b="0" u="none" strike="noStrike">
                <a:solidFill>
                  <a:srgbClr val="000000"/>
                </a:solidFill>
                <a:effectLst/>
                <a:uFillTx/>
                <a:latin typeface="Times New Roman"/>
              </a:rPr>
              <a:t>&lt;footer&gt;</a:t>
            </a:r>
            <a:endParaRPr lang="en-GB" sz="1400" b="0" u="none" strike="noStrike">
              <a:solidFill>
                <a:srgbClr val="000000"/>
              </a:solidFill>
              <a:effectLst/>
              <a:uFillTx/>
              <a:latin typeface="Times New Roman"/>
            </a:endParaRPr>
          </a:p>
        </p:txBody>
      </p:sp>
      <p:sp>
        <p:nvSpPr>
          <p:cNvPr id="82" name="PlaceHolder 5"/>
          <p:cNvSpPr>
            <a:spLocks noGrp="1"/>
          </p:cNvSpPr>
          <p:nvPr>
            <p:ph type="sldNum" idx="39"/>
          </p:nvPr>
        </p:nvSpPr>
        <p:spPr>
          <a:xfrm>
            <a:off x="6458040" y="4767120"/>
            <a:ext cx="2056680" cy="273240"/>
          </a:xfrm>
          <a:prstGeom prst="rect">
            <a:avLst/>
          </a:prstGeom>
          <a:noFill/>
          <a:ln w="0">
            <a:noFill/>
          </a:ln>
        </p:spPr>
        <p:txBody>
          <a:bodyPr lIns="68400" rIns="68400" tIns="34200" bIns="34200" anchor="ctr">
            <a:noAutofit/>
          </a:bodyPr>
          <a:lstStyle>
            <a:lvl1pPr indent="0" algn="r">
              <a:lnSpc>
                <a:spcPct val="100000"/>
              </a:lnSpc>
              <a:buNone/>
              <a:tabLst>
                <a:tab algn="l" pos="0"/>
              </a:tabLst>
              <a:defRPr lang="de" sz="900" b="0" u="none" strike="noStrike">
                <a:solidFill>
                  <a:srgbClr val="888888"/>
                </a:solidFill>
                <a:effectLst/>
                <a:uFillTx/>
                <a:latin typeface="Calibri"/>
                <a:ea typeface="Calibri"/>
              </a:defRPr>
            </a:lvl1pPr>
          </a:lstStyle>
          <a:p>
            <a:pPr indent="0" algn="r">
              <a:lnSpc>
                <a:spcPct val="100000"/>
              </a:lnSpc>
              <a:buNone/>
              <a:tabLst>
                <a:tab algn="l" pos="0"/>
              </a:tabLst>
            </a:pPr>
            <a:fld id="{52C8A70E-C5F1-4733-868B-52FD1382B7D4}" type="slidenum">
              <a:rPr lang="de" sz="900" b="0" u="none" strike="noStrike">
                <a:solidFill>
                  <a:srgbClr val="888888"/>
                </a:solidFill>
                <a:effectLst/>
                <a:uFillTx/>
                <a:latin typeface="Calibri"/>
                <a:ea typeface="Calibri"/>
              </a:rPr>
              <a:t>&lt;number&gt;</a:t>
            </a:fld>
            <a:endParaRPr lang="en-GB" sz="900" b="0" u="none" strike="noStrike">
              <a:solidFill>
                <a:srgbClr val="000000"/>
              </a:solidFill>
              <a:effectLst/>
              <a:uFillTx/>
              <a:latin typeface="Times New Roman"/>
            </a:endParaRPr>
          </a:p>
        </p:txBody>
      </p:sp>
    </p:spTree>
  </p:cSld>
</p:sldLayout>
</file>

<file path=ppt/slideLayouts/slideLayout2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Default 1">
    <p:bg>
      <p:bgPr>
        <a:solidFill>
          <a:schemeClr val="lt1"/>
        </a:solidFill>
      </p:bgPr>
    </p:bg>
    <p:spTree>
      <p:nvGrpSpPr>
        <p:cNvPr id="1" name=""/>
        <p:cNvGrpSpPr/>
        <p:nvPr/>
      </p:nvGrpSpPr>
      <p:grpSpPr>
        <a:xfrm>
          <a:off x="0" y="0"/>
          <a:ext cx="0" cy="0"/>
          <a:chOff x="0" y="0"/>
          <a:chExt cx="0" cy="0"/>
        </a:xfrm>
      </p:grpSpPr>
      <p:sp>
        <p:nvSpPr>
          <p:cNvPr id="83" name="PlaceHolder 1"/>
          <p:cNvSpPr>
            <a:spLocks noGrp="1"/>
          </p:cNvSpPr>
          <p:nvPr>
            <p:ph type="dt" idx="40"/>
          </p:nvPr>
        </p:nvSpPr>
        <p:spPr>
          <a:xfrm>
            <a:off x="628560" y="4767120"/>
            <a:ext cx="2056680" cy="273240"/>
          </a:xfrm>
          <a:prstGeom prst="rect">
            <a:avLst/>
          </a:prstGeom>
          <a:noFill/>
          <a:ln w="0">
            <a:noFill/>
          </a:ln>
        </p:spPr>
        <p:txBody>
          <a:bodyPr lIns="68400" rIns="68400" tIns="34200" bIns="34200" anchor="ctr">
            <a:noAutofit/>
          </a:bodyPr>
          <a:lstStyle>
            <a:lvl1pPr indent="0">
              <a:lnSpc>
                <a:spcPct val="100000"/>
              </a:lnSpc>
              <a:buNone/>
              <a:tabLst>
                <a:tab algn="l" pos="0"/>
              </a:tabLst>
              <a:defRPr lang="en-GB" sz="1400" b="0" u="none" strike="noStrike">
                <a:solidFill>
                  <a:srgbClr val="000000"/>
                </a:solidFill>
                <a:effectLst/>
                <a:uFillTx/>
                <a:latin typeface="Times New Roman"/>
              </a:defRPr>
            </a:lvl1pPr>
          </a:lstStyle>
          <a:p>
            <a:pPr indent="0">
              <a:lnSpc>
                <a:spcPct val="100000"/>
              </a:lnSpc>
              <a:buNone/>
              <a:tabLst>
                <a:tab algn="l" pos="0"/>
              </a:tabLst>
            </a:pPr>
            <a:r>
              <a:rPr lang="en-GB" sz="1400" b="0" u="none" strike="noStrike">
                <a:solidFill>
                  <a:srgbClr val="000000"/>
                </a:solidFill>
                <a:effectLst/>
                <a:uFillTx/>
                <a:latin typeface="Times New Roman"/>
              </a:rPr>
              <a:t>&lt;date/time&gt;</a:t>
            </a:r>
            <a:endParaRPr lang="en-GB" sz="1400" b="0" u="none" strike="noStrike">
              <a:solidFill>
                <a:srgbClr val="000000"/>
              </a:solidFill>
              <a:effectLst/>
              <a:uFillTx/>
              <a:latin typeface="Times New Roman"/>
            </a:endParaRPr>
          </a:p>
        </p:txBody>
      </p:sp>
      <p:sp>
        <p:nvSpPr>
          <p:cNvPr id="84" name="PlaceHolder 2"/>
          <p:cNvSpPr>
            <a:spLocks noGrp="1"/>
          </p:cNvSpPr>
          <p:nvPr>
            <p:ph type="ftr" idx="41"/>
          </p:nvPr>
        </p:nvSpPr>
        <p:spPr>
          <a:xfrm>
            <a:off x="3029040" y="4767120"/>
            <a:ext cx="3085560" cy="273240"/>
          </a:xfrm>
          <a:prstGeom prst="rect">
            <a:avLst/>
          </a:prstGeom>
          <a:noFill/>
          <a:ln w="0">
            <a:noFill/>
          </a:ln>
        </p:spPr>
        <p:txBody>
          <a:bodyPr lIns="68400" rIns="68400" tIns="34200" bIns="34200" anchor="ctr">
            <a:noAutofit/>
          </a:bodyPr>
          <a:lstStyle>
            <a:lvl1pPr indent="0" algn="ctr">
              <a:lnSpc>
                <a:spcPct val="100000"/>
              </a:lnSpc>
              <a:buNone/>
              <a:tabLst>
                <a:tab algn="l" pos="0"/>
              </a:tabLst>
              <a:defRPr lang="en-GB" sz="1400" b="0" u="none" strike="noStrike">
                <a:solidFill>
                  <a:srgbClr val="000000"/>
                </a:solidFill>
                <a:effectLst/>
                <a:uFillTx/>
                <a:latin typeface="Times New Roman"/>
              </a:defRPr>
            </a:lvl1pPr>
          </a:lstStyle>
          <a:p>
            <a:pPr indent="0" algn="ctr">
              <a:lnSpc>
                <a:spcPct val="100000"/>
              </a:lnSpc>
              <a:buNone/>
              <a:tabLst>
                <a:tab algn="l" pos="0"/>
              </a:tabLst>
            </a:pPr>
            <a:r>
              <a:rPr lang="en-GB" sz="1400" b="0" u="none" strike="noStrike">
                <a:solidFill>
                  <a:srgbClr val="000000"/>
                </a:solidFill>
                <a:effectLst/>
                <a:uFillTx/>
                <a:latin typeface="Times New Roman"/>
              </a:rPr>
              <a:t>&lt;footer&gt;</a:t>
            </a:r>
            <a:endParaRPr lang="en-GB" sz="1400" b="0" u="none" strike="noStrike">
              <a:solidFill>
                <a:srgbClr val="000000"/>
              </a:solidFill>
              <a:effectLst/>
              <a:uFillTx/>
              <a:latin typeface="Times New Roman"/>
            </a:endParaRPr>
          </a:p>
        </p:txBody>
      </p:sp>
      <p:sp>
        <p:nvSpPr>
          <p:cNvPr id="85" name="PlaceHolder 3"/>
          <p:cNvSpPr>
            <a:spLocks noGrp="1"/>
          </p:cNvSpPr>
          <p:nvPr>
            <p:ph type="sldNum" idx="42"/>
          </p:nvPr>
        </p:nvSpPr>
        <p:spPr>
          <a:xfrm>
            <a:off x="6458040" y="4767120"/>
            <a:ext cx="2056680" cy="273240"/>
          </a:xfrm>
          <a:prstGeom prst="rect">
            <a:avLst/>
          </a:prstGeom>
          <a:noFill/>
          <a:ln w="0">
            <a:noFill/>
          </a:ln>
        </p:spPr>
        <p:txBody>
          <a:bodyPr lIns="68400" rIns="68400" tIns="34200" bIns="34200" anchor="ctr">
            <a:noAutofit/>
          </a:bodyPr>
          <a:lstStyle>
            <a:lvl1pPr indent="0" algn="r">
              <a:lnSpc>
                <a:spcPct val="100000"/>
              </a:lnSpc>
              <a:buNone/>
              <a:tabLst>
                <a:tab algn="l" pos="0"/>
              </a:tabLst>
              <a:defRPr lang="de" sz="900" b="0" u="none" strike="noStrike">
                <a:solidFill>
                  <a:srgbClr val="888888"/>
                </a:solidFill>
                <a:effectLst/>
                <a:uFillTx/>
                <a:latin typeface="Calibri"/>
                <a:ea typeface="Calibri"/>
              </a:defRPr>
            </a:lvl1pPr>
          </a:lstStyle>
          <a:p>
            <a:pPr indent="0" algn="r">
              <a:lnSpc>
                <a:spcPct val="100000"/>
              </a:lnSpc>
              <a:buNone/>
              <a:tabLst>
                <a:tab algn="l" pos="0"/>
              </a:tabLst>
            </a:pPr>
            <a:fld id="{F8380AE7-DD85-41CC-9750-6293812C5BA4}" type="slidenum">
              <a:rPr lang="de" sz="900" b="0" u="none" strike="noStrike">
                <a:solidFill>
                  <a:srgbClr val="888888"/>
                </a:solidFill>
                <a:effectLst/>
                <a:uFillTx/>
                <a:latin typeface="Calibri"/>
                <a:ea typeface="Calibri"/>
              </a:rPr>
              <a:t>&lt;number&gt;</a:t>
            </a:fld>
            <a:endParaRPr lang="en-GB" sz="900" b="0" u="none" strike="noStrike">
              <a:solidFill>
                <a:srgbClr val="000000"/>
              </a:solidFill>
              <a:effectLst/>
              <a:uFillTx/>
              <a:latin typeface="Times New Roman"/>
            </a:endParaRPr>
          </a:p>
        </p:txBody>
      </p:sp>
      <p:sp>
        <p:nvSpPr>
          <p:cNvPr id="86" name="PlaceHolder 4"/>
          <p:cNvSpPr>
            <a:spLocks noGrp="1"/>
          </p:cNvSpPr>
          <p:nvPr>
            <p:ph type="title"/>
          </p:nvPr>
        </p:nvSpPr>
        <p:spPr>
          <a:xfrm>
            <a:off x="457200" y="205200"/>
            <a:ext cx="8228880" cy="858240"/>
          </a:xfrm>
          <a:prstGeom prst="rect">
            <a:avLst/>
          </a:prstGeom>
          <a:noFill/>
          <a:ln w="0">
            <a:noFill/>
          </a:ln>
        </p:spPr>
        <p:txBody>
          <a:bodyPr lIns="0" rIns="0" tIns="0" bIns="0" anchor="ctr">
            <a:noAutofit/>
          </a:bodyPr>
          <a:p>
            <a:pPr indent="0">
              <a:lnSpc>
                <a:spcPct val="100000"/>
              </a:lnSpc>
              <a:buNone/>
              <a:tabLst>
                <a:tab algn="l" pos="0"/>
              </a:tabLst>
            </a:pPr>
            <a:r>
              <a:rPr lang="en-GB" sz="1400" b="0" u="none" strike="noStrike">
                <a:solidFill>
                  <a:srgbClr val="000000"/>
                </a:solidFill>
                <a:effectLst/>
                <a:uFillTx/>
                <a:latin typeface="Arial"/>
              </a:rPr>
              <a:t>Click to edit the title text format</a:t>
            </a:r>
            <a:endParaRPr lang="en-GB" sz="1400" b="0" u="none" strike="noStrike">
              <a:solidFill>
                <a:srgbClr val="000000"/>
              </a:solidFill>
              <a:effectLst/>
              <a:uFillTx/>
              <a:latin typeface="Arial"/>
            </a:endParaRPr>
          </a:p>
        </p:txBody>
      </p:sp>
      <p:sp>
        <p:nvSpPr>
          <p:cNvPr id="87" name="PlaceHolder 5"/>
          <p:cNvSpPr>
            <a:spLocks noGrp="1"/>
          </p:cNvSpPr>
          <p:nvPr>
            <p:ph type="body"/>
          </p:nvPr>
        </p:nvSpPr>
        <p:spPr>
          <a:xfrm>
            <a:off x="457200" y="1203480"/>
            <a:ext cx="8228880" cy="298260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lang="en-GB" sz="1400" b="0" u="none" strike="noStrike">
                <a:solidFill>
                  <a:srgbClr val="000000"/>
                </a:solidFill>
                <a:effectLst/>
                <a:uFillTx/>
                <a:latin typeface="Arial"/>
              </a:rPr>
              <a:t>Click to edit the outline text format</a:t>
            </a:r>
            <a:endParaRPr lang="en-GB" sz="14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n-GB" sz="1400" b="0" u="none" strike="noStrike">
                <a:solidFill>
                  <a:srgbClr val="000000"/>
                </a:solidFill>
                <a:effectLst/>
                <a:uFillTx/>
                <a:latin typeface="Arial"/>
              </a:rPr>
              <a:t>Second Outline Level</a:t>
            </a:r>
            <a:endParaRPr lang="en-GB" sz="14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n-GB" sz="1400" b="0" u="none" strike="noStrike">
                <a:solidFill>
                  <a:srgbClr val="000000"/>
                </a:solidFill>
                <a:effectLst/>
                <a:uFillTx/>
                <a:latin typeface="Arial"/>
              </a:rPr>
              <a:t>Third Outline Level</a:t>
            </a:r>
            <a:endParaRPr lang="en-GB" sz="14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n-GB" sz="1400" b="0" u="none" strike="noStrike">
                <a:solidFill>
                  <a:srgbClr val="000000"/>
                </a:solidFill>
                <a:effectLst/>
                <a:uFillTx/>
                <a:latin typeface="Arial"/>
              </a:rPr>
              <a:t>Fourth Outline Level</a:t>
            </a:r>
            <a:endParaRPr lang="en-GB" sz="14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n-GB" sz="2000" b="0" u="none" strike="noStrike">
                <a:solidFill>
                  <a:srgbClr val="000000"/>
                </a:solidFill>
                <a:effectLst/>
                <a:uFillTx/>
                <a:latin typeface="Arial"/>
              </a:rPr>
              <a:t>Fifth Outline Level</a:t>
            </a:r>
            <a:endParaRPr lang="en-GB" sz="20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n-GB" sz="2000" b="0" u="none" strike="noStrike">
                <a:solidFill>
                  <a:srgbClr val="000000"/>
                </a:solidFill>
                <a:effectLst/>
                <a:uFillTx/>
                <a:latin typeface="Arial"/>
              </a:rPr>
              <a:t>Sixth Outline Level</a:t>
            </a:r>
            <a:endParaRPr lang="en-GB" sz="20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n-GB" sz="2000" b="0" u="none" strike="noStrike">
                <a:solidFill>
                  <a:srgbClr val="000000"/>
                </a:solidFill>
                <a:effectLst/>
                <a:uFillTx/>
                <a:latin typeface="Arial"/>
              </a:rPr>
              <a:t>Seventh Outline Level</a:t>
            </a:r>
            <a:endParaRPr lang="en-GB" sz="2000" b="0" u="none" strike="noStrike">
              <a:solidFill>
                <a:srgbClr val="000000"/>
              </a:solidFill>
              <a:effectLst/>
              <a:uFillTx/>
              <a:latin typeface="Arial"/>
            </a:endParaRPr>
          </a:p>
        </p:txBody>
      </p:sp>
    </p:spTree>
  </p:cSld>
</p:sldLayout>
</file>

<file path=ppt/slideLayouts/slideLayout2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Default 2">
    <p:bg>
      <p:bgPr>
        <a:solidFill>
          <a:schemeClr val="lt1"/>
        </a:solidFill>
      </p:bgPr>
    </p:bg>
    <p:spTree>
      <p:nvGrpSpPr>
        <p:cNvPr id="1" name=""/>
        <p:cNvGrpSpPr/>
        <p:nvPr/>
      </p:nvGrpSpPr>
      <p:grpSpPr>
        <a:xfrm>
          <a:off x="0" y="0"/>
          <a:ext cx="0" cy="0"/>
          <a:chOff x="0" y="0"/>
          <a:chExt cx="0" cy="0"/>
        </a:xfrm>
      </p:grpSpPr>
      <p:sp>
        <p:nvSpPr>
          <p:cNvPr id="88" name="PlaceHolder 1"/>
          <p:cNvSpPr>
            <a:spLocks noGrp="1"/>
          </p:cNvSpPr>
          <p:nvPr>
            <p:ph type="title"/>
          </p:nvPr>
        </p:nvSpPr>
        <p:spPr>
          <a:xfrm>
            <a:off x="311760" y="2151000"/>
            <a:ext cx="8519760" cy="840960"/>
          </a:xfrm>
          <a:prstGeom prst="rect">
            <a:avLst/>
          </a:prstGeom>
          <a:noFill/>
          <a:ln w="0">
            <a:noFill/>
          </a:ln>
        </p:spPr>
        <p:txBody>
          <a:bodyPr lIns="68400" rIns="68400" tIns="68400" bIns="68400" anchor="ctr">
            <a:normAutofit/>
          </a:bodyPr>
          <a:p>
            <a:pPr indent="0">
              <a:lnSpc>
                <a:spcPct val="100000"/>
              </a:lnSpc>
              <a:buNone/>
              <a:tabLst>
                <a:tab algn="l" pos="0"/>
              </a:tabLst>
            </a:pPr>
            <a:r>
              <a:rPr lang="en-GB" sz="3600" b="0" u="none" strike="noStrike">
                <a:solidFill>
                  <a:srgbClr val="000000"/>
                </a:solidFill>
                <a:effectLst/>
                <a:uFillTx/>
                <a:latin typeface="Arial"/>
              </a:rPr>
              <a:t>Click to edit the title text format</a:t>
            </a:r>
            <a:endParaRPr lang="en-GB" sz="3600" b="0" u="none" strike="noStrike">
              <a:solidFill>
                <a:srgbClr val="000000"/>
              </a:solidFill>
              <a:effectLst/>
              <a:uFillTx/>
              <a:latin typeface="Arial"/>
            </a:endParaRPr>
          </a:p>
        </p:txBody>
      </p:sp>
      <p:sp>
        <p:nvSpPr>
          <p:cNvPr id="89" name="PlaceHolder 2"/>
          <p:cNvSpPr>
            <a:spLocks noGrp="1"/>
          </p:cNvSpPr>
          <p:nvPr>
            <p:ph type="sldNum" idx="43"/>
          </p:nvPr>
        </p:nvSpPr>
        <p:spPr>
          <a:xfrm>
            <a:off x="8472600" y="4663080"/>
            <a:ext cx="547920" cy="392760"/>
          </a:xfrm>
          <a:prstGeom prst="rect">
            <a:avLst/>
          </a:prstGeom>
          <a:noFill/>
          <a:ln w="0">
            <a:noFill/>
          </a:ln>
        </p:spPr>
        <p:txBody>
          <a:bodyPr lIns="68400" rIns="68400" tIns="68400" bIns="68400" anchor="ctr">
            <a:normAutofit/>
          </a:bodyPr>
          <a:lstStyle>
            <a:lvl1pPr indent="0" algn="r">
              <a:lnSpc>
                <a:spcPct val="100000"/>
              </a:lnSpc>
              <a:buNone/>
              <a:tabLst>
                <a:tab algn="l" pos="0"/>
              </a:tabLst>
              <a:defRPr lang="de" sz="900" b="0" u="none" strike="noStrike">
                <a:solidFill>
                  <a:srgbClr val="888888"/>
                </a:solidFill>
                <a:effectLst/>
                <a:uFillTx/>
                <a:latin typeface="Calibri"/>
                <a:ea typeface="Calibri"/>
              </a:defRPr>
            </a:lvl1pPr>
          </a:lstStyle>
          <a:p>
            <a:pPr indent="0" algn="r">
              <a:lnSpc>
                <a:spcPct val="100000"/>
              </a:lnSpc>
              <a:buNone/>
              <a:tabLst>
                <a:tab algn="l" pos="0"/>
              </a:tabLst>
            </a:pPr>
            <a:fld id="{65E8CD58-08F2-4FCF-A6E3-AFFC28D59F08}" type="slidenum">
              <a:rPr lang="de" sz="900" b="0" u="none" strike="noStrike">
                <a:solidFill>
                  <a:srgbClr val="888888"/>
                </a:solidFill>
                <a:effectLst/>
                <a:uFillTx/>
                <a:latin typeface="Calibri"/>
                <a:ea typeface="Calibri"/>
              </a:rPr>
              <a:t>&lt;number&gt;</a:t>
            </a:fld>
            <a:endParaRPr lang="en-GB" sz="900" b="0" u="none" strike="noStrike">
              <a:solidFill>
                <a:srgbClr val="000000"/>
              </a:solidFill>
              <a:effectLst/>
              <a:uFillTx/>
              <a:latin typeface="Times New Roman"/>
            </a:endParaRPr>
          </a:p>
        </p:txBody>
      </p:sp>
    </p:spTree>
  </p:cSld>
</p:sldLayout>
</file>

<file path=ppt/slideLayouts/slideLayout2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OBJECT">
    <p:bg>
      <p:bgPr>
        <a:solidFill>
          <a:schemeClr val="lt1"/>
        </a:solidFill>
      </p:bgPr>
    </p:bg>
    <p:spTree>
      <p:nvGrpSpPr>
        <p:cNvPr id="1" name=""/>
        <p:cNvGrpSpPr/>
        <p:nvPr/>
      </p:nvGrpSpPr>
      <p:grpSpPr>
        <a:xfrm>
          <a:off x="0" y="0"/>
          <a:ext cx="0" cy="0"/>
          <a:chOff x="0" y="0"/>
          <a:chExt cx="0" cy="0"/>
        </a:xfrm>
      </p:grpSpPr>
      <p:sp>
        <p:nvSpPr>
          <p:cNvPr id="90" name="PlaceHolder 1"/>
          <p:cNvSpPr>
            <a:spLocks noGrp="1"/>
          </p:cNvSpPr>
          <p:nvPr>
            <p:ph type="title"/>
          </p:nvPr>
        </p:nvSpPr>
        <p:spPr>
          <a:xfrm>
            <a:off x="628560" y="273960"/>
            <a:ext cx="7886160" cy="993600"/>
          </a:xfrm>
          <a:prstGeom prst="rect">
            <a:avLst/>
          </a:prstGeom>
          <a:noFill/>
          <a:ln w="0">
            <a:noFill/>
          </a:ln>
        </p:spPr>
        <p:txBody>
          <a:bodyPr lIns="68400" rIns="68400" tIns="34200" bIns="34200" anchor="ctr">
            <a:normAutofit/>
          </a:bodyPr>
          <a:p>
            <a:pPr indent="0">
              <a:lnSpc>
                <a:spcPct val="100000"/>
              </a:lnSpc>
              <a:buNone/>
              <a:tabLst>
                <a:tab algn="l" pos="0"/>
              </a:tabLst>
            </a:pPr>
            <a:r>
              <a:rPr lang="en-GB" sz="3300" b="0" u="none" strike="noStrike">
                <a:solidFill>
                  <a:srgbClr val="000000"/>
                </a:solidFill>
                <a:effectLst/>
                <a:uFillTx/>
                <a:latin typeface="Arial"/>
              </a:rPr>
              <a:t>Click to edit the title text format</a:t>
            </a:r>
            <a:endParaRPr lang="en-GB" sz="3300" b="0" u="none" strike="noStrike">
              <a:solidFill>
                <a:srgbClr val="000000"/>
              </a:solidFill>
              <a:effectLst/>
              <a:uFillTx/>
              <a:latin typeface="Arial"/>
            </a:endParaRPr>
          </a:p>
        </p:txBody>
      </p:sp>
      <p:sp>
        <p:nvSpPr>
          <p:cNvPr id="91" name="PlaceHolder 2"/>
          <p:cNvSpPr>
            <a:spLocks noGrp="1"/>
          </p:cNvSpPr>
          <p:nvPr>
            <p:ph type="body"/>
          </p:nvPr>
        </p:nvSpPr>
        <p:spPr>
          <a:xfrm>
            <a:off x="628560" y="1369080"/>
            <a:ext cx="7886160" cy="3262680"/>
          </a:xfrm>
          <a:prstGeom prst="rect">
            <a:avLst/>
          </a:prstGeom>
          <a:noFill/>
          <a:ln w="0">
            <a:noFill/>
          </a:ln>
        </p:spPr>
        <p:txBody>
          <a:bodyPr lIns="68400" rIns="68400" tIns="34200" bIns="34200" anchor="t">
            <a:normAutofit/>
          </a:bodyPr>
          <a:p>
            <a:pPr marL="432000" indent="-324000">
              <a:lnSpc>
                <a:spcPct val="100000"/>
              </a:lnSpc>
              <a:spcBef>
                <a:spcPts val="1417"/>
              </a:spcBef>
              <a:buClr>
                <a:srgbClr val="000000"/>
              </a:buClr>
              <a:buSzPct val="45000"/>
              <a:buFont typeface="Wingdings" charset="2"/>
              <a:buChar char=""/>
            </a:pPr>
            <a:r>
              <a:rPr lang="en-GB" sz="2100" b="0" u="none" strike="noStrike">
                <a:solidFill>
                  <a:srgbClr val="000000"/>
                </a:solidFill>
                <a:effectLst/>
                <a:uFillTx/>
                <a:latin typeface="Arial"/>
              </a:rPr>
              <a:t>Click to edit the outline text format</a:t>
            </a:r>
            <a:endParaRPr lang="en-GB" sz="21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n-GB" sz="2100" b="0" u="none" strike="noStrike">
                <a:solidFill>
                  <a:srgbClr val="000000"/>
                </a:solidFill>
                <a:effectLst/>
                <a:uFillTx/>
                <a:latin typeface="Arial"/>
              </a:rPr>
              <a:t>Second Outline Level</a:t>
            </a:r>
            <a:endParaRPr lang="en-GB" sz="21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n-GB" sz="2100" b="0" u="none" strike="noStrike">
                <a:solidFill>
                  <a:srgbClr val="000000"/>
                </a:solidFill>
                <a:effectLst/>
                <a:uFillTx/>
                <a:latin typeface="Arial"/>
              </a:rPr>
              <a:t>Third Outline Level</a:t>
            </a:r>
            <a:endParaRPr lang="en-GB" sz="21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n-GB" sz="2100" b="0" u="none" strike="noStrike">
                <a:solidFill>
                  <a:srgbClr val="000000"/>
                </a:solidFill>
                <a:effectLst/>
                <a:uFillTx/>
                <a:latin typeface="Arial"/>
              </a:rPr>
              <a:t>Fourth Outline Level</a:t>
            </a:r>
            <a:endParaRPr lang="en-GB" sz="21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n-GB" sz="2100" b="0" u="none" strike="noStrike">
                <a:solidFill>
                  <a:srgbClr val="000000"/>
                </a:solidFill>
                <a:effectLst/>
                <a:uFillTx/>
                <a:latin typeface="Arial"/>
              </a:rPr>
              <a:t>Fifth Outline Level</a:t>
            </a:r>
            <a:endParaRPr lang="en-GB" sz="21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n-GB" sz="2100" b="0" u="none" strike="noStrike">
                <a:solidFill>
                  <a:srgbClr val="000000"/>
                </a:solidFill>
                <a:effectLst/>
                <a:uFillTx/>
                <a:latin typeface="Arial"/>
              </a:rPr>
              <a:t>Sixth Outline Level</a:t>
            </a:r>
            <a:endParaRPr lang="en-GB" sz="21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n-GB" sz="2100" b="0" u="none" strike="noStrike">
                <a:solidFill>
                  <a:srgbClr val="000000"/>
                </a:solidFill>
                <a:effectLst/>
                <a:uFillTx/>
                <a:latin typeface="Arial"/>
              </a:rPr>
              <a:t>Seventh Outline Level</a:t>
            </a:r>
            <a:endParaRPr lang="en-GB" sz="2100" b="0" u="none" strike="noStrike">
              <a:solidFill>
                <a:srgbClr val="000000"/>
              </a:solidFill>
              <a:effectLst/>
              <a:uFillTx/>
              <a:latin typeface="Arial"/>
            </a:endParaRPr>
          </a:p>
        </p:txBody>
      </p:sp>
      <p:sp>
        <p:nvSpPr>
          <p:cNvPr id="92" name="PlaceHolder 3"/>
          <p:cNvSpPr>
            <a:spLocks noGrp="1"/>
          </p:cNvSpPr>
          <p:nvPr>
            <p:ph type="dt" idx="44"/>
          </p:nvPr>
        </p:nvSpPr>
        <p:spPr>
          <a:xfrm>
            <a:off x="628560" y="4767120"/>
            <a:ext cx="2056680" cy="273240"/>
          </a:xfrm>
          <a:prstGeom prst="rect">
            <a:avLst/>
          </a:prstGeom>
          <a:noFill/>
          <a:ln w="0">
            <a:noFill/>
          </a:ln>
        </p:spPr>
        <p:txBody>
          <a:bodyPr lIns="68400" rIns="68400" tIns="34200" bIns="34200" anchor="ctr">
            <a:noAutofit/>
          </a:bodyPr>
          <a:lstStyle>
            <a:lvl1pPr indent="0">
              <a:lnSpc>
                <a:spcPct val="100000"/>
              </a:lnSpc>
              <a:buNone/>
              <a:tabLst>
                <a:tab algn="l" pos="0"/>
              </a:tabLst>
              <a:defRPr lang="en-GB" sz="1400" b="0" u="none" strike="noStrike">
                <a:solidFill>
                  <a:srgbClr val="000000"/>
                </a:solidFill>
                <a:effectLst/>
                <a:uFillTx/>
                <a:latin typeface="Times New Roman"/>
              </a:defRPr>
            </a:lvl1pPr>
          </a:lstStyle>
          <a:p>
            <a:pPr indent="0">
              <a:lnSpc>
                <a:spcPct val="100000"/>
              </a:lnSpc>
              <a:buNone/>
              <a:tabLst>
                <a:tab algn="l" pos="0"/>
              </a:tabLst>
            </a:pPr>
            <a:r>
              <a:rPr lang="en-GB" sz="1400" b="0" u="none" strike="noStrike">
                <a:solidFill>
                  <a:srgbClr val="000000"/>
                </a:solidFill>
                <a:effectLst/>
                <a:uFillTx/>
                <a:latin typeface="Times New Roman"/>
              </a:rPr>
              <a:t>&lt;date/time&gt;</a:t>
            </a:r>
            <a:endParaRPr lang="en-GB" sz="1400" b="0" u="none" strike="noStrike">
              <a:solidFill>
                <a:srgbClr val="000000"/>
              </a:solidFill>
              <a:effectLst/>
              <a:uFillTx/>
              <a:latin typeface="Times New Roman"/>
            </a:endParaRPr>
          </a:p>
        </p:txBody>
      </p:sp>
      <p:sp>
        <p:nvSpPr>
          <p:cNvPr id="93" name="PlaceHolder 4"/>
          <p:cNvSpPr>
            <a:spLocks noGrp="1"/>
          </p:cNvSpPr>
          <p:nvPr>
            <p:ph type="ftr" idx="45"/>
          </p:nvPr>
        </p:nvSpPr>
        <p:spPr>
          <a:xfrm>
            <a:off x="3029040" y="4767120"/>
            <a:ext cx="3085560" cy="273240"/>
          </a:xfrm>
          <a:prstGeom prst="rect">
            <a:avLst/>
          </a:prstGeom>
          <a:noFill/>
          <a:ln w="0">
            <a:noFill/>
          </a:ln>
        </p:spPr>
        <p:txBody>
          <a:bodyPr lIns="68400" rIns="68400" tIns="34200" bIns="34200" anchor="ctr">
            <a:noAutofit/>
          </a:bodyPr>
          <a:lstStyle>
            <a:lvl1pPr indent="0" algn="ctr">
              <a:lnSpc>
                <a:spcPct val="100000"/>
              </a:lnSpc>
              <a:buNone/>
              <a:tabLst>
                <a:tab algn="l" pos="0"/>
              </a:tabLst>
              <a:defRPr lang="en-GB" sz="1400" b="0" u="none" strike="noStrike">
                <a:solidFill>
                  <a:srgbClr val="000000"/>
                </a:solidFill>
                <a:effectLst/>
                <a:uFillTx/>
                <a:latin typeface="Times New Roman"/>
              </a:defRPr>
            </a:lvl1pPr>
          </a:lstStyle>
          <a:p>
            <a:pPr indent="0" algn="ctr">
              <a:lnSpc>
                <a:spcPct val="100000"/>
              </a:lnSpc>
              <a:buNone/>
              <a:tabLst>
                <a:tab algn="l" pos="0"/>
              </a:tabLst>
            </a:pPr>
            <a:r>
              <a:rPr lang="en-GB" sz="1400" b="0" u="none" strike="noStrike">
                <a:solidFill>
                  <a:srgbClr val="000000"/>
                </a:solidFill>
                <a:effectLst/>
                <a:uFillTx/>
                <a:latin typeface="Times New Roman"/>
              </a:rPr>
              <a:t>&lt;footer&gt;</a:t>
            </a:r>
            <a:endParaRPr lang="en-GB" sz="1400" b="0" u="none" strike="noStrike">
              <a:solidFill>
                <a:srgbClr val="000000"/>
              </a:solidFill>
              <a:effectLst/>
              <a:uFillTx/>
              <a:latin typeface="Times New Roman"/>
            </a:endParaRPr>
          </a:p>
        </p:txBody>
      </p:sp>
      <p:sp>
        <p:nvSpPr>
          <p:cNvPr id="94" name="PlaceHolder 5"/>
          <p:cNvSpPr>
            <a:spLocks noGrp="1"/>
          </p:cNvSpPr>
          <p:nvPr>
            <p:ph type="sldNum" idx="46"/>
          </p:nvPr>
        </p:nvSpPr>
        <p:spPr>
          <a:xfrm>
            <a:off x="6458040" y="4767120"/>
            <a:ext cx="2056680" cy="273240"/>
          </a:xfrm>
          <a:prstGeom prst="rect">
            <a:avLst/>
          </a:prstGeom>
          <a:noFill/>
          <a:ln w="0">
            <a:noFill/>
          </a:ln>
        </p:spPr>
        <p:txBody>
          <a:bodyPr lIns="68400" rIns="68400" tIns="34200" bIns="34200" anchor="ctr">
            <a:noAutofit/>
          </a:bodyPr>
          <a:lstStyle>
            <a:lvl1pPr indent="0" algn="r">
              <a:lnSpc>
                <a:spcPct val="100000"/>
              </a:lnSpc>
              <a:buNone/>
              <a:tabLst>
                <a:tab algn="l" pos="0"/>
              </a:tabLst>
              <a:defRPr lang="de" sz="900" b="0" u="none" strike="noStrike">
                <a:solidFill>
                  <a:srgbClr val="888888"/>
                </a:solidFill>
                <a:effectLst/>
                <a:uFillTx/>
                <a:latin typeface="Calibri"/>
                <a:ea typeface="Calibri"/>
              </a:defRPr>
            </a:lvl1pPr>
          </a:lstStyle>
          <a:p>
            <a:pPr indent="0" algn="r">
              <a:lnSpc>
                <a:spcPct val="100000"/>
              </a:lnSpc>
              <a:buNone/>
              <a:tabLst>
                <a:tab algn="l" pos="0"/>
              </a:tabLst>
            </a:pPr>
            <a:fld id="{0F49C639-677E-47AA-A89F-53CAF4667A24}" type="slidenum">
              <a:rPr lang="de" sz="900" b="0" u="none" strike="noStrike">
                <a:solidFill>
                  <a:srgbClr val="888888"/>
                </a:solidFill>
                <a:effectLst/>
                <a:uFillTx/>
                <a:latin typeface="Calibri"/>
                <a:ea typeface="Calibri"/>
              </a:rPr>
              <a:t>&lt;number&gt;</a:t>
            </a:fld>
            <a:endParaRPr lang="en-GB" sz="900" b="0" u="none" strike="noStrike">
              <a:solidFill>
                <a:srgbClr val="000000"/>
              </a:solidFill>
              <a:effectLst/>
              <a:uFillTx/>
              <a:latin typeface="Times New Roman"/>
            </a:endParaRPr>
          </a:p>
        </p:txBody>
      </p:sp>
    </p:spTree>
  </p:cSld>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
</Relationships>
</file>

<file path=ppt/slideMasters/_rels/slideMaster12.xml.rels><?xml version="1.0" encoding="UTF-8"?>
<Relationships xmlns="http://schemas.openxmlformats.org/package/2006/relationships"><Relationship Id="rId1" Type="http://schemas.openxmlformats.org/officeDocument/2006/relationships/theme" Target="../theme/theme2.xml"/><Relationship Id="rId2" Type="http://schemas.openxmlformats.org/officeDocument/2006/relationships/slideLayout" Target="../slideLayouts/slideLayout12.xml"/><Relationship Id="rId3" Type="http://schemas.openxmlformats.org/officeDocument/2006/relationships/slideLayout" Target="../slideLayouts/slideLayout13.xml"/><Relationship Id="rId4" Type="http://schemas.openxmlformats.org/officeDocument/2006/relationships/slideLayout" Target="../slideLayouts/slideLayout14.xml"/><Relationship Id="rId5" Type="http://schemas.openxmlformats.org/officeDocument/2006/relationships/slideLayout" Target="../slideLayouts/slideLayout15.xml"/><Relationship Id="rId6" Type="http://schemas.openxmlformats.org/officeDocument/2006/relationships/slideLayout" Target="../slideLayouts/slideLayout16.xml"/><Relationship Id="rId7" Type="http://schemas.openxmlformats.org/officeDocument/2006/relationships/slideLayout" Target="../slideLayouts/slideLayout17.xml"/><Relationship Id="rId8" Type="http://schemas.openxmlformats.org/officeDocument/2006/relationships/slideLayout" Target="../slideLayouts/slideLayout18.xml"/><Relationship Id="rId9" Type="http://schemas.openxmlformats.org/officeDocument/2006/relationships/slideLayout" Target="../slideLayouts/slideLayout19.xml"/><Relationship Id="rId10" Type="http://schemas.openxmlformats.org/officeDocument/2006/relationships/slideLayout" Target="../slideLayouts/slideLayout20.xml"/><Relationship Id="rId11" Type="http://schemas.openxmlformats.org/officeDocument/2006/relationships/slideLayout" Target="../slideLayouts/slideLayout21.xml"/><Relationship Id="rId12" Type="http://schemas.openxmlformats.org/officeDocument/2006/relationships/slideLayout" Target="../slideLayouts/slideLayout22.xml"/><Relationship Id="rId13" Type="http://schemas.openxmlformats.org/officeDocument/2006/relationships/slideLayout" Target="../slideLayouts/slideLayout23.xml"/><Relationship Id="rId14" Type="http://schemas.openxmlformats.org/officeDocument/2006/relationships/slideLayout" Target="../slideLayouts/slideLayout24.xml"/>
</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Tree>
  </p:cSld>
  <p:clrMap bg1="lt1" tx1="dk1" bg2="dk2" tx2="lt2" accent1="accent1" accent2="accent2" accent3="accent3" accent4="accent4" accent5="accent5" accent6="accent6" hlink="hlink" folHlink="folHlink"/>
  <p:sldLayoutIdLst>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sldMaster>
</file>

<file path=ppt/slideMasters/slideMaster12.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Tree>
  </p:cSld>
  <p:clrMap bg1="lt1" tx1="dk1" bg2="dk2" tx2="lt2" accent1="accent1" accent2="accent2" accent3="accent3" accent4="accent4" accent5="accent5" accent6="accent6" hlink="hlink" folHlink="folHlink"/>
  <p:sldLayoutIdLst>
    <p:sldLayoutId id="2147483661" r:id="rId2"/>
    <p:sldLayoutId id="2147483662" r:id="rId3"/>
    <p:sldLayoutId id="2147483663" r:id="rId4"/>
    <p:sldLayoutId id="2147483664" r:id="rId5"/>
    <p:sldLayoutId id="2147483665" r:id="rId6"/>
    <p:sldLayoutId id="2147483666" r:id="rId7"/>
    <p:sldLayoutId id="2147483667" r:id="rId8"/>
    <p:sldLayoutId id="2147483668" r:id="rId9"/>
    <p:sldLayoutId id="2147483669" r:id="rId10"/>
    <p:sldLayoutId id="2147483670" r:id="rId11"/>
    <p:sldLayoutId id="2147483671" r:id="rId12"/>
    <p:sldLayoutId id="2147483672" r:id="rId13"/>
    <p:sldLayoutId id="2147483673" r:id="rId14"/>
  </p:sldLayoutIdLst>
</p:sldMaster>
</file>

<file path=ppt/slides/_rels/slide1.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slideLayout" Target="../slideLayouts/slideLayout17.xml"/>
</Relationships>
</file>

<file path=ppt/slides/_rels/slide2.xml.rels><?xml version="1.0" encoding="UTF-8"?>
<Relationships xmlns="http://schemas.openxmlformats.org/package/2006/relationships"><Relationship Id="rId1" Type="http://schemas.openxmlformats.org/officeDocument/2006/relationships/slideLayout" Target="../slideLayouts/slideLayout17.xml"/>
</Relationships>
</file>

<file path=ppt/slides/_rels/slide3.xml.rels><?xml version="1.0" encoding="UTF-8"?>
<Relationships xmlns="http://schemas.openxmlformats.org/package/2006/relationships"><Relationship Id="rId1" Type="http://schemas.openxmlformats.org/officeDocument/2006/relationships/slideLayout" Target="../slideLayouts/slideLayout17.xml"/>
</Relationships>
</file>

<file path=ppt/slides/_rels/slide4.xml.rels><?xml version="1.0" encoding="UTF-8"?>
<Relationships xmlns="http://schemas.openxmlformats.org/package/2006/relationships"><Relationship Id="rId1" Type="http://schemas.openxmlformats.org/officeDocument/2006/relationships/slideLayout" Target="../slideLayouts/slideLayout17.xml"/>
</Relationships>
</file>

<file path=ppt/slides/_rels/slide5.xml.rels><?xml version="1.0" encoding="UTF-8"?>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5.xml"/>
</Relationships>
</file>

<file path=ppt/slides/_rels/slide6.xml.rels><?xml version="1.0" encoding="UTF-8"?>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6.xml"/>
</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grpSp>
        <p:nvGrpSpPr>
          <p:cNvPr id="101" name="Google Shape;149;p2"/>
          <p:cNvGrpSpPr/>
          <p:nvPr/>
        </p:nvGrpSpPr>
        <p:grpSpPr>
          <a:xfrm>
            <a:off x="360" y="-1800"/>
            <a:ext cx="4419720" cy="778680"/>
            <a:chOff x="360" y="-1800"/>
            <a:chExt cx="4419720" cy="778680"/>
          </a:xfrm>
        </p:grpSpPr>
        <p:grpSp>
          <p:nvGrpSpPr>
            <p:cNvPr id="102" name="Google Shape;150;p2"/>
            <p:cNvGrpSpPr/>
            <p:nvPr/>
          </p:nvGrpSpPr>
          <p:grpSpPr>
            <a:xfrm>
              <a:off x="360" y="72000"/>
              <a:ext cx="4419720" cy="704880"/>
              <a:chOff x="360" y="72000"/>
              <a:chExt cx="4419720" cy="704880"/>
            </a:xfrm>
          </p:grpSpPr>
          <p:sp>
            <p:nvSpPr>
              <p:cNvPr id="103" name="Google Shape;151;p2"/>
              <p:cNvSpPr/>
              <p:nvPr/>
            </p:nvSpPr>
            <p:spPr>
              <a:xfrm>
                <a:off x="360" y="72000"/>
                <a:ext cx="3268800" cy="704880"/>
              </a:xfrm>
              <a:prstGeom prst="rect">
                <a:avLst/>
              </a:prstGeom>
              <a:solidFill>
                <a:srgbClr val="5562eb"/>
              </a:solidFill>
              <a:ln w="0">
                <a:noFill/>
              </a:ln>
            </p:spPr>
            <p:style>
              <a:lnRef idx="0"/>
              <a:fillRef idx="0"/>
              <a:effectRef idx="0"/>
              <a:fontRef idx="minor"/>
            </p:style>
            <p:txBody>
              <a:bodyPr lIns="90000" rIns="90000" tIns="91440" bIns="91440" anchor="ctr">
                <a:noAutofit/>
              </a:bodyPr>
              <a:p>
                <a:pPr algn="ctr">
                  <a:lnSpc>
                    <a:spcPct val="100000"/>
                  </a:lnSpc>
                  <a:tabLst>
                    <a:tab algn="l" pos="0"/>
                  </a:tabLst>
                </a:pPr>
                <a:endParaRPr lang="en-GB" sz="1400" b="0" u="none" strike="noStrike">
                  <a:solidFill>
                    <a:schemeClr val="dk1"/>
                  </a:solidFill>
                  <a:effectLst/>
                  <a:uFillTx/>
                  <a:latin typeface="Montserrat"/>
                  <a:ea typeface="Montserrat"/>
                </a:endParaRPr>
              </a:p>
            </p:txBody>
          </p:sp>
          <p:sp>
            <p:nvSpPr>
              <p:cNvPr id="104" name="Google Shape;152;p2"/>
              <p:cNvSpPr/>
              <p:nvPr/>
            </p:nvSpPr>
            <p:spPr>
              <a:xfrm>
                <a:off x="2785680" y="72000"/>
                <a:ext cx="1634400" cy="704880"/>
              </a:xfrm>
              <a:prstGeom prst="flowChartInputOutput">
                <a:avLst/>
              </a:prstGeom>
              <a:solidFill>
                <a:srgbClr val="5562eb"/>
              </a:solidFill>
              <a:ln w="0">
                <a:noFill/>
              </a:ln>
            </p:spPr>
            <p:style>
              <a:lnRef idx="0"/>
              <a:fillRef idx="0"/>
              <a:effectRef idx="0"/>
              <a:fontRef idx="minor"/>
            </p:style>
            <p:txBody>
              <a:bodyPr lIns="90000" rIns="90000" tIns="91440" bIns="91440" anchor="ctr">
                <a:noAutofit/>
              </a:bodyPr>
              <a:p>
                <a:pPr algn="ctr">
                  <a:lnSpc>
                    <a:spcPct val="100000"/>
                  </a:lnSpc>
                  <a:tabLst>
                    <a:tab algn="l" pos="0"/>
                  </a:tabLst>
                </a:pPr>
                <a:endParaRPr lang="en-GB" sz="1400" b="0" u="none" strike="noStrike">
                  <a:solidFill>
                    <a:schemeClr val="dk1"/>
                  </a:solidFill>
                  <a:effectLst/>
                  <a:uFillTx/>
                  <a:latin typeface="Montserrat"/>
                  <a:ea typeface="Montserrat"/>
                </a:endParaRPr>
              </a:p>
            </p:txBody>
          </p:sp>
        </p:grpSp>
        <p:grpSp>
          <p:nvGrpSpPr>
            <p:cNvPr id="105" name="Google Shape;153;p2"/>
            <p:cNvGrpSpPr/>
            <p:nvPr/>
          </p:nvGrpSpPr>
          <p:grpSpPr>
            <a:xfrm>
              <a:off x="360" y="-1800"/>
              <a:ext cx="4333680" cy="704880"/>
              <a:chOff x="360" y="-1800"/>
              <a:chExt cx="4333680" cy="704880"/>
            </a:xfrm>
          </p:grpSpPr>
          <p:sp>
            <p:nvSpPr>
              <p:cNvPr id="106" name="Google Shape;154;p2"/>
              <p:cNvSpPr/>
              <p:nvPr/>
            </p:nvSpPr>
            <p:spPr>
              <a:xfrm>
                <a:off x="360" y="-1800"/>
                <a:ext cx="3236040" cy="704880"/>
              </a:xfrm>
              <a:prstGeom prst="rect">
                <a:avLst/>
              </a:prstGeom>
              <a:solidFill>
                <a:srgbClr val="152044"/>
              </a:solidFill>
              <a:ln w="0">
                <a:noFill/>
              </a:ln>
            </p:spPr>
            <p:style>
              <a:lnRef idx="0"/>
              <a:fillRef idx="0"/>
              <a:effectRef idx="0"/>
              <a:fontRef idx="minor"/>
            </p:style>
            <p:txBody>
              <a:bodyPr lIns="90000" rIns="90000" tIns="91440" bIns="91440" anchor="ctr">
                <a:noAutofit/>
              </a:bodyPr>
              <a:p>
                <a:pPr algn="ctr">
                  <a:lnSpc>
                    <a:spcPct val="100000"/>
                  </a:lnSpc>
                  <a:tabLst>
                    <a:tab algn="l" pos="0"/>
                  </a:tabLst>
                </a:pPr>
                <a:endParaRPr lang="en-GB" sz="1400" b="0" u="none" strike="noStrike">
                  <a:solidFill>
                    <a:schemeClr val="dk1"/>
                  </a:solidFill>
                  <a:effectLst/>
                  <a:uFillTx/>
                  <a:latin typeface="Montserrat"/>
                  <a:ea typeface="Montserrat"/>
                </a:endParaRPr>
              </a:p>
            </p:txBody>
          </p:sp>
          <p:sp>
            <p:nvSpPr>
              <p:cNvPr id="107" name="Google Shape;155;p2"/>
              <p:cNvSpPr/>
              <p:nvPr/>
            </p:nvSpPr>
            <p:spPr>
              <a:xfrm>
                <a:off x="2715840" y="-1800"/>
                <a:ext cx="1618200" cy="704880"/>
              </a:xfrm>
              <a:prstGeom prst="flowChartInputOutput">
                <a:avLst/>
              </a:prstGeom>
              <a:solidFill>
                <a:srgbClr val="152044"/>
              </a:solidFill>
              <a:ln w="0">
                <a:noFill/>
              </a:ln>
            </p:spPr>
            <p:style>
              <a:lnRef idx="0"/>
              <a:fillRef idx="0"/>
              <a:effectRef idx="0"/>
              <a:fontRef idx="minor"/>
            </p:style>
            <p:txBody>
              <a:bodyPr lIns="90000" rIns="90000" tIns="91440" bIns="91440" anchor="ctr">
                <a:noAutofit/>
              </a:bodyPr>
              <a:p>
                <a:pPr algn="ctr">
                  <a:lnSpc>
                    <a:spcPct val="100000"/>
                  </a:lnSpc>
                  <a:tabLst>
                    <a:tab algn="l" pos="0"/>
                  </a:tabLst>
                </a:pPr>
                <a:endParaRPr lang="en-GB" sz="1400" b="0" u="none" strike="noStrike">
                  <a:solidFill>
                    <a:schemeClr val="dk1"/>
                  </a:solidFill>
                  <a:effectLst/>
                  <a:uFillTx/>
                  <a:latin typeface="Montserrat"/>
                  <a:ea typeface="Montserrat"/>
                </a:endParaRPr>
              </a:p>
            </p:txBody>
          </p:sp>
        </p:grpSp>
      </p:grpSp>
      <p:sp>
        <p:nvSpPr>
          <p:cNvPr id="108" name="Google Shape;156;p2"/>
          <p:cNvSpPr/>
          <p:nvPr/>
        </p:nvSpPr>
        <p:spPr>
          <a:xfrm flipH="1">
            <a:off x="11880" y="-82440"/>
            <a:ext cx="4089960" cy="872640"/>
          </a:xfrm>
          <a:prstGeom prst="rect">
            <a:avLst/>
          </a:prstGeom>
          <a:noFill/>
          <a:ln w="0">
            <a:noFill/>
          </a:ln>
        </p:spPr>
        <p:style>
          <a:lnRef idx="0"/>
          <a:fillRef idx="0"/>
          <a:effectRef idx="0"/>
          <a:fontRef idx="minor"/>
        </p:style>
        <p:txBody>
          <a:bodyPr lIns="68400" rIns="68400" tIns="34200" bIns="34200" anchor="ctr">
            <a:noAutofit/>
          </a:bodyPr>
          <a:p>
            <a:pPr>
              <a:lnSpc>
                <a:spcPct val="115000"/>
              </a:lnSpc>
            </a:pPr>
            <a:r>
              <a:rPr lang="de-DE" sz="1800" b="0" u="none" strike="noStrike">
                <a:solidFill>
                  <a:schemeClr val="lt1"/>
                </a:solidFill>
                <a:effectLst/>
                <a:uFillTx/>
                <a:latin typeface="Montserrat ExtraBold"/>
                <a:ea typeface="Montserrat ExtraBold"/>
              </a:rPr>
              <a:t>Degoutant</a:t>
            </a:r>
            <a:endParaRPr lang="en-GB" sz="1800" b="0" u="none" strike="noStrike">
              <a:solidFill>
                <a:srgbClr val="000000"/>
              </a:solidFill>
              <a:effectLst/>
              <a:uFillTx/>
              <a:latin typeface="Arial"/>
            </a:endParaRPr>
          </a:p>
          <a:p>
            <a:pPr>
              <a:lnSpc>
                <a:spcPct val="115000"/>
              </a:lnSpc>
            </a:pPr>
            <a:r>
              <a:rPr lang="de" sz="1800" b="0" u="none" strike="noStrike">
                <a:solidFill>
                  <a:srgbClr val="ffb951"/>
                </a:solidFill>
                <a:effectLst/>
                <a:uFillTx/>
                <a:latin typeface="Montserrat ExtraBold"/>
                <a:ea typeface="Montserrat ExtraBold"/>
              </a:rPr>
              <a:t>Disgust Mask</a:t>
            </a:r>
            <a:endParaRPr lang="en-GB" sz="1800" b="0" u="none" strike="noStrike">
              <a:solidFill>
                <a:srgbClr val="000000"/>
              </a:solidFill>
              <a:effectLst/>
              <a:uFillTx/>
              <a:latin typeface="Arial"/>
            </a:endParaRPr>
          </a:p>
        </p:txBody>
      </p:sp>
      <p:pic>
        <p:nvPicPr>
          <p:cNvPr id="109" name="Grafik 4"/>
          <p:cNvPicPr/>
          <p:nvPr/>
        </p:nvPicPr>
        <p:blipFill>
          <a:blip r:embed="rId1"/>
          <a:stretch/>
        </p:blipFill>
        <p:spPr>
          <a:xfrm>
            <a:off x="2757600" y="1275840"/>
            <a:ext cx="2291040" cy="3054960"/>
          </a:xfrm>
          <a:prstGeom prst="rect">
            <a:avLst/>
          </a:prstGeom>
          <a:noFill/>
          <a:ln w="0">
            <a:noFill/>
          </a:ln>
        </p:spPr>
      </p:pic>
      <p:sp>
        <p:nvSpPr>
          <p:cNvPr id="110" name="Kreuz 5"/>
          <p:cNvSpPr/>
          <p:nvPr/>
        </p:nvSpPr>
        <p:spPr>
          <a:xfrm>
            <a:off x="1924560" y="2473560"/>
            <a:ext cx="675360" cy="658800"/>
          </a:xfrm>
          <a:prstGeom prst="plus">
            <a:avLst>
              <a:gd name="adj" fmla="val 38580"/>
            </a:avLst>
          </a:prstGeom>
          <a:solidFill>
            <a:srgbClr val="4472c4"/>
          </a:solidFill>
          <a:ln>
            <a:solidFill>
              <a:srgbClr val="1d3155"/>
            </a:solidFill>
            <a:round/>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ctr">
              <a:lnSpc>
                <a:spcPct val="100000"/>
              </a:lnSpc>
            </a:pPr>
            <a:endParaRPr lang="de-DE" sz="1400" b="0" u="none" strike="noStrike">
              <a:solidFill>
                <a:schemeClr val="lt1"/>
              </a:solidFill>
              <a:effectLst/>
              <a:uFillTx/>
              <a:latin typeface="Arial"/>
              <a:ea typeface="Arial"/>
            </a:endParaRPr>
          </a:p>
        </p:txBody>
      </p:sp>
      <p:pic>
        <p:nvPicPr>
          <p:cNvPr id="111" name="Grafik 7"/>
          <p:cNvPicPr/>
          <p:nvPr/>
        </p:nvPicPr>
        <p:blipFill>
          <a:blip r:embed="rId2"/>
          <a:stretch/>
        </p:blipFill>
        <p:spPr>
          <a:xfrm>
            <a:off x="65880" y="1922040"/>
            <a:ext cx="1742400" cy="1761480"/>
          </a:xfrm>
          <a:prstGeom prst="rect">
            <a:avLst/>
          </a:prstGeom>
          <a:noFill/>
          <a:ln w="0">
            <a:noFill/>
          </a:ln>
        </p:spPr>
      </p:pic>
      <p:pic>
        <p:nvPicPr>
          <p:cNvPr id="112" name="Grafik 9"/>
          <p:cNvPicPr/>
          <p:nvPr/>
        </p:nvPicPr>
        <p:blipFill>
          <a:blip r:embed="rId3"/>
          <a:stretch/>
        </p:blipFill>
        <p:spPr>
          <a:xfrm>
            <a:off x="6041880" y="1233000"/>
            <a:ext cx="2354400" cy="3139560"/>
          </a:xfrm>
          <a:prstGeom prst="rect">
            <a:avLst/>
          </a:prstGeom>
          <a:noFill/>
          <a:ln w="0">
            <a:noFill/>
          </a:ln>
        </p:spPr>
      </p:pic>
      <p:sp>
        <p:nvSpPr>
          <p:cNvPr id="113" name="Kreuz 10"/>
          <p:cNvSpPr/>
          <p:nvPr/>
        </p:nvSpPr>
        <p:spPr>
          <a:xfrm>
            <a:off x="5206320" y="2473560"/>
            <a:ext cx="675360" cy="658800"/>
          </a:xfrm>
          <a:prstGeom prst="plus">
            <a:avLst>
              <a:gd name="adj" fmla="val 38580"/>
            </a:avLst>
          </a:prstGeom>
          <a:solidFill>
            <a:srgbClr val="4472c4"/>
          </a:solidFill>
          <a:ln>
            <a:solidFill>
              <a:srgbClr val="1d3155"/>
            </a:solidFill>
            <a:round/>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ctr">
              <a:lnSpc>
                <a:spcPct val="100000"/>
              </a:lnSpc>
            </a:pPr>
            <a:endParaRPr lang="de-DE" sz="1400" b="0" u="none" strike="noStrike">
              <a:solidFill>
                <a:schemeClr val="lt1"/>
              </a:solidFill>
              <a:effectLst/>
              <a:uFillTx/>
              <a:latin typeface="Arial"/>
              <a:ea typeface="Arial"/>
            </a:endParaRPr>
          </a:p>
        </p:txBody>
      </p:sp>
      <p:sp>
        <p:nvSpPr>
          <p:cNvPr id="114" name="Textfeld 11"/>
          <p:cNvSpPr/>
          <p:nvPr/>
        </p:nvSpPr>
        <p:spPr>
          <a:xfrm>
            <a:off x="65880" y="3684240"/>
            <a:ext cx="1742400" cy="738000"/>
          </a:xfrm>
          <a:prstGeom prst="rect">
            <a:avLst/>
          </a:prstGeom>
          <a:noFill/>
          <a:ln w="0">
            <a:noFill/>
          </a:ln>
        </p:spPr>
        <p:style>
          <a:lnRef idx="0"/>
          <a:fillRef idx="0"/>
          <a:effectRef idx="0"/>
          <a:fontRef idx="minor"/>
        </p:style>
        <p:txBody>
          <a:bodyPr lIns="90000" rIns="90000" tIns="45000" bIns="45000" anchor="t">
            <a:spAutoFit/>
          </a:bodyPr>
          <a:p>
            <a:pPr>
              <a:lnSpc>
                <a:spcPct val="100000"/>
              </a:lnSpc>
            </a:pPr>
            <a:r>
              <a:rPr lang="de-DE" sz="1400" b="0" u="none" strike="noStrike">
                <a:solidFill>
                  <a:srgbClr val="000000"/>
                </a:solidFill>
                <a:effectLst/>
                <a:uFillTx/>
                <a:latin typeface="Arial"/>
                <a:ea typeface="Arial"/>
              </a:rPr>
              <a:t>Vibe/Style (wachs-artig und etwas flüssig)</a:t>
            </a:r>
            <a:endParaRPr lang="en-GB" sz="1400" b="0" u="none" strike="noStrike">
              <a:solidFill>
                <a:srgbClr val="000000"/>
              </a:solidFill>
              <a:effectLst/>
              <a:uFillTx/>
              <a:latin typeface="Arial"/>
            </a:endParaRPr>
          </a:p>
        </p:txBody>
      </p:sp>
      <p:sp>
        <p:nvSpPr>
          <p:cNvPr id="115" name="Textfeld 12"/>
          <p:cNvSpPr/>
          <p:nvPr/>
        </p:nvSpPr>
        <p:spPr>
          <a:xfrm>
            <a:off x="2598840" y="4331520"/>
            <a:ext cx="2652840" cy="522360"/>
          </a:xfrm>
          <a:prstGeom prst="rect">
            <a:avLst/>
          </a:prstGeom>
          <a:noFill/>
          <a:ln w="0">
            <a:noFill/>
          </a:ln>
        </p:spPr>
        <p:style>
          <a:lnRef idx="0"/>
          <a:fillRef idx="0"/>
          <a:effectRef idx="0"/>
          <a:fontRef idx="minor"/>
        </p:style>
        <p:txBody>
          <a:bodyPr lIns="90000" rIns="90000" tIns="45000" bIns="45000" anchor="t">
            <a:spAutoFit/>
          </a:bodyPr>
          <a:p>
            <a:pPr>
              <a:lnSpc>
                <a:spcPct val="100000"/>
              </a:lnSpc>
            </a:pPr>
            <a:r>
              <a:rPr lang="de-DE" sz="1400" b="0" u="none" strike="noStrike">
                <a:solidFill>
                  <a:srgbClr val="000000"/>
                </a:solidFill>
                <a:effectLst/>
                <a:uFillTx/>
                <a:latin typeface="Arial"/>
                <a:ea typeface="Arial"/>
              </a:rPr>
              <a:t>Frontale Shape (Schnabel muss nicht ganz so lang sein)</a:t>
            </a:r>
            <a:endParaRPr lang="en-GB" sz="1400" b="0" u="none" strike="noStrike">
              <a:solidFill>
                <a:srgbClr val="000000"/>
              </a:solidFill>
              <a:effectLst/>
              <a:uFillTx/>
              <a:latin typeface="Arial"/>
            </a:endParaRPr>
          </a:p>
        </p:txBody>
      </p:sp>
      <p:sp>
        <p:nvSpPr>
          <p:cNvPr id="116" name="Textfeld 13"/>
          <p:cNvSpPr/>
          <p:nvPr/>
        </p:nvSpPr>
        <p:spPr>
          <a:xfrm>
            <a:off x="5132880" y="4373280"/>
            <a:ext cx="4010400" cy="738000"/>
          </a:xfrm>
          <a:prstGeom prst="rect">
            <a:avLst/>
          </a:prstGeom>
          <a:noFill/>
          <a:ln w="0">
            <a:noFill/>
          </a:ln>
        </p:spPr>
        <p:style>
          <a:lnRef idx="0"/>
          <a:fillRef idx="0"/>
          <a:effectRef idx="0"/>
          <a:fontRef idx="minor"/>
        </p:style>
        <p:txBody>
          <a:bodyPr lIns="90000" rIns="90000" tIns="45000" bIns="45000" anchor="t">
            <a:spAutoFit/>
          </a:bodyPr>
          <a:p>
            <a:pPr>
              <a:lnSpc>
                <a:spcPct val="100000"/>
              </a:lnSpc>
            </a:pPr>
            <a:r>
              <a:rPr lang="de-DE" sz="1400" b="0" u="none" strike="noStrike">
                <a:solidFill>
                  <a:srgbClr val="000000"/>
                </a:solidFill>
                <a:effectLst/>
                <a:uFillTx/>
                <a:latin typeface="Arial"/>
                <a:ea typeface="Arial"/>
              </a:rPr>
              <a:t>Referenz für asymmetrische Augenform (obere Augenlöcher dieser Maske; die Pestdoktormaske hat nur </a:t>
            </a:r>
            <a:r>
              <a:rPr lang="de-DE" sz="1400" b="1" i="1" u="none" strike="noStrike">
                <a:solidFill>
                  <a:srgbClr val="000000"/>
                </a:solidFill>
                <a:effectLst/>
                <a:uFillTx/>
                <a:latin typeface="Arial"/>
                <a:ea typeface="Arial"/>
              </a:rPr>
              <a:t>ein </a:t>
            </a:r>
            <a:r>
              <a:rPr lang="de-DE" sz="1400" b="0" u="none" strike="noStrike">
                <a:solidFill>
                  <a:srgbClr val="000000"/>
                </a:solidFill>
                <a:effectLst/>
                <a:uFillTx/>
                <a:latin typeface="Arial"/>
                <a:ea typeface="Arial"/>
              </a:rPr>
              <a:t>Paar Augenlöcher)</a:t>
            </a:r>
            <a:endParaRPr lang="en-GB" sz="14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grpSp>
        <p:nvGrpSpPr>
          <p:cNvPr id="117" name="Google Shape;161;g3b636e5de4b_0_32"/>
          <p:cNvGrpSpPr/>
          <p:nvPr/>
        </p:nvGrpSpPr>
        <p:grpSpPr>
          <a:xfrm>
            <a:off x="360" y="-1800"/>
            <a:ext cx="3490200" cy="778680"/>
            <a:chOff x="360" y="-1800"/>
            <a:chExt cx="3490200" cy="778680"/>
          </a:xfrm>
        </p:grpSpPr>
        <p:grpSp>
          <p:nvGrpSpPr>
            <p:cNvPr id="118" name="Google Shape;162;g3b636e5de4b_0_32"/>
            <p:cNvGrpSpPr/>
            <p:nvPr/>
          </p:nvGrpSpPr>
          <p:grpSpPr>
            <a:xfrm>
              <a:off x="360" y="72000"/>
              <a:ext cx="3490200" cy="704880"/>
              <a:chOff x="360" y="72000"/>
              <a:chExt cx="3490200" cy="704880"/>
            </a:xfrm>
          </p:grpSpPr>
          <p:sp>
            <p:nvSpPr>
              <p:cNvPr id="119" name="Google Shape;163;g3b636e5de4b_0_32"/>
              <p:cNvSpPr/>
              <p:nvPr/>
            </p:nvSpPr>
            <p:spPr>
              <a:xfrm>
                <a:off x="360" y="72000"/>
                <a:ext cx="2581200" cy="704880"/>
              </a:xfrm>
              <a:prstGeom prst="rect">
                <a:avLst/>
              </a:prstGeom>
              <a:solidFill>
                <a:srgbClr val="5562eb"/>
              </a:solidFill>
              <a:ln w="0">
                <a:noFill/>
              </a:ln>
            </p:spPr>
            <p:style>
              <a:lnRef idx="0"/>
              <a:fillRef idx="0"/>
              <a:effectRef idx="0"/>
              <a:fontRef idx="minor"/>
            </p:style>
            <p:txBody>
              <a:bodyPr lIns="90000" rIns="90000" tIns="91440" bIns="91440" anchor="ctr">
                <a:noAutofit/>
              </a:bodyPr>
              <a:p>
                <a:pPr algn="ctr">
                  <a:lnSpc>
                    <a:spcPct val="100000"/>
                  </a:lnSpc>
                  <a:tabLst>
                    <a:tab algn="l" pos="0"/>
                  </a:tabLst>
                </a:pPr>
                <a:endParaRPr lang="en-GB" sz="1400" b="0" u="none" strike="noStrike">
                  <a:solidFill>
                    <a:schemeClr val="dk1"/>
                  </a:solidFill>
                  <a:effectLst/>
                  <a:uFillTx/>
                  <a:latin typeface="Montserrat"/>
                  <a:ea typeface="Montserrat"/>
                </a:endParaRPr>
              </a:p>
            </p:txBody>
          </p:sp>
          <p:sp>
            <p:nvSpPr>
              <p:cNvPr id="120" name="Google Shape;164;g3b636e5de4b_0_32"/>
              <p:cNvSpPr/>
              <p:nvPr/>
            </p:nvSpPr>
            <p:spPr>
              <a:xfrm>
                <a:off x="2199960" y="72000"/>
                <a:ext cx="1290600" cy="704880"/>
              </a:xfrm>
              <a:prstGeom prst="flowChartInputOutput">
                <a:avLst/>
              </a:prstGeom>
              <a:solidFill>
                <a:srgbClr val="5562eb"/>
              </a:solidFill>
              <a:ln w="0">
                <a:noFill/>
              </a:ln>
            </p:spPr>
            <p:style>
              <a:lnRef idx="0"/>
              <a:fillRef idx="0"/>
              <a:effectRef idx="0"/>
              <a:fontRef idx="minor"/>
            </p:style>
            <p:txBody>
              <a:bodyPr lIns="90000" rIns="90000" tIns="91440" bIns="91440" anchor="ctr">
                <a:noAutofit/>
              </a:bodyPr>
              <a:p>
                <a:pPr algn="ctr">
                  <a:lnSpc>
                    <a:spcPct val="100000"/>
                  </a:lnSpc>
                  <a:tabLst>
                    <a:tab algn="l" pos="0"/>
                  </a:tabLst>
                </a:pPr>
                <a:endParaRPr lang="en-GB" sz="1400" b="0" u="none" strike="noStrike">
                  <a:solidFill>
                    <a:schemeClr val="dk1"/>
                  </a:solidFill>
                  <a:effectLst/>
                  <a:uFillTx/>
                  <a:latin typeface="Montserrat"/>
                  <a:ea typeface="Montserrat"/>
                </a:endParaRPr>
              </a:p>
            </p:txBody>
          </p:sp>
        </p:grpSp>
        <p:grpSp>
          <p:nvGrpSpPr>
            <p:cNvPr id="121" name="Google Shape;165;g3b636e5de4b_0_32"/>
            <p:cNvGrpSpPr/>
            <p:nvPr/>
          </p:nvGrpSpPr>
          <p:grpSpPr>
            <a:xfrm>
              <a:off x="360" y="-1800"/>
              <a:ext cx="3422160" cy="704880"/>
              <a:chOff x="360" y="-1800"/>
              <a:chExt cx="3422160" cy="704880"/>
            </a:xfrm>
          </p:grpSpPr>
          <p:sp>
            <p:nvSpPr>
              <p:cNvPr id="122" name="Google Shape;166;g3b636e5de4b_0_32"/>
              <p:cNvSpPr/>
              <p:nvPr/>
            </p:nvSpPr>
            <p:spPr>
              <a:xfrm>
                <a:off x="360" y="-1800"/>
                <a:ext cx="2555280" cy="704880"/>
              </a:xfrm>
              <a:prstGeom prst="rect">
                <a:avLst/>
              </a:prstGeom>
              <a:solidFill>
                <a:srgbClr val="152044"/>
              </a:solidFill>
              <a:ln w="0">
                <a:noFill/>
              </a:ln>
            </p:spPr>
            <p:style>
              <a:lnRef idx="0"/>
              <a:fillRef idx="0"/>
              <a:effectRef idx="0"/>
              <a:fontRef idx="minor"/>
            </p:style>
            <p:txBody>
              <a:bodyPr lIns="90000" rIns="90000" tIns="91440" bIns="91440" anchor="ctr">
                <a:noAutofit/>
              </a:bodyPr>
              <a:p>
                <a:pPr algn="ctr">
                  <a:lnSpc>
                    <a:spcPct val="100000"/>
                  </a:lnSpc>
                  <a:tabLst>
                    <a:tab algn="l" pos="0"/>
                  </a:tabLst>
                </a:pPr>
                <a:endParaRPr lang="en-GB" sz="1400" b="0" u="none" strike="noStrike">
                  <a:solidFill>
                    <a:schemeClr val="dk1"/>
                  </a:solidFill>
                  <a:effectLst/>
                  <a:uFillTx/>
                  <a:latin typeface="Montserrat"/>
                  <a:ea typeface="Montserrat"/>
                </a:endParaRPr>
              </a:p>
            </p:txBody>
          </p:sp>
          <p:sp>
            <p:nvSpPr>
              <p:cNvPr id="123" name="Google Shape;167;g3b636e5de4b_0_32"/>
              <p:cNvSpPr/>
              <p:nvPr/>
            </p:nvSpPr>
            <p:spPr>
              <a:xfrm>
                <a:off x="2144880" y="-1800"/>
                <a:ext cx="1277640" cy="704880"/>
              </a:xfrm>
              <a:prstGeom prst="flowChartInputOutput">
                <a:avLst/>
              </a:prstGeom>
              <a:solidFill>
                <a:srgbClr val="152044"/>
              </a:solidFill>
              <a:ln w="0">
                <a:noFill/>
              </a:ln>
            </p:spPr>
            <p:style>
              <a:lnRef idx="0"/>
              <a:fillRef idx="0"/>
              <a:effectRef idx="0"/>
              <a:fontRef idx="minor"/>
            </p:style>
            <p:txBody>
              <a:bodyPr lIns="90000" rIns="90000" tIns="91440" bIns="91440" anchor="ctr">
                <a:noAutofit/>
              </a:bodyPr>
              <a:p>
                <a:pPr algn="ctr">
                  <a:lnSpc>
                    <a:spcPct val="100000"/>
                  </a:lnSpc>
                  <a:tabLst>
                    <a:tab algn="l" pos="0"/>
                  </a:tabLst>
                </a:pPr>
                <a:endParaRPr lang="en-GB" sz="1400" b="0" u="none" strike="noStrike">
                  <a:solidFill>
                    <a:schemeClr val="dk1"/>
                  </a:solidFill>
                  <a:effectLst/>
                  <a:uFillTx/>
                  <a:latin typeface="Montserrat"/>
                  <a:ea typeface="Montserrat"/>
                </a:endParaRPr>
              </a:p>
            </p:txBody>
          </p:sp>
        </p:grpSp>
      </p:grpSp>
      <p:sp>
        <p:nvSpPr>
          <p:cNvPr id="124" name="Google Shape;168;g3b636e5de4b_0_32"/>
          <p:cNvSpPr/>
          <p:nvPr/>
        </p:nvSpPr>
        <p:spPr>
          <a:xfrm flipH="1">
            <a:off x="12240" y="-82440"/>
            <a:ext cx="3754800" cy="872640"/>
          </a:xfrm>
          <a:prstGeom prst="rect">
            <a:avLst/>
          </a:prstGeom>
          <a:noFill/>
          <a:ln w="0">
            <a:noFill/>
          </a:ln>
        </p:spPr>
        <p:style>
          <a:lnRef idx="0"/>
          <a:fillRef idx="0"/>
          <a:effectRef idx="0"/>
          <a:fontRef idx="minor"/>
        </p:style>
        <p:txBody>
          <a:bodyPr lIns="68400" rIns="68400" tIns="34200" bIns="34200" anchor="ctr">
            <a:noAutofit/>
          </a:bodyPr>
          <a:p>
            <a:pPr>
              <a:lnSpc>
                <a:spcPct val="115000"/>
              </a:lnSpc>
              <a:tabLst>
                <a:tab algn="l" pos="0"/>
              </a:tabLst>
            </a:pPr>
            <a:r>
              <a:rPr lang="de-DE" sz="1800" b="0" u="none" strike="noStrike">
                <a:solidFill>
                  <a:schemeClr val="lt1"/>
                </a:solidFill>
                <a:effectLst/>
                <a:uFillTx/>
                <a:latin typeface="Montserrat ExtraBold"/>
                <a:ea typeface="Montserrat ExtraBold"/>
              </a:rPr>
              <a:t>Degoutant</a:t>
            </a:r>
            <a:endParaRPr lang="en-GB" sz="1800" b="0" u="none" strike="noStrike">
              <a:solidFill>
                <a:srgbClr val="000000"/>
              </a:solidFill>
              <a:effectLst/>
              <a:uFillTx/>
              <a:latin typeface="Arial"/>
            </a:endParaRPr>
          </a:p>
          <a:p>
            <a:pPr>
              <a:lnSpc>
                <a:spcPct val="115000"/>
              </a:lnSpc>
              <a:tabLst>
                <a:tab algn="l" pos="0"/>
              </a:tabLst>
            </a:pPr>
            <a:r>
              <a:rPr lang="de" sz="1800" b="0" u="none" strike="noStrike">
                <a:solidFill>
                  <a:srgbClr val="ffb951"/>
                </a:solidFill>
                <a:effectLst/>
                <a:uFillTx/>
                <a:latin typeface="Montserrat ExtraBold"/>
                <a:ea typeface="Montserrat ExtraBold"/>
              </a:rPr>
              <a:t>Character Checklist</a:t>
            </a:r>
            <a:endParaRPr lang="en-GB" sz="1800" b="0" u="none" strike="noStrike">
              <a:solidFill>
                <a:srgbClr val="000000"/>
              </a:solidFill>
              <a:effectLst/>
              <a:uFillTx/>
              <a:latin typeface="Arial"/>
            </a:endParaRPr>
          </a:p>
        </p:txBody>
      </p:sp>
      <p:graphicFrame>
        <p:nvGraphicFramePr>
          <p:cNvPr id="125" name="Google Shape;169;g3b636e5de4b_0_32"/>
          <p:cNvGraphicFramePr/>
          <p:nvPr/>
        </p:nvGraphicFramePr>
        <p:xfrm>
          <a:off x="21960" y="851400"/>
          <a:ext cx="9078840" cy="5285160"/>
        </p:xfrm>
        <a:graphic>
          <a:graphicData uri="http://schemas.openxmlformats.org/drawingml/2006/table">
            <a:tbl>
              <a:tblPr/>
              <a:tblGrid>
                <a:gridCol w="2269800"/>
                <a:gridCol w="2269800"/>
                <a:gridCol w="2269800"/>
                <a:gridCol w="2269800"/>
              </a:tblGrid>
              <a:tr h="829080">
                <a:tc>
                  <a:txBody>
                    <a:bodyPr lIns="36000" rIns="36000" tIns="36000" bIns="36000" anchor="t">
                      <a:noAutofit/>
                    </a:bodyPr>
                    <a:p>
                      <a:pPr>
                        <a:lnSpc>
                          <a:spcPct val="100000"/>
                        </a:lnSpc>
                        <a:tabLst>
                          <a:tab algn="l" pos="0"/>
                        </a:tabLst>
                      </a:pPr>
                      <a:r>
                        <a:rPr lang="de" sz="1400" b="1" u="none" strike="noStrike">
                          <a:solidFill>
                            <a:schemeClr val="dk1"/>
                          </a:solidFill>
                          <a:effectLst/>
                          <a:uFillTx/>
                          <a:latin typeface="Arial"/>
                          <a:ea typeface="Arial"/>
                        </a:rPr>
                        <a:t>Goal</a:t>
                      </a:r>
                      <a:endParaRPr lang="en-GB" sz="1400" b="0" u="none" strike="noStrike">
                        <a:solidFill>
                          <a:srgbClr val="000000"/>
                        </a:solidFill>
                        <a:effectLst/>
                        <a:uFillTx/>
                        <a:latin typeface="Arial"/>
                      </a:endParaRPr>
                    </a:p>
                  </a:txBody>
                  <a:tcPr anchor="t" marL="36000" marR="36000" marT="36000" marB="36000">
                    <a:lnL w="7200">
                      <a:solidFill>
                        <a:srgbClr val="ffffff"/>
                      </a:solidFill>
                      <a:prstDash val="solid"/>
                    </a:lnL>
                    <a:lnR w="7200">
                      <a:solidFill>
                        <a:srgbClr val="ffffff"/>
                      </a:solidFill>
                      <a:prstDash val="solid"/>
                    </a:lnR>
                    <a:lnT w="7200">
                      <a:solidFill>
                        <a:srgbClr val="ffffff"/>
                      </a:solidFill>
                      <a:prstDash val="solid"/>
                    </a:lnT>
                    <a:lnB w="7200">
                      <a:solidFill>
                        <a:srgbClr val="ffffff"/>
                      </a:solidFill>
                      <a:prstDash val="solid"/>
                    </a:lnB>
                    <a:solidFill>
                      <a:srgbClr val="ff860d"/>
                    </a:solidFill>
                  </a:tcPr>
                </a:tc>
                <a:tc>
                  <a:txBody>
                    <a:bodyPr lIns="36000" rIns="36000" tIns="36000" bIns="36000" anchor="t">
                      <a:noAutofit/>
                    </a:bodyPr>
                    <a:p>
                      <a:pPr>
                        <a:lnSpc>
                          <a:spcPct val="100000"/>
                        </a:lnSpc>
                        <a:tabLst>
                          <a:tab algn="l" pos="0"/>
                        </a:tabLst>
                      </a:pPr>
                      <a:r>
                        <a:rPr lang="de" sz="1400" b="0" u="none" strike="noStrike">
                          <a:solidFill>
                            <a:schemeClr val="dk1"/>
                          </a:solidFill>
                          <a:effectLst/>
                          <a:uFillTx/>
                          <a:latin typeface="Arial"/>
                          <a:ea typeface="Arial"/>
                        </a:rPr>
                        <a:t>Allen aus der Misere ihrer ‘mittelmäßigen’ Existenz zu helfen. </a:t>
                      </a:r>
                      <a:endParaRPr lang="en-GB" sz="1400" b="0" u="none" strike="noStrike">
                        <a:solidFill>
                          <a:srgbClr val="000000"/>
                        </a:solidFill>
                        <a:effectLst/>
                        <a:uFillTx/>
                        <a:latin typeface="Arial"/>
                      </a:endParaRPr>
                    </a:p>
                  </a:txBody>
                  <a:tcPr anchor="t" marL="36000" marR="36000" marT="36000" marB="36000">
                    <a:lnL w="7200">
                      <a:solidFill>
                        <a:srgbClr val="ffffff"/>
                      </a:solidFill>
                      <a:prstDash val="solid"/>
                    </a:lnL>
                    <a:lnR w="7200">
                      <a:solidFill>
                        <a:srgbClr val="ffffff"/>
                      </a:solidFill>
                      <a:prstDash val="solid"/>
                    </a:lnR>
                    <a:lnT w="7200">
                      <a:solidFill>
                        <a:srgbClr val="ffffff"/>
                      </a:solidFill>
                      <a:prstDash val="solid"/>
                    </a:lnT>
                    <a:lnB w="7200">
                      <a:solidFill>
                        <a:srgbClr val="ffffff"/>
                      </a:solidFill>
                      <a:prstDash val="solid"/>
                    </a:lnB>
                    <a:solidFill>
                      <a:srgbClr val="ff860d"/>
                    </a:solidFill>
                  </a:tcPr>
                </a:tc>
                <a:tc>
                  <a:txBody>
                    <a:bodyPr lIns="36000" rIns="36000" tIns="36000" bIns="36000" anchor="t">
                      <a:noAutofit/>
                    </a:bodyPr>
                    <a:p>
                      <a:pPr>
                        <a:lnSpc>
                          <a:spcPct val="100000"/>
                        </a:lnSpc>
                        <a:tabLst>
                          <a:tab algn="l" pos="0"/>
                        </a:tabLst>
                      </a:pPr>
                      <a:r>
                        <a:rPr lang="de" sz="1400" b="1" u="none" strike="noStrike">
                          <a:solidFill>
                            <a:schemeClr val="dk1"/>
                          </a:solidFill>
                          <a:effectLst/>
                          <a:uFillTx/>
                          <a:latin typeface="Arial"/>
                          <a:ea typeface="Arial"/>
                        </a:rPr>
                        <a:t>A specific personality / Universal Behaviour</a:t>
                      </a:r>
                      <a:endParaRPr lang="en-GB" sz="1400" b="0" u="none" strike="noStrike">
                        <a:solidFill>
                          <a:srgbClr val="000000"/>
                        </a:solidFill>
                        <a:effectLst/>
                        <a:uFillTx/>
                        <a:latin typeface="Arial"/>
                      </a:endParaRPr>
                    </a:p>
                  </a:txBody>
                  <a:tcPr anchor="t" marL="36000" marR="36000" marT="36000" marB="36000">
                    <a:lnL w="7200">
                      <a:solidFill>
                        <a:srgbClr val="ffffff"/>
                      </a:solidFill>
                      <a:prstDash val="solid"/>
                    </a:lnL>
                    <a:lnR w="7200">
                      <a:solidFill>
                        <a:srgbClr val="ffffff"/>
                      </a:solidFill>
                      <a:prstDash val="solid"/>
                    </a:lnR>
                    <a:lnT w="7200">
                      <a:solidFill>
                        <a:srgbClr val="ffffff"/>
                      </a:solidFill>
                      <a:prstDash val="solid"/>
                    </a:lnT>
                    <a:lnB w="7200">
                      <a:solidFill>
                        <a:srgbClr val="ffffff"/>
                      </a:solidFill>
                      <a:prstDash val="solid"/>
                    </a:lnB>
                    <a:solidFill>
                      <a:srgbClr val="ff860d"/>
                    </a:solidFill>
                  </a:tcPr>
                </a:tc>
                <a:tc>
                  <a:txBody>
                    <a:bodyPr lIns="36000" rIns="36000" tIns="36000" bIns="36000" anchor="t">
                      <a:noAutofit/>
                    </a:bodyPr>
                    <a:p>
                      <a:pPr>
                        <a:lnSpc>
                          <a:spcPct val="100000"/>
                        </a:lnSpc>
                        <a:tabLst>
                          <a:tab algn="l" pos="0"/>
                        </a:tabLst>
                      </a:pPr>
                      <a:r>
                        <a:rPr lang="de" sz="1400" b="0" u="none" strike="noStrike">
                          <a:solidFill>
                            <a:srgbClr val="000000"/>
                          </a:solidFill>
                          <a:effectLst/>
                          <a:uFillTx/>
                          <a:latin typeface="Arial"/>
                          <a:ea typeface="Arial"/>
                        </a:rPr>
                        <a:t>Kratzt sich häufig an der Nase/am Schnabel. </a:t>
                      </a:r>
                      <a:endParaRPr lang="en-GB" sz="1400" b="0" u="none" strike="noStrike">
                        <a:solidFill>
                          <a:srgbClr val="000000"/>
                        </a:solidFill>
                        <a:effectLst/>
                        <a:uFillTx/>
                        <a:latin typeface="Arial"/>
                      </a:endParaRPr>
                    </a:p>
                  </a:txBody>
                  <a:tcPr anchor="t" marL="36000" marR="36000" marT="36000" marB="36000">
                    <a:lnL w="7200">
                      <a:solidFill>
                        <a:srgbClr val="ffffff"/>
                      </a:solidFill>
                      <a:prstDash val="solid"/>
                    </a:lnL>
                    <a:lnR w="7200">
                      <a:solidFill>
                        <a:srgbClr val="ffffff"/>
                      </a:solidFill>
                      <a:prstDash val="solid"/>
                    </a:lnR>
                    <a:lnT w="7200">
                      <a:solidFill>
                        <a:srgbClr val="ffffff"/>
                      </a:solidFill>
                      <a:prstDash val="solid"/>
                    </a:lnT>
                    <a:lnB w="7200">
                      <a:solidFill>
                        <a:srgbClr val="ffffff"/>
                      </a:solidFill>
                      <a:prstDash val="solid"/>
                    </a:lnB>
                    <a:solidFill>
                      <a:srgbClr val="ff860d"/>
                    </a:solidFill>
                  </a:tcPr>
                </a:tc>
              </a:tr>
              <a:tr h="829080">
                <a:tc>
                  <a:txBody>
                    <a:bodyPr lIns="36000" rIns="36000" tIns="36000" bIns="36000" anchor="t">
                      <a:noAutofit/>
                    </a:bodyPr>
                    <a:p>
                      <a:pPr>
                        <a:lnSpc>
                          <a:spcPct val="100000"/>
                        </a:lnSpc>
                        <a:tabLst>
                          <a:tab algn="l" pos="0"/>
                        </a:tabLst>
                      </a:pPr>
                      <a:r>
                        <a:rPr lang="de" sz="1400" b="1" u="none" strike="noStrike">
                          <a:solidFill>
                            <a:schemeClr val="dk1"/>
                          </a:solidFill>
                          <a:effectLst/>
                          <a:uFillTx/>
                          <a:latin typeface="Arial"/>
                          <a:ea typeface="Arial"/>
                        </a:rPr>
                        <a:t>Flaw</a:t>
                      </a:r>
                      <a:endParaRPr lang="en-GB" sz="1400" b="0" u="none" strike="noStrike">
                        <a:solidFill>
                          <a:srgbClr val="000000"/>
                        </a:solidFill>
                        <a:effectLst/>
                        <a:uFillTx/>
                        <a:latin typeface="Arial"/>
                      </a:endParaRPr>
                    </a:p>
                  </a:txBody>
                  <a:tcPr anchor="t" marL="36000" marR="36000" marT="36000" marB="36000">
                    <a:lnL w="7200">
                      <a:solidFill>
                        <a:srgbClr val="ffffff"/>
                      </a:solidFill>
                      <a:prstDash val="solid"/>
                    </a:lnL>
                    <a:lnR w="7200">
                      <a:solidFill>
                        <a:srgbClr val="ffffff"/>
                      </a:solidFill>
                      <a:prstDash val="solid"/>
                    </a:lnR>
                    <a:lnT w="7200">
                      <a:solidFill>
                        <a:srgbClr val="ffffff"/>
                      </a:solidFill>
                      <a:prstDash val="solid"/>
                    </a:lnT>
                    <a:lnB w="7200">
                      <a:solidFill>
                        <a:srgbClr val="ffffff"/>
                      </a:solidFill>
                      <a:prstDash val="solid"/>
                    </a:lnB>
                    <a:solidFill>
                      <a:srgbClr val="ffb66c"/>
                    </a:solidFill>
                  </a:tcPr>
                </a:tc>
                <a:tc>
                  <a:txBody>
                    <a:bodyPr lIns="36000" rIns="36000" tIns="36000" bIns="36000" anchor="t">
                      <a:noAutofit/>
                    </a:bodyPr>
                    <a:p>
                      <a:pPr>
                        <a:lnSpc>
                          <a:spcPct val="100000"/>
                        </a:lnSpc>
                        <a:tabLst>
                          <a:tab algn="l" pos="0"/>
                        </a:tabLst>
                      </a:pPr>
                      <a:r>
                        <a:rPr lang="de" sz="1400" b="0" u="none" strike="noStrike">
                          <a:solidFill>
                            <a:schemeClr val="dk1"/>
                          </a:solidFill>
                          <a:effectLst/>
                          <a:uFillTx/>
                          <a:latin typeface="Arial"/>
                          <a:ea typeface="Arial"/>
                        </a:rPr>
                        <a:t>Für ihn gibt es keinen Unterschied zwischen ehrlich und gemein.  </a:t>
                      </a:r>
                      <a:endParaRPr lang="en-GB" sz="1400" b="0" u="none" strike="noStrike">
                        <a:solidFill>
                          <a:srgbClr val="000000"/>
                        </a:solidFill>
                        <a:effectLst/>
                        <a:uFillTx/>
                        <a:latin typeface="Arial"/>
                      </a:endParaRPr>
                    </a:p>
                  </a:txBody>
                  <a:tcPr anchor="t" marL="36000" marR="36000" marT="36000" marB="36000">
                    <a:lnL w="7200">
                      <a:solidFill>
                        <a:srgbClr val="ffffff"/>
                      </a:solidFill>
                      <a:prstDash val="solid"/>
                    </a:lnL>
                    <a:lnR w="7200">
                      <a:solidFill>
                        <a:srgbClr val="ffffff"/>
                      </a:solidFill>
                      <a:prstDash val="solid"/>
                    </a:lnR>
                    <a:lnT w="7200">
                      <a:solidFill>
                        <a:srgbClr val="ffffff"/>
                      </a:solidFill>
                      <a:prstDash val="solid"/>
                    </a:lnT>
                    <a:lnB w="7200">
                      <a:solidFill>
                        <a:srgbClr val="ffffff"/>
                      </a:solidFill>
                      <a:prstDash val="solid"/>
                    </a:lnB>
                    <a:solidFill>
                      <a:srgbClr val="ffb66c"/>
                    </a:solidFill>
                  </a:tcPr>
                </a:tc>
                <a:tc>
                  <a:txBody>
                    <a:bodyPr lIns="36000" rIns="36000" tIns="36000" bIns="36000" anchor="t">
                      <a:noAutofit/>
                    </a:bodyPr>
                    <a:p>
                      <a:pPr>
                        <a:lnSpc>
                          <a:spcPct val="100000"/>
                        </a:lnSpc>
                        <a:tabLst>
                          <a:tab algn="l" pos="0"/>
                        </a:tabLst>
                      </a:pPr>
                      <a:r>
                        <a:rPr lang="de" sz="1400" b="1" u="none" strike="noStrike">
                          <a:solidFill>
                            <a:schemeClr val="dk1"/>
                          </a:solidFill>
                          <a:effectLst/>
                          <a:uFillTx/>
                          <a:latin typeface="Arial"/>
                          <a:ea typeface="Arial"/>
                        </a:rPr>
                        <a:t>Secrets</a:t>
                      </a:r>
                      <a:endParaRPr lang="en-GB" sz="1400" b="0" u="none" strike="noStrike">
                        <a:solidFill>
                          <a:srgbClr val="000000"/>
                        </a:solidFill>
                        <a:effectLst/>
                        <a:uFillTx/>
                        <a:latin typeface="Arial"/>
                      </a:endParaRPr>
                    </a:p>
                  </a:txBody>
                  <a:tcPr anchor="t" marL="36000" marR="36000" marT="36000" marB="36000">
                    <a:lnL w="7200">
                      <a:solidFill>
                        <a:srgbClr val="ffffff"/>
                      </a:solidFill>
                      <a:prstDash val="solid"/>
                    </a:lnL>
                    <a:lnR w="7200">
                      <a:solidFill>
                        <a:srgbClr val="ffffff"/>
                      </a:solidFill>
                      <a:prstDash val="solid"/>
                    </a:lnR>
                    <a:lnT w="7200">
                      <a:solidFill>
                        <a:srgbClr val="ffffff"/>
                      </a:solidFill>
                      <a:prstDash val="solid"/>
                    </a:lnT>
                    <a:lnB w="7200">
                      <a:solidFill>
                        <a:srgbClr val="ffffff"/>
                      </a:solidFill>
                      <a:prstDash val="solid"/>
                    </a:lnB>
                    <a:solidFill>
                      <a:srgbClr val="ffb66c"/>
                    </a:solidFill>
                  </a:tcPr>
                </a:tc>
                <a:tc>
                  <a:txBody>
                    <a:bodyPr lIns="36000" rIns="36000" tIns="36000" bIns="36000" anchor="t">
                      <a:noAutofit/>
                    </a:bodyPr>
                    <a:p>
                      <a:pPr>
                        <a:lnSpc>
                          <a:spcPct val="100000"/>
                        </a:lnSpc>
                        <a:tabLst>
                          <a:tab algn="l" pos="0"/>
                        </a:tabLst>
                      </a:pPr>
                      <a:r>
                        <a:rPr lang="de" sz="1400" b="0" u="none" strike="noStrike">
                          <a:solidFill>
                            <a:srgbClr val="000000"/>
                          </a:solidFill>
                          <a:effectLst/>
                          <a:uFillTx/>
                          <a:latin typeface="Arial"/>
                          <a:ea typeface="Arial"/>
                        </a:rPr>
                        <a:t>Er wollte schon immer Tango tanzen, </a:t>
                      </a:r>
                      <a:r>
                        <a:rPr lang="de" sz="1400" b="0" i="1" u="none" strike="noStrike">
                          <a:solidFill>
                            <a:srgbClr val="000000"/>
                          </a:solidFill>
                          <a:effectLst/>
                          <a:uFillTx/>
                          <a:latin typeface="Arial"/>
                          <a:ea typeface="Arial"/>
                        </a:rPr>
                        <a:t>aber er hat keine Beine. </a:t>
                      </a:r>
                      <a:endParaRPr lang="en-GB" sz="1400" b="0" u="none" strike="noStrike">
                        <a:solidFill>
                          <a:srgbClr val="000000"/>
                        </a:solidFill>
                        <a:effectLst/>
                        <a:uFillTx/>
                        <a:latin typeface="Arial"/>
                      </a:endParaRPr>
                    </a:p>
                  </a:txBody>
                  <a:tcPr anchor="t" marL="36000" marR="36000" marT="36000" marB="36000">
                    <a:lnL w="7200">
                      <a:solidFill>
                        <a:srgbClr val="ffffff"/>
                      </a:solidFill>
                      <a:prstDash val="solid"/>
                    </a:lnL>
                    <a:lnR w="7200">
                      <a:solidFill>
                        <a:srgbClr val="ffffff"/>
                      </a:solidFill>
                      <a:prstDash val="solid"/>
                    </a:lnR>
                    <a:lnT w="7200">
                      <a:solidFill>
                        <a:srgbClr val="ffffff"/>
                      </a:solidFill>
                      <a:prstDash val="solid"/>
                    </a:lnT>
                    <a:lnB w="7200">
                      <a:solidFill>
                        <a:srgbClr val="ffffff"/>
                      </a:solidFill>
                      <a:prstDash val="solid"/>
                    </a:lnB>
                    <a:solidFill>
                      <a:srgbClr val="ffb66c"/>
                    </a:solidFill>
                  </a:tcPr>
                </a:tc>
              </a:tr>
              <a:tr h="829080">
                <a:tc>
                  <a:txBody>
                    <a:bodyPr lIns="36000" rIns="36000" tIns="36000" bIns="36000" anchor="t">
                      <a:noAutofit/>
                    </a:bodyPr>
                    <a:p>
                      <a:pPr>
                        <a:lnSpc>
                          <a:spcPct val="100000"/>
                        </a:lnSpc>
                        <a:tabLst>
                          <a:tab algn="l" pos="0"/>
                        </a:tabLst>
                      </a:pPr>
                      <a:r>
                        <a:rPr lang="de" sz="1400" b="1" u="none" strike="noStrike">
                          <a:solidFill>
                            <a:schemeClr val="dk1"/>
                          </a:solidFill>
                          <a:effectLst/>
                          <a:uFillTx/>
                          <a:latin typeface="Arial"/>
                          <a:ea typeface="Arial"/>
                        </a:rPr>
                        <a:t>Belonging</a:t>
                      </a:r>
                      <a:endParaRPr lang="en-GB" sz="1400" b="0" u="none" strike="noStrike">
                        <a:solidFill>
                          <a:srgbClr val="000000"/>
                        </a:solidFill>
                        <a:effectLst/>
                        <a:uFillTx/>
                        <a:latin typeface="Arial"/>
                      </a:endParaRPr>
                    </a:p>
                  </a:txBody>
                  <a:tcPr anchor="t" marL="36000" marR="36000" marT="36000" marB="36000">
                    <a:lnL w="7200">
                      <a:solidFill>
                        <a:srgbClr val="ffffff"/>
                      </a:solidFill>
                      <a:prstDash val="solid"/>
                    </a:lnL>
                    <a:lnR w="7200">
                      <a:solidFill>
                        <a:srgbClr val="ffffff"/>
                      </a:solidFill>
                      <a:prstDash val="solid"/>
                    </a:lnR>
                    <a:lnT w="7200">
                      <a:solidFill>
                        <a:srgbClr val="ffffff"/>
                      </a:solidFill>
                      <a:prstDash val="solid"/>
                    </a:lnT>
                    <a:lnB w="7200">
                      <a:solidFill>
                        <a:srgbClr val="ffffff"/>
                      </a:solidFill>
                      <a:prstDash val="solid"/>
                    </a:lnB>
                    <a:solidFill>
                      <a:srgbClr val="ffdbb6"/>
                    </a:solidFill>
                  </a:tcPr>
                </a:tc>
                <a:tc>
                  <a:txBody>
                    <a:bodyPr lIns="36000" rIns="36000" tIns="36000" bIns="36000" anchor="t">
                      <a:noAutofit/>
                    </a:bodyPr>
                    <a:p>
                      <a:pPr>
                        <a:lnSpc>
                          <a:spcPct val="100000"/>
                        </a:lnSpc>
                        <a:tabLst>
                          <a:tab algn="l" pos="0"/>
                        </a:tabLst>
                      </a:pPr>
                      <a:r>
                        <a:rPr lang="de" sz="1400" b="0" u="none" strike="noStrike">
                          <a:solidFill>
                            <a:schemeClr val="dk1"/>
                          </a:solidFill>
                          <a:effectLst/>
                          <a:uFillTx/>
                          <a:latin typeface="Arial"/>
                          <a:ea typeface="Arial"/>
                        </a:rPr>
                        <a:t>Sleep Department</a:t>
                      </a:r>
                      <a:endParaRPr lang="en-GB" sz="1400" b="0" u="none" strike="noStrike">
                        <a:solidFill>
                          <a:srgbClr val="000000"/>
                        </a:solidFill>
                        <a:effectLst/>
                        <a:uFillTx/>
                        <a:latin typeface="Arial"/>
                      </a:endParaRPr>
                    </a:p>
                  </a:txBody>
                  <a:tcPr anchor="t" marL="36000" marR="36000" marT="36000" marB="36000">
                    <a:lnL w="7200">
                      <a:solidFill>
                        <a:srgbClr val="ffffff"/>
                      </a:solidFill>
                      <a:prstDash val="solid"/>
                    </a:lnL>
                    <a:lnR w="7200">
                      <a:solidFill>
                        <a:srgbClr val="ffffff"/>
                      </a:solidFill>
                      <a:prstDash val="solid"/>
                    </a:lnR>
                    <a:lnT w="7200">
                      <a:solidFill>
                        <a:srgbClr val="ffffff"/>
                      </a:solidFill>
                      <a:prstDash val="solid"/>
                    </a:lnT>
                    <a:lnB w="7200">
                      <a:solidFill>
                        <a:srgbClr val="ffffff"/>
                      </a:solidFill>
                      <a:prstDash val="solid"/>
                    </a:lnB>
                    <a:solidFill>
                      <a:srgbClr val="ffdbb6"/>
                    </a:solidFill>
                  </a:tcPr>
                </a:tc>
                <a:tc>
                  <a:txBody>
                    <a:bodyPr lIns="36000" rIns="36000" tIns="36000" bIns="36000" anchor="t">
                      <a:noAutofit/>
                    </a:bodyPr>
                    <a:p>
                      <a:pPr>
                        <a:lnSpc>
                          <a:spcPct val="100000"/>
                        </a:lnSpc>
                        <a:tabLst>
                          <a:tab algn="l" pos="0"/>
                        </a:tabLst>
                      </a:pPr>
                      <a:r>
                        <a:rPr lang="de" sz="1400" b="1" u="none" strike="noStrike">
                          <a:solidFill>
                            <a:schemeClr val="dk1"/>
                          </a:solidFill>
                          <a:effectLst/>
                          <a:uFillTx/>
                          <a:latin typeface="Arial"/>
                          <a:ea typeface="Arial"/>
                        </a:rPr>
                        <a:t>Assertiveness</a:t>
                      </a:r>
                      <a:endParaRPr lang="en-GB" sz="1400" b="0" u="none" strike="noStrike">
                        <a:solidFill>
                          <a:srgbClr val="000000"/>
                        </a:solidFill>
                        <a:effectLst/>
                        <a:uFillTx/>
                        <a:latin typeface="Arial"/>
                      </a:endParaRPr>
                    </a:p>
                  </a:txBody>
                  <a:tcPr anchor="t" marL="36000" marR="36000" marT="36000" marB="36000">
                    <a:lnL w="7200">
                      <a:solidFill>
                        <a:srgbClr val="ffffff"/>
                      </a:solidFill>
                      <a:prstDash val="solid"/>
                    </a:lnL>
                    <a:lnR w="7200">
                      <a:solidFill>
                        <a:srgbClr val="ffffff"/>
                      </a:solidFill>
                      <a:prstDash val="solid"/>
                    </a:lnR>
                    <a:lnT w="7200">
                      <a:solidFill>
                        <a:srgbClr val="ffffff"/>
                      </a:solidFill>
                      <a:prstDash val="solid"/>
                    </a:lnT>
                    <a:lnB w="7200">
                      <a:solidFill>
                        <a:srgbClr val="ffffff"/>
                      </a:solidFill>
                      <a:prstDash val="solid"/>
                    </a:lnB>
                    <a:solidFill>
                      <a:srgbClr val="ffdbb6"/>
                    </a:solidFill>
                  </a:tcPr>
                </a:tc>
                <a:tc>
                  <a:txBody>
                    <a:bodyPr lIns="36000" rIns="36000" tIns="36000" bIns="36000" anchor="t">
                      <a:noAutofit/>
                    </a:bodyPr>
                    <a:p>
                      <a:pPr>
                        <a:lnSpc>
                          <a:spcPct val="100000"/>
                        </a:lnSpc>
                        <a:tabLst>
                          <a:tab algn="l" pos="0"/>
                        </a:tabLst>
                      </a:pPr>
                      <a:r>
                        <a:rPr lang="de" sz="1400" b="0" u="none" strike="noStrike">
                          <a:solidFill>
                            <a:srgbClr val="000000"/>
                          </a:solidFill>
                          <a:effectLst/>
                          <a:uFillTx/>
                          <a:latin typeface="Arial"/>
                          <a:ea typeface="Arial"/>
                        </a:rPr>
                        <a:t>Selbssicher, gehoben und mit Klasse</a:t>
                      </a:r>
                      <a:endParaRPr lang="en-GB" sz="1400" b="0" u="none" strike="noStrike">
                        <a:solidFill>
                          <a:srgbClr val="000000"/>
                        </a:solidFill>
                        <a:effectLst/>
                        <a:uFillTx/>
                        <a:latin typeface="Arial"/>
                      </a:endParaRPr>
                    </a:p>
                  </a:txBody>
                  <a:tcPr anchor="t" marL="36000" marR="36000" marT="36000" marB="36000">
                    <a:lnL w="7200">
                      <a:solidFill>
                        <a:srgbClr val="ffffff"/>
                      </a:solidFill>
                      <a:prstDash val="solid"/>
                    </a:lnL>
                    <a:lnR w="7200">
                      <a:solidFill>
                        <a:srgbClr val="ffffff"/>
                      </a:solidFill>
                      <a:prstDash val="solid"/>
                    </a:lnR>
                    <a:lnT w="7200">
                      <a:solidFill>
                        <a:srgbClr val="ffffff"/>
                      </a:solidFill>
                      <a:prstDash val="solid"/>
                    </a:lnT>
                    <a:lnB w="7200">
                      <a:solidFill>
                        <a:srgbClr val="ffffff"/>
                      </a:solidFill>
                      <a:prstDash val="solid"/>
                    </a:lnB>
                    <a:solidFill>
                      <a:srgbClr val="ffdbb6"/>
                    </a:solidFill>
                  </a:tcPr>
                </a:tc>
              </a:tr>
              <a:tr h="829080">
                <a:tc>
                  <a:txBody>
                    <a:bodyPr lIns="36000" rIns="36000" tIns="36000" bIns="36000" anchor="t">
                      <a:noAutofit/>
                    </a:bodyPr>
                    <a:p>
                      <a:pPr>
                        <a:lnSpc>
                          <a:spcPct val="100000"/>
                        </a:lnSpc>
                        <a:tabLst>
                          <a:tab algn="l" pos="0"/>
                        </a:tabLst>
                      </a:pPr>
                      <a:r>
                        <a:rPr lang="de" sz="1400" b="1" u="none" strike="noStrike">
                          <a:solidFill>
                            <a:schemeClr val="dk1"/>
                          </a:solidFill>
                          <a:effectLst/>
                          <a:uFillTx/>
                          <a:latin typeface="Arial"/>
                          <a:ea typeface="Arial"/>
                        </a:rPr>
                        <a:t>Believe</a:t>
                      </a:r>
                      <a:endParaRPr lang="en-GB" sz="1400" b="0" u="none" strike="noStrike">
                        <a:solidFill>
                          <a:srgbClr val="000000"/>
                        </a:solidFill>
                        <a:effectLst/>
                        <a:uFillTx/>
                        <a:latin typeface="Arial"/>
                      </a:endParaRPr>
                    </a:p>
                  </a:txBody>
                  <a:tcPr anchor="t" marL="36000" marR="36000" marT="36000" marB="36000">
                    <a:lnL w="7200">
                      <a:solidFill>
                        <a:srgbClr val="ffffff"/>
                      </a:solidFill>
                      <a:prstDash val="solid"/>
                    </a:lnL>
                    <a:lnR w="7200">
                      <a:solidFill>
                        <a:srgbClr val="ffffff"/>
                      </a:solidFill>
                      <a:prstDash val="solid"/>
                    </a:lnR>
                    <a:lnT w="7200">
                      <a:solidFill>
                        <a:srgbClr val="ffffff"/>
                      </a:solidFill>
                      <a:prstDash val="solid"/>
                    </a:lnT>
                    <a:lnB w="7200">
                      <a:solidFill>
                        <a:srgbClr val="ffffff"/>
                      </a:solidFill>
                      <a:prstDash val="solid"/>
                    </a:lnB>
                    <a:solidFill>
                      <a:srgbClr val="ffb66c"/>
                    </a:solidFill>
                  </a:tcPr>
                </a:tc>
                <a:tc>
                  <a:txBody>
                    <a:bodyPr lIns="36000" rIns="36000" tIns="36000" bIns="36000" anchor="t">
                      <a:noAutofit/>
                    </a:bodyPr>
                    <a:p>
                      <a:pPr>
                        <a:lnSpc>
                          <a:spcPct val="100000"/>
                        </a:lnSpc>
                        <a:tabLst>
                          <a:tab algn="l" pos="0"/>
                        </a:tabLst>
                      </a:pPr>
                      <a:r>
                        <a:rPr lang="de" sz="1400" b="0" u="none" strike="noStrike">
                          <a:solidFill>
                            <a:schemeClr val="dk1"/>
                          </a:solidFill>
                          <a:effectLst/>
                          <a:uFillTx/>
                          <a:latin typeface="Arial"/>
                          <a:ea typeface="Arial"/>
                        </a:rPr>
                        <a:t>Es gibt immer etwas an einem, das man verbessern kann.  </a:t>
                      </a:r>
                      <a:endParaRPr lang="en-GB" sz="1400" b="0" u="none" strike="noStrike">
                        <a:solidFill>
                          <a:srgbClr val="000000"/>
                        </a:solidFill>
                        <a:effectLst/>
                        <a:uFillTx/>
                        <a:latin typeface="Arial"/>
                      </a:endParaRPr>
                    </a:p>
                  </a:txBody>
                  <a:tcPr anchor="t" marL="36000" marR="36000" marT="36000" marB="36000">
                    <a:lnL w="7200">
                      <a:solidFill>
                        <a:srgbClr val="ffffff"/>
                      </a:solidFill>
                      <a:prstDash val="solid"/>
                    </a:lnL>
                    <a:lnR w="7200">
                      <a:solidFill>
                        <a:srgbClr val="ffffff"/>
                      </a:solidFill>
                      <a:prstDash val="solid"/>
                    </a:lnR>
                    <a:lnT w="7200">
                      <a:solidFill>
                        <a:srgbClr val="ffffff"/>
                      </a:solidFill>
                      <a:prstDash val="solid"/>
                    </a:lnT>
                    <a:lnB w="7200">
                      <a:solidFill>
                        <a:srgbClr val="ffffff"/>
                      </a:solidFill>
                      <a:prstDash val="solid"/>
                    </a:lnB>
                    <a:solidFill>
                      <a:srgbClr val="ffb66c"/>
                    </a:solidFill>
                  </a:tcPr>
                </a:tc>
                <a:tc>
                  <a:txBody>
                    <a:bodyPr lIns="36000" rIns="36000" tIns="36000" bIns="36000" anchor="t">
                      <a:noAutofit/>
                    </a:bodyPr>
                    <a:p>
                      <a:pPr>
                        <a:lnSpc>
                          <a:spcPct val="100000"/>
                        </a:lnSpc>
                        <a:tabLst>
                          <a:tab algn="l" pos="0"/>
                        </a:tabLst>
                      </a:pPr>
                      <a:r>
                        <a:rPr lang="de" sz="1400" b="1" u="none" strike="noStrike">
                          <a:solidFill>
                            <a:schemeClr val="dk1"/>
                          </a:solidFill>
                          <a:effectLst/>
                          <a:uFillTx/>
                          <a:latin typeface="Arial"/>
                          <a:ea typeface="Arial"/>
                        </a:rPr>
                        <a:t>Specific Tastes and professions</a:t>
                      </a:r>
                      <a:endParaRPr lang="en-GB" sz="1400" b="0" u="none" strike="noStrike">
                        <a:solidFill>
                          <a:srgbClr val="000000"/>
                        </a:solidFill>
                        <a:effectLst/>
                        <a:uFillTx/>
                        <a:latin typeface="Arial"/>
                      </a:endParaRPr>
                    </a:p>
                  </a:txBody>
                  <a:tcPr anchor="t" marL="36000" marR="36000" marT="36000" marB="36000">
                    <a:lnL w="7200">
                      <a:solidFill>
                        <a:srgbClr val="ffffff"/>
                      </a:solidFill>
                      <a:prstDash val="solid"/>
                    </a:lnL>
                    <a:lnR w="7200">
                      <a:solidFill>
                        <a:srgbClr val="ffffff"/>
                      </a:solidFill>
                      <a:prstDash val="solid"/>
                    </a:lnR>
                    <a:lnT w="7200">
                      <a:solidFill>
                        <a:srgbClr val="ffffff"/>
                      </a:solidFill>
                      <a:prstDash val="solid"/>
                    </a:lnT>
                    <a:lnB w="7200">
                      <a:solidFill>
                        <a:srgbClr val="ffffff"/>
                      </a:solidFill>
                      <a:prstDash val="solid"/>
                    </a:lnB>
                    <a:solidFill>
                      <a:srgbClr val="ffb66c"/>
                    </a:solidFill>
                  </a:tcPr>
                </a:tc>
                <a:tc>
                  <a:txBody>
                    <a:bodyPr lIns="36000" rIns="36000" tIns="36000" bIns="36000" anchor="t">
                      <a:noAutofit/>
                    </a:bodyPr>
                    <a:p>
                      <a:pPr>
                        <a:lnSpc>
                          <a:spcPct val="100000"/>
                        </a:lnSpc>
                        <a:tabLst>
                          <a:tab algn="l" pos="0"/>
                        </a:tabLst>
                      </a:pPr>
                      <a:r>
                        <a:rPr lang="de" sz="1400" b="0" u="none" strike="noStrike">
                          <a:solidFill>
                            <a:srgbClr val="000000"/>
                          </a:solidFill>
                          <a:effectLst/>
                          <a:uFillTx/>
                          <a:latin typeface="Arial"/>
                          <a:ea typeface="Arial"/>
                        </a:rPr>
                        <a:t>Warme Temperaturen</a:t>
                      </a:r>
                      <a:endParaRPr lang="en-GB" sz="1400" b="0" u="none" strike="noStrike">
                        <a:solidFill>
                          <a:srgbClr val="000000"/>
                        </a:solidFill>
                        <a:effectLst/>
                        <a:uFillTx/>
                        <a:latin typeface="Arial"/>
                      </a:endParaRPr>
                    </a:p>
                  </a:txBody>
                  <a:tcPr anchor="t" marL="36000" marR="36000" marT="36000" marB="36000">
                    <a:lnL w="7200">
                      <a:solidFill>
                        <a:srgbClr val="ffffff"/>
                      </a:solidFill>
                      <a:prstDash val="solid"/>
                    </a:lnL>
                    <a:lnR w="7200">
                      <a:solidFill>
                        <a:srgbClr val="ffffff"/>
                      </a:solidFill>
                      <a:prstDash val="solid"/>
                    </a:lnR>
                    <a:lnT w="7200">
                      <a:solidFill>
                        <a:srgbClr val="ffffff"/>
                      </a:solidFill>
                      <a:prstDash val="solid"/>
                    </a:lnT>
                    <a:lnB w="7200">
                      <a:solidFill>
                        <a:srgbClr val="ffffff"/>
                      </a:solidFill>
                      <a:prstDash val="solid"/>
                    </a:lnB>
                    <a:solidFill>
                      <a:srgbClr val="ffb66c"/>
                    </a:solidFill>
                  </a:tcPr>
                </a:tc>
              </a:tr>
              <a:tr h="829080">
                <a:tc>
                  <a:txBody>
                    <a:bodyPr lIns="36000" rIns="36000" tIns="36000" bIns="36000" anchor="t">
                      <a:noAutofit/>
                    </a:bodyPr>
                    <a:p>
                      <a:pPr>
                        <a:lnSpc>
                          <a:spcPct val="100000"/>
                        </a:lnSpc>
                        <a:tabLst>
                          <a:tab algn="l" pos="0"/>
                        </a:tabLst>
                      </a:pPr>
                      <a:r>
                        <a:rPr lang="de" sz="1400" b="1" u="none" strike="noStrike">
                          <a:solidFill>
                            <a:schemeClr val="dk1"/>
                          </a:solidFill>
                          <a:effectLst/>
                          <a:uFillTx/>
                          <a:latin typeface="Arial"/>
                          <a:ea typeface="Arial"/>
                        </a:rPr>
                        <a:t>Information</a:t>
                      </a:r>
                      <a:endParaRPr lang="en-GB" sz="1400" b="0" u="none" strike="noStrike">
                        <a:solidFill>
                          <a:srgbClr val="000000"/>
                        </a:solidFill>
                        <a:effectLst/>
                        <a:uFillTx/>
                        <a:latin typeface="Arial"/>
                      </a:endParaRPr>
                    </a:p>
                  </a:txBody>
                  <a:tcPr anchor="t" marL="36000" marR="36000" marT="36000" marB="36000">
                    <a:lnL w="7200">
                      <a:solidFill>
                        <a:srgbClr val="ffffff"/>
                      </a:solidFill>
                      <a:prstDash val="solid"/>
                    </a:lnL>
                    <a:lnR w="7200">
                      <a:solidFill>
                        <a:srgbClr val="ffffff"/>
                      </a:solidFill>
                      <a:prstDash val="solid"/>
                    </a:lnR>
                    <a:lnT w="7200">
                      <a:solidFill>
                        <a:srgbClr val="ffffff"/>
                      </a:solidFill>
                      <a:prstDash val="solid"/>
                    </a:lnT>
                    <a:lnB w="7200">
                      <a:solidFill>
                        <a:srgbClr val="ffffff"/>
                      </a:solidFill>
                      <a:prstDash val="solid"/>
                    </a:lnB>
                    <a:solidFill>
                      <a:srgbClr val="ffdbb6"/>
                    </a:solidFill>
                  </a:tcPr>
                </a:tc>
                <a:tc>
                  <a:txBody>
                    <a:bodyPr lIns="36000" rIns="36000" tIns="36000" bIns="36000" anchor="t">
                      <a:noAutofit/>
                    </a:bodyPr>
                    <a:p>
                      <a:pPr>
                        <a:lnSpc>
                          <a:spcPct val="100000"/>
                        </a:lnSpc>
                        <a:tabLst>
                          <a:tab algn="l" pos="0"/>
                        </a:tabLst>
                      </a:pPr>
                      <a:r>
                        <a:rPr lang="de" sz="1400" b="0" u="none" strike="noStrike">
                          <a:solidFill>
                            <a:srgbClr val="000000"/>
                          </a:solidFill>
                          <a:effectLst/>
                          <a:uFillTx/>
                          <a:latin typeface="Arial"/>
                          <a:ea typeface="Arial"/>
                        </a:rPr>
                        <a:t>Gibt seinem Träger ein Gefühl von Überlegenheit, mit dem man Distanz zu seinen Problemen aufbauen kann. </a:t>
                      </a:r>
                      <a:endParaRPr lang="en-GB" sz="1400" b="0" u="none" strike="noStrike">
                        <a:solidFill>
                          <a:srgbClr val="000000"/>
                        </a:solidFill>
                        <a:effectLst/>
                        <a:uFillTx/>
                        <a:latin typeface="Arial"/>
                      </a:endParaRPr>
                    </a:p>
                  </a:txBody>
                  <a:tcPr anchor="t" marL="36000" marR="36000" marT="36000" marB="36000">
                    <a:lnL w="7200">
                      <a:solidFill>
                        <a:srgbClr val="ffffff"/>
                      </a:solidFill>
                      <a:prstDash val="solid"/>
                    </a:lnL>
                    <a:lnR w="7200">
                      <a:solidFill>
                        <a:srgbClr val="ffffff"/>
                      </a:solidFill>
                      <a:prstDash val="solid"/>
                    </a:lnR>
                    <a:lnT w="7200">
                      <a:solidFill>
                        <a:srgbClr val="ffffff"/>
                      </a:solidFill>
                      <a:prstDash val="solid"/>
                    </a:lnT>
                    <a:lnB w="7200">
                      <a:solidFill>
                        <a:srgbClr val="ffffff"/>
                      </a:solidFill>
                      <a:prstDash val="solid"/>
                    </a:lnB>
                    <a:solidFill>
                      <a:srgbClr val="ffdbb6"/>
                    </a:solidFill>
                  </a:tcPr>
                </a:tc>
                <a:tc>
                  <a:txBody>
                    <a:bodyPr lIns="36000" rIns="36000" tIns="36000" bIns="36000" anchor="t">
                      <a:noAutofit/>
                    </a:bodyPr>
                    <a:p>
                      <a:pPr>
                        <a:lnSpc>
                          <a:spcPct val="100000"/>
                        </a:lnSpc>
                        <a:tabLst>
                          <a:tab algn="l" pos="0"/>
                        </a:tabLst>
                      </a:pPr>
                      <a:r>
                        <a:rPr lang="de" sz="1400" b="1" u="none" strike="noStrike">
                          <a:solidFill>
                            <a:schemeClr val="dk1"/>
                          </a:solidFill>
                          <a:effectLst/>
                          <a:uFillTx/>
                          <a:latin typeface="Arial"/>
                          <a:ea typeface="Arial"/>
                        </a:rPr>
                        <a:t>Hurt Them</a:t>
                      </a:r>
                      <a:endParaRPr lang="en-GB" sz="1400" b="0" u="none" strike="noStrike">
                        <a:solidFill>
                          <a:srgbClr val="000000"/>
                        </a:solidFill>
                        <a:effectLst/>
                        <a:uFillTx/>
                        <a:latin typeface="Arial"/>
                      </a:endParaRPr>
                    </a:p>
                  </a:txBody>
                  <a:tcPr anchor="t" marL="36000" marR="36000" marT="36000" marB="36000">
                    <a:lnL w="7200">
                      <a:solidFill>
                        <a:srgbClr val="ffffff"/>
                      </a:solidFill>
                      <a:prstDash val="solid"/>
                    </a:lnL>
                    <a:lnR w="7200">
                      <a:solidFill>
                        <a:srgbClr val="ffffff"/>
                      </a:solidFill>
                      <a:prstDash val="solid"/>
                    </a:lnR>
                    <a:lnT w="7200">
                      <a:solidFill>
                        <a:srgbClr val="ffffff"/>
                      </a:solidFill>
                      <a:prstDash val="solid"/>
                    </a:lnT>
                    <a:lnB w="7200">
                      <a:solidFill>
                        <a:srgbClr val="ffffff"/>
                      </a:solidFill>
                      <a:prstDash val="solid"/>
                    </a:lnB>
                    <a:solidFill>
                      <a:srgbClr val="ffdbb6"/>
                    </a:solidFill>
                  </a:tcPr>
                </a:tc>
                <a:tc>
                  <a:txBody>
                    <a:bodyPr lIns="36000" rIns="36000" tIns="36000" bIns="36000" anchor="t">
                      <a:noAutofit/>
                    </a:bodyPr>
                    <a:p>
                      <a:pPr>
                        <a:lnSpc>
                          <a:spcPct val="100000"/>
                        </a:lnSpc>
                        <a:tabLst>
                          <a:tab algn="l" pos="0"/>
                        </a:tabLst>
                      </a:pPr>
                      <a:r>
                        <a:rPr lang="de" sz="1400" b="0" u="none" strike="noStrike">
                          <a:solidFill>
                            <a:srgbClr val="000000"/>
                          </a:solidFill>
                          <a:effectLst/>
                          <a:uFillTx/>
                          <a:latin typeface="Arial"/>
                          <a:ea typeface="Arial"/>
                        </a:rPr>
                        <a:t>Als er an der angesehensten Tanzschule Frankreichs abgelehnt wurde. </a:t>
                      </a:r>
                      <a:endParaRPr lang="en-GB" sz="1400" b="0" u="none" strike="noStrike">
                        <a:solidFill>
                          <a:srgbClr val="000000"/>
                        </a:solidFill>
                        <a:effectLst/>
                        <a:uFillTx/>
                        <a:latin typeface="Arial"/>
                      </a:endParaRPr>
                    </a:p>
                  </a:txBody>
                  <a:tcPr anchor="t" marL="36000" marR="36000" marT="36000" marB="36000">
                    <a:lnL w="7200">
                      <a:solidFill>
                        <a:srgbClr val="ffffff"/>
                      </a:solidFill>
                      <a:prstDash val="solid"/>
                    </a:lnL>
                    <a:lnR w="7200">
                      <a:solidFill>
                        <a:srgbClr val="ffffff"/>
                      </a:solidFill>
                      <a:prstDash val="solid"/>
                    </a:lnR>
                    <a:lnT w="7200">
                      <a:solidFill>
                        <a:srgbClr val="ffffff"/>
                      </a:solidFill>
                      <a:prstDash val="solid"/>
                    </a:lnT>
                    <a:lnB w="7200">
                      <a:solidFill>
                        <a:srgbClr val="ffffff"/>
                      </a:solidFill>
                      <a:prstDash val="solid"/>
                    </a:lnB>
                    <a:solidFill>
                      <a:srgbClr val="ffdbb6"/>
                    </a:solidFill>
                  </a:tcPr>
                </a:tc>
              </a:tr>
              <a:tr h="829080">
                <a:tc>
                  <a:txBody>
                    <a:bodyPr lIns="36000" rIns="36000" tIns="36000" bIns="36000" anchor="t">
                      <a:noAutofit/>
                    </a:bodyPr>
                    <a:p>
                      <a:pPr>
                        <a:lnSpc>
                          <a:spcPct val="100000"/>
                        </a:lnSpc>
                        <a:tabLst>
                          <a:tab algn="l" pos="0"/>
                        </a:tabLst>
                      </a:pPr>
                      <a:r>
                        <a:rPr lang="de" sz="1400" b="1" u="none" strike="noStrike">
                          <a:solidFill>
                            <a:schemeClr val="dk1"/>
                          </a:solidFill>
                          <a:effectLst/>
                          <a:uFillTx/>
                          <a:latin typeface="Arial"/>
                          <a:ea typeface="Arial"/>
                        </a:rPr>
                        <a:t>Special Skill</a:t>
                      </a:r>
                      <a:endParaRPr lang="en-GB" sz="1400" b="0" u="none" strike="noStrike">
                        <a:solidFill>
                          <a:srgbClr val="000000"/>
                        </a:solidFill>
                        <a:effectLst/>
                        <a:uFillTx/>
                        <a:latin typeface="Arial"/>
                      </a:endParaRPr>
                    </a:p>
                  </a:txBody>
                  <a:tcPr anchor="t" marL="36000" marR="36000" marT="36000" marB="36000">
                    <a:lnL w="7200">
                      <a:solidFill>
                        <a:srgbClr val="ffffff"/>
                      </a:solidFill>
                      <a:prstDash val="solid"/>
                    </a:lnL>
                    <a:lnR w="7200">
                      <a:solidFill>
                        <a:srgbClr val="ffffff"/>
                      </a:solidFill>
                      <a:prstDash val="solid"/>
                    </a:lnR>
                    <a:lnT w="7200">
                      <a:solidFill>
                        <a:srgbClr val="ffffff"/>
                      </a:solidFill>
                      <a:prstDash val="solid"/>
                    </a:lnT>
                    <a:lnB w="7200">
                      <a:solidFill>
                        <a:srgbClr val="ffffff"/>
                      </a:solidFill>
                      <a:prstDash val="solid"/>
                    </a:lnB>
                    <a:solidFill>
                      <a:srgbClr val="ffb66c"/>
                    </a:solidFill>
                  </a:tcPr>
                </a:tc>
                <a:tc>
                  <a:txBody>
                    <a:bodyPr lIns="36000" rIns="36000" tIns="36000" bIns="36000" anchor="t">
                      <a:noAutofit/>
                    </a:bodyPr>
                    <a:p>
                      <a:pPr>
                        <a:lnSpc>
                          <a:spcPct val="100000"/>
                        </a:lnSpc>
                        <a:tabLst>
                          <a:tab algn="l" pos="0"/>
                        </a:tabLst>
                      </a:pPr>
                      <a:r>
                        <a:rPr lang="de" sz="1100" b="0" u="none" strike="noStrike">
                          <a:solidFill>
                            <a:srgbClr val="000000"/>
                          </a:solidFill>
                          <a:effectLst/>
                          <a:uFillTx/>
                          <a:latin typeface="Arial"/>
                          <a:ea typeface="Arial"/>
                        </a:rPr>
                        <a:t>Kann eine Sprache innerhalb von maximal 4 Tagen lernen</a:t>
                      </a:r>
                      <a:endParaRPr lang="en-GB" sz="1100" b="0" u="none" strike="noStrike">
                        <a:solidFill>
                          <a:srgbClr val="000000"/>
                        </a:solidFill>
                        <a:effectLst/>
                        <a:uFillTx/>
                        <a:latin typeface="Arial"/>
                      </a:endParaRPr>
                    </a:p>
                  </a:txBody>
                  <a:tcPr anchor="t" marL="36000" marR="36000" marT="36000" marB="36000">
                    <a:lnL w="7200">
                      <a:solidFill>
                        <a:srgbClr val="ffffff"/>
                      </a:solidFill>
                      <a:prstDash val="solid"/>
                    </a:lnL>
                    <a:lnR w="7200">
                      <a:solidFill>
                        <a:srgbClr val="ffffff"/>
                      </a:solidFill>
                      <a:prstDash val="solid"/>
                    </a:lnR>
                    <a:lnT w="7200">
                      <a:solidFill>
                        <a:srgbClr val="ffffff"/>
                      </a:solidFill>
                      <a:prstDash val="solid"/>
                    </a:lnT>
                    <a:lnB w="7200">
                      <a:solidFill>
                        <a:srgbClr val="ffffff"/>
                      </a:solidFill>
                      <a:prstDash val="solid"/>
                    </a:lnB>
                    <a:solidFill>
                      <a:srgbClr val="ffb66c"/>
                    </a:solidFill>
                  </a:tcPr>
                </a:tc>
                <a:tc>
                  <a:txBody>
                    <a:bodyPr lIns="36000" rIns="36000" tIns="36000" bIns="36000" anchor="t">
                      <a:noAutofit/>
                    </a:bodyPr>
                    <a:p>
                      <a:pPr>
                        <a:lnSpc>
                          <a:spcPct val="100000"/>
                        </a:lnSpc>
                      </a:pPr>
                      <a:endParaRPr lang="en-GB" sz="1400" b="1" u="none" strike="noStrike">
                        <a:solidFill>
                          <a:schemeClr val="dk1"/>
                        </a:solidFill>
                        <a:effectLst/>
                        <a:uFillTx/>
                        <a:latin typeface="Arial"/>
                        <a:ea typeface="Arial"/>
                      </a:endParaRPr>
                    </a:p>
                  </a:txBody>
                  <a:tcPr anchor="t" marL="36000" marR="36000" marT="36000" marB="36000">
                    <a:lnL w="7200">
                      <a:solidFill>
                        <a:srgbClr val="ffffff"/>
                      </a:solidFill>
                      <a:prstDash val="solid"/>
                    </a:lnL>
                    <a:lnR w="7200">
                      <a:solidFill>
                        <a:srgbClr val="ffffff"/>
                      </a:solidFill>
                      <a:prstDash val="solid"/>
                    </a:lnR>
                    <a:lnT w="7200">
                      <a:solidFill>
                        <a:srgbClr val="ffffff"/>
                      </a:solidFill>
                      <a:prstDash val="solid"/>
                    </a:lnT>
                    <a:lnB w="7200">
                      <a:solidFill>
                        <a:srgbClr val="ffffff"/>
                      </a:solidFill>
                      <a:prstDash val="solid"/>
                    </a:lnB>
                    <a:solidFill>
                      <a:srgbClr val="ffb66c"/>
                    </a:solidFill>
                  </a:tcPr>
                </a:tc>
                <a:tc>
                  <a:txBody>
                    <a:bodyPr lIns="36000" rIns="36000" tIns="36000" bIns="36000" anchor="t">
                      <a:noAutofit/>
                    </a:bodyPr>
                    <a:p>
                      <a:pPr>
                        <a:lnSpc>
                          <a:spcPct val="100000"/>
                        </a:lnSpc>
                      </a:pPr>
                      <a:endParaRPr lang="en-GB" sz="1100" b="0" u="none" strike="noStrike">
                        <a:solidFill>
                          <a:schemeClr val="dk1"/>
                        </a:solidFill>
                        <a:effectLst/>
                        <a:uFillTx/>
                        <a:latin typeface="Arial"/>
                        <a:ea typeface="Arial"/>
                      </a:endParaRPr>
                    </a:p>
                  </a:txBody>
                  <a:tcPr anchor="t" marL="36000" marR="36000" marT="36000" marB="36000">
                    <a:lnL w="7200">
                      <a:solidFill>
                        <a:srgbClr val="ffffff"/>
                      </a:solidFill>
                      <a:prstDash val="solid"/>
                    </a:lnL>
                    <a:lnR w="7200">
                      <a:solidFill>
                        <a:srgbClr val="ffffff"/>
                      </a:solidFill>
                      <a:prstDash val="solid"/>
                    </a:lnR>
                    <a:lnT w="7200">
                      <a:solidFill>
                        <a:srgbClr val="ffffff"/>
                      </a:solidFill>
                      <a:prstDash val="solid"/>
                    </a:lnT>
                    <a:lnB w="7200">
                      <a:solidFill>
                        <a:srgbClr val="ffffff"/>
                      </a:solidFill>
                      <a:prstDash val="solid"/>
                    </a:lnB>
                    <a:solidFill>
                      <a:srgbClr val="ffb66c"/>
                    </a:solidFill>
                  </a:tcPr>
                </a:tc>
              </a:tr>
            </a:tbl>
          </a:graphicData>
        </a:graphic>
      </p:graphicFrame>
    </p:spTree>
  </p:cSld>
  <mc:AlternateContent>
    <mc:Choice Requires="p14">
      <p:transition spd="slow" p14:dur="2000"/>
    </mc:Choice>
    <mc:Fallback>
      <p:transition spd="slow"/>
    </mc:Fallback>
  </mc:AlternateContent>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grpSp>
        <p:nvGrpSpPr>
          <p:cNvPr id="126" name="Google Shape;175;p3"/>
          <p:cNvGrpSpPr/>
          <p:nvPr/>
        </p:nvGrpSpPr>
        <p:grpSpPr>
          <a:xfrm>
            <a:off x="360" y="-1800"/>
            <a:ext cx="3490200" cy="778680"/>
            <a:chOff x="360" y="-1800"/>
            <a:chExt cx="3490200" cy="778680"/>
          </a:xfrm>
        </p:grpSpPr>
        <p:grpSp>
          <p:nvGrpSpPr>
            <p:cNvPr id="127" name="Google Shape;176;p3"/>
            <p:cNvGrpSpPr/>
            <p:nvPr/>
          </p:nvGrpSpPr>
          <p:grpSpPr>
            <a:xfrm>
              <a:off x="360" y="72000"/>
              <a:ext cx="3490200" cy="704880"/>
              <a:chOff x="360" y="72000"/>
              <a:chExt cx="3490200" cy="704880"/>
            </a:xfrm>
          </p:grpSpPr>
          <p:sp>
            <p:nvSpPr>
              <p:cNvPr id="128" name="Google Shape;177;p3"/>
              <p:cNvSpPr/>
              <p:nvPr/>
            </p:nvSpPr>
            <p:spPr>
              <a:xfrm>
                <a:off x="360" y="72000"/>
                <a:ext cx="2581200" cy="704880"/>
              </a:xfrm>
              <a:prstGeom prst="rect">
                <a:avLst/>
              </a:prstGeom>
              <a:solidFill>
                <a:srgbClr val="5562eb"/>
              </a:solidFill>
              <a:ln w="0">
                <a:noFill/>
              </a:ln>
            </p:spPr>
            <p:style>
              <a:lnRef idx="0"/>
              <a:fillRef idx="0"/>
              <a:effectRef idx="0"/>
              <a:fontRef idx="minor"/>
            </p:style>
            <p:txBody>
              <a:bodyPr lIns="90000" rIns="90000" tIns="91440" bIns="91440" anchor="ctr">
                <a:noAutofit/>
              </a:bodyPr>
              <a:p>
                <a:pPr algn="ctr">
                  <a:lnSpc>
                    <a:spcPct val="100000"/>
                  </a:lnSpc>
                  <a:tabLst>
                    <a:tab algn="l" pos="0"/>
                  </a:tabLst>
                </a:pPr>
                <a:endParaRPr lang="en-GB" sz="1400" b="0" u="none" strike="noStrike">
                  <a:solidFill>
                    <a:schemeClr val="dk1"/>
                  </a:solidFill>
                  <a:effectLst/>
                  <a:uFillTx/>
                  <a:latin typeface="Montserrat"/>
                  <a:ea typeface="Montserrat"/>
                </a:endParaRPr>
              </a:p>
            </p:txBody>
          </p:sp>
          <p:sp>
            <p:nvSpPr>
              <p:cNvPr id="129" name="Google Shape;178;p3"/>
              <p:cNvSpPr/>
              <p:nvPr/>
            </p:nvSpPr>
            <p:spPr>
              <a:xfrm>
                <a:off x="2199960" y="72000"/>
                <a:ext cx="1290600" cy="704880"/>
              </a:xfrm>
              <a:prstGeom prst="flowChartInputOutput">
                <a:avLst/>
              </a:prstGeom>
              <a:solidFill>
                <a:srgbClr val="5562eb"/>
              </a:solidFill>
              <a:ln w="0">
                <a:noFill/>
              </a:ln>
            </p:spPr>
            <p:style>
              <a:lnRef idx="0"/>
              <a:fillRef idx="0"/>
              <a:effectRef idx="0"/>
              <a:fontRef idx="minor"/>
            </p:style>
            <p:txBody>
              <a:bodyPr lIns="90000" rIns="90000" tIns="91440" bIns="91440" anchor="ctr">
                <a:noAutofit/>
              </a:bodyPr>
              <a:p>
                <a:pPr algn="ctr">
                  <a:lnSpc>
                    <a:spcPct val="100000"/>
                  </a:lnSpc>
                  <a:tabLst>
                    <a:tab algn="l" pos="0"/>
                  </a:tabLst>
                </a:pPr>
                <a:endParaRPr lang="en-GB" sz="1400" b="0" u="none" strike="noStrike">
                  <a:solidFill>
                    <a:schemeClr val="dk1"/>
                  </a:solidFill>
                  <a:effectLst/>
                  <a:uFillTx/>
                  <a:latin typeface="Montserrat"/>
                  <a:ea typeface="Montserrat"/>
                </a:endParaRPr>
              </a:p>
            </p:txBody>
          </p:sp>
        </p:grpSp>
        <p:grpSp>
          <p:nvGrpSpPr>
            <p:cNvPr id="130" name="Google Shape;179;p3"/>
            <p:cNvGrpSpPr/>
            <p:nvPr/>
          </p:nvGrpSpPr>
          <p:grpSpPr>
            <a:xfrm>
              <a:off x="360" y="-1800"/>
              <a:ext cx="3422160" cy="704880"/>
              <a:chOff x="360" y="-1800"/>
              <a:chExt cx="3422160" cy="704880"/>
            </a:xfrm>
          </p:grpSpPr>
          <p:sp>
            <p:nvSpPr>
              <p:cNvPr id="131" name="Google Shape;180;p3"/>
              <p:cNvSpPr/>
              <p:nvPr/>
            </p:nvSpPr>
            <p:spPr>
              <a:xfrm>
                <a:off x="360" y="-1800"/>
                <a:ext cx="2555280" cy="704880"/>
              </a:xfrm>
              <a:prstGeom prst="rect">
                <a:avLst/>
              </a:prstGeom>
              <a:solidFill>
                <a:srgbClr val="152044"/>
              </a:solidFill>
              <a:ln w="0">
                <a:noFill/>
              </a:ln>
            </p:spPr>
            <p:style>
              <a:lnRef idx="0"/>
              <a:fillRef idx="0"/>
              <a:effectRef idx="0"/>
              <a:fontRef idx="minor"/>
            </p:style>
            <p:txBody>
              <a:bodyPr lIns="90000" rIns="90000" tIns="91440" bIns="91440" anchor="ctr">
                <a:noAutofit/>
              </a:bodyPr>
              <a:p>
                <a:pPr algn="ctr">
                  <a:lnSpc>
                    <a:spcPct val="100000"/>
                  </a:lnSpc>
                  <a:tabLst>
                    <a:tab algn="l" pos="0"/>
                  </a:tabLst>
                </a:pPr>
                <a:endParaRPr lang="en-GB" sz="1400" b="0" u="none" strike="noStrike">
                  <a:solidFill>
                    <a:schemeClr val="dk1"/>
                  </a:solidFill>
                  <a:effectLst/>
                  <a:uFillTx/>
                  <a:latin typeface="Montserrat"/>
                  <a:ea typeface="Montserrat"/>
                </a:endParaRPr>
              </a:p>
            </p:txBody>
          </p:sp>
          <p:sp>
            <p:nvSpPr>
              <p:cNvPr id="132" name="Google Shape;181;p3"/>
              <p:cNvSpPr/>
              <p:nvPr/>
            </p:nvSpPr>
            <p:spPr>
              <a:xfrm>
                <a:off x="2144880" y="-1800"/>
                <a:ext cx="1277640" cy="704880"/>
              </a:xfrm>
              <a:prstGeom prst="flowChartInputOutput">
                <a:avLst/>
              </a:prstGeom>
              <a:solidFill>
                <a:srgbClr val="152044"/>
              </a:solidFill>
              <a:ln w="0">
                <a:noFill/>
              </a:ln>
            </p:spPr>
            <p:style>
              <a:lnRef idx="0"/>
              <a:fillRef idx="0"/>
              <a:effectRef idx="0"/>
              <a:fontRef idx="minor"/>
            </p:style>
            <p:txBody>
              <a:bodyPr lIns="90000" rIns="90000" tIns="91440" bIns="91440" anchor="ctr">
                <a:noAutofit/>
              </a:bodyPr>
              <a:p>
                <a:pPr algn="ctr">
                  <a:lnSpc>
                    <a:spcPct val="100000"/>
                  </a:lnSpc>
                  <a:tabLst>
                    <a:tab algn="l" pos="0"/>
                  </a:tabLst>
                </a:pPr>
                <a:endParaRPr lang="en-GB" sz="1400" b="0" u="none" strike="noStrike">
                  <a:solidFill>
                    <a:schemeClr val="dk1"/>
                  </a:solidFill>
                  <a:effectLst/>
                  <a:uFillTx/>
                  <a:latin typeface="Montserrat"/>
                  <a:ea typeface="Montserrat"/>
                </a:endParaRPr>
              </a:p>
            </p:txBody>
          </p:sp>
        </p:grpSp>
      </p:grpSp>
      <p:sp>
        <p:nvSpPr>
          <p:cNvPr id="133" name="Google Shape;174;p3"/>
          <p:cNvSpPr/>
          <p:nvPr/>
        </p:nvSpPr>
        <p:spPr>
          <a:xfrm>
            <a:off x="21960" y="703800"/>
            <a:ext cx="9121320" cy="3651480"/>
          </a:xfrm>
          <a:prstGeom prst="rect">
            <a:avLst/>
          </a:prstGeom>
          <a:noFill/>
          <a:ln w="0">
            <a:noFill/>
          </a:ln>
        </p:spPr>
        <p:style>
          <a:lnRef idx="0"/>
          <a:fillRef idx="0"/>
          <a:effectRef idx="0"/>
          <a:fontRef idx="minor"/>
        </p:style>
        <p:txBody>
          <a:bodyPr lIns="90000" rIns="90000" tIns="91440" bIns="91440" anchor="t">
            <a:spAutoFit/>
          </a:bodyPr>
          <a:p>
            <a:pPr>
              <a:lnSpc>
                <a:spcPct val="115000"/>
              </a:lnSpc>
              <a:tabLst>
                <a:tab algn="l" pos="0"/>
              </a:tabLst>
            </a:pPr>
            <a:r>
              <a:rPr lang="de" sz="1800" b="1" u="none" strike="noStrike">
                <a:solidFill>
                  <a:srgbClr val="ff0000"/>
                </a:solidFill>
                <a:effectLst/>
                <a:uFillTx/>
                <a:latin typeface="Calibri"/>
                <a:ea typeface="Calibri"/>
              </a:rPr>
              <a:t>Name: </a:t>
            </a:r>
            <a:r>
              <a:rPr lang="de" sz="1800" b="1" u="none" strike="noStrike">
                <a:solidFill>
                  <a:srgbClr val="000000"/>
                </a:solidFill>
                <a:effectLst/>
                <a:uFillTx/>
                <a:latin typeface="Calibri"/>
                <a:ea typeface="Calibri"/>
              </a:rPr>
              <a:t>Degoutant</a:t>
            </a:r>
            <a:r>
              <a:rPr lang="de" sz="1800" b="1" u="none" strike="noStrike">
                <a:solidFill>
                  <a:srgbClr val="ff0000"/>
                </a:solidFill>
                <a:effectLst/>
                <a:uFillTx/>
                <a:latin typeface="Calibri"/>
                <a:ea typeface="Calibri"/>
              </a:rPr>
              <a:t> </a:t>
            </a:r>
            <a:endParaRPr lang="en-GB" sz="1800" b="0" u="none" strike="noStrike">
              <a:solidFill>
                <a:srgbClr val="000000"/>
              </a:solidFill>
              <a:effectLst/>
              <a:uFillTx/>
              <a:latin typeface="Arial"/>
            </a:endParaRPr>
          </a:p>
          <a:p>
            <a:pPr>
              <a:lnSpc>
                <a:spcPct val="115000"/>
              </a:lnSpc>
              <a:tabLst>
                <a:tab algn="l" pos="0"/>
              </a:tabLst>
            </a:pPr>
            <a:r>
              <a:rPr lang="de" sz="1800" b="1" u="none" strike="noStrike">
                <a:solidFill>
                  <a:srgbClr val="ff0000"/>
                </a:solidFill>
                <a:effectLst/>
                <a:uFillTx/>
                <a:latin typeface="Calibri"/>
                <a:ea typeface="Calibri"/>
              </a:rPr>
              <a:t>Gender: </a:t>
            </a:r>
            <a:r>
              <a:rPr lang="de" sz="1800" b="1" u="none" strike="noStrike">
                <a:solidFill>
                  <a:srgbClr val="000000"/>
                </a:solidFill>
                <a:effectLst/>
                <a:uFillTx/>
                <a:latin typeface="Calibri"/>
                <a:ea typeface="Calibri"/>
              </a:rPr>
              <a:t>Agender</a:t>
            </a:r>
            <a:r>
              <a:rPr lang="de" sz="1800" b="1" u="none" strike="noStrike">
                <a:solidFill>
                  <a:srgbClr val="ff0000"/>
                </a:solidFill>
                <a:effectLst/>
                <a:uFillTx/>
                <a:latin typeface="Calibri"/>
                <a:ea typeface="Calibri"/>
              </a:rPr>
              <a:t> </a:t>
            </a:r>
            <a:endParaRPr lang="en-GB" sz="1800" b="0" u="none" strike="noStrike">
              <a:solidFill>
                <a:srgbClr val="000000"/>
              </a:solidFill>
              <a:effectLst/>
              <a:uFillTx/>
              <a:latin typeface="Arial"/>
            </a:endParaRPr>
          </a:p>
          <a:p>
            <a:pPr>
              <a:lnSpc>
                <a:spcPct val="115000"/>
              </a:lnSpc>
              <a:tabLst>
                <a:tab algn="l" pos="0"/>
              </a:tabLst>
            </a:pPr>
            <a:r>
              <a:rPr lang="de" sz="1800" b="1" u="none" strike="noStrike">
                <a:solidFill>
                  <a:srgbClr val="ff0000"/>
                </a:solidFill>
                <a:effectLst/>
                <a:uFillTx/>
                <a:latin typeface="Calibri"/>
                <a:ea typeface="Calibri"/>
              </a:rPr>
              <a:t>Age: </a:t>
            </a:r>
            <a:r>
              <a:rPr lang="de" sz="1800" b="1" u="none" strike="noStrike">
                <a:solidFill>
                  <a:srgbClr val="000000"/>
                </a:solidFill>
                <a:effectLst/>
                <a:uFillTx/>
                <a:latin typeface="Calibri"/>
                <a:ea typeface="Calibri"/>
              </a:rPr>
              <a:t>400</a:t>
            </a:r>
            <a:endParaRPr lang="en-GB" sz="1800" b="0" u="none" strike="noStrike">
              <a:solidFill>
                <a:srgbClr val="000000"/>
              </a:solidFill>
              <a:effectLst/>
              <a:uFillTx/>
              <a:latin typeface="Arial"/>
            </a:endParaRPr>
          </a:p>
          <a:p>
            <a:pPr>
              <a:lnSpc>
                <a:spcPct val="115000"/>
              </a:lnSpc>
              <a:tabLst>
                <a:tab algn="l" pos="0"/>
              </a:tabLst>
            </a:pPr>
            <a:r>
              <a:rPr lang="de" sz="1800" b="1" u="none" strike="noStrike">
                <a:solidFill>
                  <a:srgbClr val="ff0000"/>
                </a:solidFill>
                <a:effectLst/>
                <a:uFillTx/>
                <a:latin typeface="Calibri"/>
                <a:ea typeface="Calibri"/>
              </a:rPr>
              <a:t>Personality: </a:t>
            </a:r>
            <a:r>
              <a:rPr lang="de" sz="1800" b="1" u="none" strike="noStrike">
                <a:solidFill>
                  <a:srgbClr val="000000"/>
                </a:solidFill>
                <a:effectLst/>
                <a:uFillTx/>
                <a:latin typeface="Calibri"/>
                <a:ea typeface="Calibri"/>
              </a:rPr>
              <a:t>The Sage, The Explorer </a:t>
            </a:r>
            <a:endParaRPr lang="en-GB" sz="1800" b="0" u="none" strike="noStrike">
              <a:solidFill>
                <a:srgbClr val="000000"/>
              </a:solidFill>
              <a:effectLst/>
              <a:uFillTx/>
              <a:latin typeface="Arial"/>
            </a:endParaRPr>
          </a:p>
          <a:p>
            <a:pPr>
              <a:lnSpc>
                <a:spcPct val="115000"/>
              </a:lnSpc>
              <a:tabLst>
                <a:tab algn="l" pos="0"/>
              </a:tabLst>
            </a:pPr>
            <a:r>
              <a:rPr lang="de" sz="1800" b="1" u="none" strike="noStrike">
                <a:solidFill>
                  <a:srgbClr val="ff0000"/>
                </a:solidFill>
                <a:effectLst/>
                <a:uFillTx/>
                <a:latin typeface="Calibri"/>
                <a:ea typeface="Calibri"/>
              </a:rPr>
              <a:t>Alignment: </a:t>
            </a:r>
            <a:r>
              <a:rPr lang="de" sz="1800" b="1" u="none" strike="noStrike">
                <a:solidFill>
                  <a:srgbClr val="000000"/>
                </a:solidFill>
                <a:effectLst/>
                <a:uFillTx/>
                <a:latin typeface="Calibri"/>
                <a:ea typeface="Calibri"/>
              </a:rPr>
              <a:t>Neutral Evil</a:t>
            </a:r>
            <a:endParaRPr lang="en-GB" sz="1800" b="0" u="none" strike="noStrike">
              <a:solidFill>
                <a:srgbClr val="000000"/>
              </a:solidFill>
              <a:effectLst/>
              <a:uFillTx/>
              <a:latin typeface="Arial"/>
            </a:endParaRPr>
          </a:p>
          <a:p>
            <a:pPr>
              <a:lnSpc>
                <a:spcPct val="115000"/>
              </a:lnSpc>
              <a:tabLst>
                <a:tab algn="l" pos="0"/>
              </a:tabLst>
            </a:pPr>
            <a:r>
              <a:rPr lang="de" sz="1800" b="1" u="none" strike="noStrike">
                <a:solidFill>
                  <a:srgbClr val="ff0000"/>
                </a:solidFill>
                <a:effectLst/>
                <a:uFillTx/>
                <a:latin typeface="Calibri"/>
                <a:ea typeface="Calibri"/>
              </a:rPr>
              <a:t>Occupation: </a:t>
            </a:r>
            <a:r>
              <a:rPr lang="de" sz="1800" b="1" u="none" strike="noStrike">
                <a:solidFill>
                  <a:srgbClr val="000000"/>
                </a:solidFill>
                <a:effectLst/>
                <a:uFillTx/>
                <a:latin typeface="Calibri"/>
                <a:ea typeface="Calibri"/>
              </a:rPr>
              <a:t>Medizin</a:t>
            </a:r>
            <a:endParaRPr lang="en-GB" sz="1800" b="0" u="none" strike="noStrike">
              <a:solidFill>
                <a:srgbClr val="000000"/>
              </a:solidFill>
              <a:effectLst/>
              <a:uFillTx/>
              <a:latin typeface="Arial"/>
            </a:endParaRPr>
          </a:p>
          <a:p>
            <a:pPr>
              <a:lnSpc>
                <a:spcPct val="115000"/>
              </a:lnSpc>
              <a:tabLst>
                <a:tab algn="l" pos="0"/>
              </a:tabLst>
            </a:pPr>
            <a:endParaRPr lang="en-GB" sz="1800" b="0" u="none" strike="noStrike">
              <a:solidFill>
                <a:srgbClr val="000000"/>
              </a:solidFill>
              <a:effectLst/>
              <a:uFillTx/>
              <a:latin typeface="Arial"/>
            </a:endParaRPr>
          </a:p>
          <a:p>
            <a:pPr>
              <a:lnSpc>
                <a:spcPct val="115000"/>
              </a:lnSpc>
              <a:tabLst>
                <a:tab algn="l" pos="0"/>
              </a:tabLst>
            </a:pPr>
            <a:r>
              <a:rPr lang="de" sz="1800" b="0" u="none" strike="noStrike">
                <a:solidFill>
                  <a:srgbClr val="ff0000"/>
                </a:solidFill>
                <a:effectLst/>
                <a:uFillTx/>
                <a:latin typeface="Calibri"/>
                <a:ea typeface="Calibri"/>
              </a:rPr>
              <a:t> </a:t>
            </a:r>
            <a:endParaRPr lang="en-GB" sz="1800" b="0" u="none" strike="noStrike">
              <a:solidFill>
                <a:srgbClr val="000000"/>
              </a:solidFill>
              <a:effectLst/>
              <a:uFillTx/>
              <a:latin typeface="Arial"/>
            </a:endParaRPr>
          </a:p>
          <a:p>
            <a:pPr>
              <a:lnSpc>
                <a:spcPct val="115000"/>
              </a:lnSpc>
              <a:tabLst>
                <a:tab algn="l" pos="0"/>
              </a:tabLst>
            </a:pPr>
            <a:r>
              <a:rPr lang="de" sz="1800" b="0" u="none" strike="noStrike">
                <a:solidFill>
                  <a:srgbClr val="000000"/>
                </a:solidFill>
                <a:effectLst/>
                <a:uFillTx/>
                <a:latin typeface="Calibri"/>
                <a:ea typeface="Calibri"/>
              </a:rPr>
              <a:t>Ein reisender Gelernter, Degoutants gesundes Selbstvertrauen wurde nach einer blamierenden Abweisung an einer Tanschule zu einer abwertende Arroganz.  Dieses Gefühl überträgt er auf seine Träger, die dadurch eine Distanz zu ihren Problemen aufbauen können. </a:t>
            </a:r>
            <a:endParaRPr lang="en-GB" sz="1800" b="0" u="none" strike="noStrike">
              <a:solidFill>
                <a:srgbClr val="000000"/>
              </a:solidFill>
              <a:effectLst/>
              <a:uFillTx/>
              <a:latin typeface="Arial"/>
            </a:endParaRPr>
          </a:p>
        </p:txBody>
      </p:sp>
      <p:sp>
        <p:nvSpPr>
          <p:cNvPr id="134" name="Google Shape;182;p3"/>
          <p:cNvSpPr/>
          <p:nvPr/>
        </p:nvSpPr>
        <p:spPr>
          <a:xfrm flipH="1">
            <a:off x="12240" y="-82440"/>
            <a:ext cx="3754800" cy="872640"/>
          </a:xfrm>
          <a:prstGeom prst="rect">
            <a:avLst/>
          </a:prstGeom>
          <a:noFill/>
          <a:ln w="0">
            <a:noFill/>
          </a:ln>
        </p:spPr>
        <p:style>
          <a:lnRef idx="0"/>
          <a:fillRef idx="0"/>
          <a:effectRef idx="0"/>
          <a:fontRef idx="minor"/>
        </p:style>
        <p:txBody>
          <a:bodyPr lIns="68400" rIns="68400" tIns="34200" bIns="34200" anchor="ctr">
            <a:noAutofit/>
          </a:bodyPr>
          <a:p>
            <a:pPr>
              <a:lnSpc>
                <a:spcPct val="115000"/>
              </a:lnSpc>
              <a:tabLst>
                <a:tab algn="l" pos="0"/>
              </a:tabLst>
            </a:pPr>
            <a:r>
              <a:rPr lang="de-DE" sz="1800" b="0" u="none" strike="noStrike">
                <a:solidFill>
                  <a:schemeClr val="lt1"/>
                </a:solidFill>
                <a:effectLst/>
                <a:uFillTx/>
                <a:latin typeface="Montserrat ExtraBold"/>
                <a:ea typeface="Montserrat ExtraBold"/>
              </a:rPr>
              <a:t>Degoutant</a:t>
            </a:r>
            <a:endParaRPr lang="en-GB" sz="1800" b="0" u="none" strike="noStrike">
              <a:solidFill>
                <a:srgbClr val="000000"/>
              </a:solidFill>
              <a:effectLst/>
              <a:uFillTx/>
              <a:latin typeface="Arial"/>
            </a:endParaRPr>
          </a:p>
          <a:p>
            <a:pPr>
              <a:lnSpc>
                <a:spcPct val="115000"/>
              </a:lnSpc>
              <a:tabLst>
                <a:tab algn="l" pos="0"/>
              </a:tabLst>
            </a:pPr>
            <a:r>
              <a:rPr lang="de" sz="1800" b="0" u="none" strike="noStrike">
                <a:solidFill>
                  <a:srgbClr val="ffb951"/>
                </a:solidFill>
                <a:effectLst/>
                <a:uFillTx/>
                <a:latin typeface="Montserrat ExtraBold"/>
                <a:ea typeface="Montserrat ExtraBold"/>
              </a:rPr>
              <a:t>Character Bio (short)</a:t>
            </a:r>
            <a:endParaRPr lang="en-GB" sz="18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35" name="Google Shape;187;p4"/>
          <p:cNvSpPr/>
          <p:nvPr/>
        </p:nvSpPr>
        <p:spPr>
          <a:xfrm>
            <a:off x="21960" y="703800"/>
            <a:ext cx="9121320" cy="4302000"/>
          </a:xfrm>
          <a:prstGeom prst="rect">
            <a:avLst/>
          </a:prstGeom>
          <a:noFill/>
          <a:ln w="0">
            <a:noFill/>
          </a:ln>
        </p:spPr>
        <p:style>
          <a:lnRef idx="0"/>
          <a:fillRef idx="0"/>
          <a:effectRef idx="0"/>
          <a:fontRef idx="minor"/>
        </p:style>
        <p:txBody>
          <a:bodyPr lIns="90000" rIns="90000" tIns="91440" bIns="91440" anchor="t">
            <a:spAutoFit/>
          </a:bodyPr>
          <a:p>
            <a:pPr>
              <a:lnSpc>
                <a:spcPct val="115000"/>
              </a:lnSpc>
              <a:tabLst>
                <a:tab algn="l" pos="0"/>
              </a:tabLst>
            </a:pPr>
            <a:r>
              <a:rPr lang="en-GB" sz="1800" b="0" u="none" strike="noStrike">
                <a:solidFill>
                  <a:srgbClr val="000000"/>
                </a:solidFill>
                <a:effectLst/>
                <a:uFillTx/>
                <a:latin typeface="Arial"/>
                <a:ea typeface="Arial"/>
              </a:rPr>
              <a:t>Erschaffen um der Pest den Gar aus zu machen, Degoutant hatte von Natur aus ein starkes Gefühl von Bestimmung und der Außerordentlichkeit seines Selbst. Er war jeder Aufgabe gewachsen, und wenn er es nicht war, wusste er wie er an der Herausforderug wachsen konnte. </a:t>
            </a:r>
            <a:endParaRPr lang="en-GB" sz="1800" b="0" u="none" strike="noStrike">
              <a:solidFill>
                <a:srgbClr val="000000"/>
              </a:solidFill>
              <a:effectLst/>
              <a:uFillTx/>
              <a:latin typeface="Arial"/>
            </a:endParaRPr>
          </a:p>
          <a:p>
            <a:pPr>
              <a:lnSpc>
                <a:spcPct val="115000"/>
              </a:lnSpc>
              <a:spcBef>
                <a:spcPts val="901"/>
              </a:spcBef>
              <a:tabLst>
                <a:tab algn="l" pos="0"/>
              </a:tabLst>
            </a:pPr>
            <a:endParaRPr lang="en-GB" sz="1800" b="0" u="none" strike="noStrike">
              <a:solidFill>
                <a:srgbClr val="000000"/>
              </a:solidFill>
              <a:effectLst/>
              <a:uFillTx/>
              <a:latin typeface="Arial"/>
            </a:endParaRPr>
          </a:p>
          <a:p>
            <a:pPr>
              <a:lnSpc>
                <a:spcPct val="115000"/>
              </a:lnSpc>
              <a:spcBef>
                <a:spcPts val="901"/>
              </a:spcBef>
              <a:tabLst>
                <a:tab algn="l" pos="0"/>
              </a:tabLst>
            </a:pPr>
            <a:r>
              <a:rPr lang="de" sz="1800" b="0" u="none" strike="noStrike">
                <a:solidFill>
                  <a:srgbClr val="000000"/>
                </a:solidFill>
                <a:effectLst/>
                <a:uFillTx/>
                <a:latin typeface="Arial"/>
                <a:ea typeface="Arial"/>
              </a:rPr>
              <a:t>Sein Selbstbewusstsein begann immer mehr sich in abwertende Arroganz zu verwandeln, nachdem er an der angesehensten Tanzschule Frankreichs abgelehnt wurde, wegen so einer unwichtigen Kleinigkeit wie </a:t>
            </a:r>
            <a:r>
              <a:rPr lang="de" sz="1800" b="0" i="1" u="none" strike="noStrike">
                <a:solidFill>
                  <a:srgbClr val="000000"/>
                </a:solidFill>
                <a:effectLst/>
                <a:uFillTx/>
                <a:latin typeface="Arial"/>
                <a:ea typeface="Arial"/>
              </a:rPr>
              <a:t>fehlenden Gliedmaßen</a:t>
            </a:r>
            <a:r>
              <a:rPr lang="de" sz="1800" b="0" u="none" strike="noStrike">
                <a:solidFill>
                  <a:srgbClr val="000000"/>
                </a:solidFill>
                <a:effectLst/>
                <a:uFillTx/>
                <a:latin typeface="Arial"/>
                <a:ea typeface="Arial"/>
              </a:rPr>
              <a:t>.</a:t>
            </a:r>
            <a:endParaRPr lang="en-GB" sz="1800" b="0" u="none" strike="noStrike">
              <a:solidFill>
                <a:srgbClr val="000000"/>
              </a:solidFill>
              <a:effectLst/>
              <a:uFillTx/>
              <a:latin typeface="Arial"/>
            </a:endParaRPr>
          </a:p>
          <a:p>
            <a:pPr>
              <a:lnSpc>
                <a:spcPct val="115000"/>
              </a:lnSpc>
              <a:spcBef>
                <a:spcPts val="901"/>
              </a:spcBef>
              <a:tabLst>
                <a:tab algn="l" pos="0"/>
              </a:tabLst>
            </a:pPr>
            <a:endParaRPr lang="en-GB" sz="1800" b="0" u="none" strike="noStrike">
              <a:solidFill>
                <a:srgbClr val="000000"/>
              </a:solidFill>
              <a:effectLst/>
              <a:uFillTx/>
              <a:latin typeface="Arial"/>
            </a:endParaRPr>
          </a:p>
          <a:p>
            <a:pPr>
              <a:lnSpc>
                <a:spcPct val="115000"/>
              </a:lnSpc>
              <a:spcBef>
                <a:spcPts val="901"/>
              </a:spcBef>
              <a:tabLst>
                <a:tab algn="l" pos="0"/>
              </a:tabLst>
            </a:pPr>
            <a:r>
              <a:rPr lang="de" sz="1800" b="0" u="none" strike="noStrike">
                <a:solidFill>
                  <a:srgbClr val="000000"/>
                </a:solidFill>
                <a:effectLst/>
                <a:uFillTx/>
                <a:latin typeface="Arial"/>
                <a:ea typeface="Arial"/>
              </a:rPr>
              <a:t>Er begab sich freiwillig in die Obhut der Sleep Foundation, als eine Art Sabbatical, bevor er seine Reisen und Studien fortsetzt. </a:t>
            </a:r>
            <a:endParaRPr lang="en-GB" sz="1800" b="0" u="none" strike="noStrike">
              <a:solidFill>
                <a:srgbClr val="000000"/>
              </a:solidFill>
              <a:effectLst/>
              <a:uFillTx/>
              <a:latin typeface="Arial"/>
            </a:endParaRPr>
          </a:p>
          <a:p>
            <a:pPr>
              <a:lnSpc>
                <a:spcPct val="115000"/>
              </a:lnSpc>
              <a:tabLst>
                <a:tab algn="l" pos="0"/>
              </a:tabLst>
            </a:pPr>
            <a:endParaRPr lang="en-GB" sz="1100" b="0" u="none" strike="noStrike">
              <a:solidFill>
                <a:srgbClr val="000000"/>
              </a:solidFill>
              <a:effectLst/>
              <a:uFillTx/>
              <a:latin typeface="Arial"/>
            </a:endParaRPr>
          </a:p>
        </p:txBody>
      </p:sp>
      <p:grpSp>
        <p:nvGrpSpPr>
          <p:cNvPr id="136" name="Google Shape;188;p4"/>
          <p:cNvGrpSpPr/>
          <p:nvPr/>
        </p:nvGrpSpPr>
        <p:grpSpPr>
          <a:xfrm>
            <a:off x="360" y="-1800"/>
            <a:ext cx="3893400" cy="778680"/>
            <a:chOff x="360" y="-1800"/>
            <a:chExt cx="3893400" cy="778680"/>
          </a:xfrm>
        </p:grpSpPr>
        <p:grpSp>
          <p:nvGrpSpPr>
            <p:cNvPr id="137" name="Google Shape;189;p4"/>
            <p:cNvGrpSpPr/>
            <p:nvPr/>
          </p:nvGrpSpPr>
          <p:grpSpPr>
            <a:xfrm>
              <a:off x="360" y="72000"/>
              <a:ext cx="3893400" cy="704880"/>
              <a:chOff x="360" y="72000"/>
              <a:chExt cx="3893400" cy="704880"/>
            </a:xfrm>
          </p:grpSpPr>
          <p:sp>
            <p:nvSpPr>
              <p:cNvPr id="138" name="Google Shape;190;p4"/>
              <p:cNvSpPr/>
              <p:nvPr/>
            </p:nvSpPr>
            <p:spPr>
              <a:xfrm>
                <a:off x="360" y="72000"/>
                <a:ext cx="2879280" cy="704880"/>
              </a:xfrm>
              <a:prstGeom prst="rect">
                <a:avLst/>
              </a:prstGeom>
              <a:solidFill>
                <a:srgbClr val="5562eb"/>
              </a:solidFill>
              <a:ln w="0">
                <a:noFill/>
              </a:ln>
            </p:spPr>
            <p:style>
              <a:lnRef idx="0"/>
              <a:fillRef idx="0"/>
              <a:effectRef idx="0"/>
              <a:fontRef idx="minor"/>
            </p:style>
            <p:txBody>
              <a:bodyPr lIns="90000" rIns="90000" tIns="91440" bIns="91440" anchor="ctr">
                <a:noAutofit/>
              </a:bodyPr>
              <a:p>
                <a:pPr algn="ctr">
                  <a:lnSpc>
                    <a:spcPct val="100000"/>
                  </a:lnSpc>
                  <a:tabLst>
                    <a:tab algn="l" pos="0"/>
                  </a:tabLst>
                </a:pPr>
                <a:endParaRPr lang="en-GB" sz="1400" b="0" u="none" strike="noStrike">
                  <a:solidFill>
                    <a:schemeClr val="dk1"/>
                  </a:solidFill>
                  <a:effectLst/>
                  <a:uFillTx/>
                  <a:latin typeface="Montserrat"/>
                  <a:ea typeface="Montserrat"/>
                </a:endParaRPr>
              </a:p>
            </p:txBody>
          </p:sp>
          <p:sp>
            <p:nvSpPr>
              <p:cNvPr id="139" name="Google Shape;191;p4"/>
              <p:cNvSpPr/>
              <p:nvPr/>
            </p:nvSpPr>
            <p:spPr>
              <a:xfrm>
                <a:off x="2454120" y="72000"/>
                <a:ext cx="1439640" cy="704880"/>
              </a:xfrm>
              <a:prstGeom prst="flowChartInputOutput">
                <a:avLst/>
              </a:prstGeom>
              <a:solidFill>
                <a:srgbClr val="5562eb"/>
              </a:solidFill>
              <a:ln w="0">
                <a:noFill/>
              </a:ln>
            </p:spPr>
            <p:style>
              <a:lnRef idx="0"/>
              <a:fillRef idx="0"/>
              <a:effectRef idx="0"/>
              <a:fontRef idx="minor"/>
            </p:style>
            <p:txBody>
              <a:bodyPr lIns="90000" rIns="90000" tIns="91440" bIns="91440" anchor="ctr">
                <a:noAutofit/>
              </a:bodyPr>
              <a:p>
                <a:pPr algn="ctr">
                  <a:lnSpc>
                    <a:spcPct val="100000"/>
                  </a:lnSpc>
                  <a:tabLst>
                    <a:tab algn="l" pos="0"/>
                  </a:tabLst>
                </a:pPr>
                <a:endParaRPr lang="en-GB" sz="1400" b="0" u="none" strike="noStrike">
                  <a:solidFill>
                    <a:schemeClr val="dk1"/>
                  </a:solidFill>
                  <a:effectLst/>
                  <a:uFillTx/>
                  <a:latin typeface="Montserrat"/>
                  <a:ea typeface="Montserrat"/>
                </a:endParaRPr>
              </a:p>
            </p:txBody>
          </p:sp>
        </p:grpSp>
        <p:grpSp>
          <p:nvGrpSpPr>
            <p:cNvPr id="140" name="Google Shape;192;p4"/>
            <p:cNvGrpSpPr/>
            <p:nvPr/>
          </p:nvGrpSpPr>
          <p:grpSpPr>
            <a:xfrm>
              <a:off x="360" y="-1800"/>
              <a:ext cx="3817440" cy="704880"/>
              <a:chOff x="360" y="-1800"/>
              <a:chExt cx="3817440" cy="704880"/>
            </a:xfrm>
          </p:grpSpPr>
          <p:sp>
            <p:nvSpPr>
              <p:cNvPr id="141" name="Google Shape;193;p4"/>
              <p:cNvSpPr/>
              <p:nvPr/>
            </p:nvSpPr>
            <p:spPr>
              <a:xfrm>
                <a:off x="360" y="-1800"/>
                <a:ext cx="2850480" cy="704880"/>
              </a:xfrm>
              <a:prstGeom prst="rect">
                <a:avLst/>
              </a:prstGeom>
              <a:solidFill>
                <a:srgbClr val="152044"/>
              </a:solidFill>
              <a:ln w="0">
                <a:noFill/>
              </a:ln>
            </p:spPr>
            <p:style>
              <a:lnRef idx="0"/>
              <a:fillRef idx="0"/>
              <a:effectRef idx="0"/>
              <a:fontRef idx="minor"/>
            </p:style>
            <p:txBody>
              <a:bodyPr lIns="90000" rIns="90000" tIns="91440" bIns="91440" anchor="ctr">
                <a:noAutofit/>
              </a:bodyPr>
              <a:p>
                <a:pPr algn="ctr">
                  <a:lnSpc>
                    <a:spcPct val="100000"/>
                  </a:lnSpc>
                  <a:tabLst>
                    <a:tab algn="l" pos="0"/>
                  </a:tabLst>
                </a:pPr>
                <a:endParaRPr lang="en-GB" sz="1400" b="0" u="none" strike="noStrike">
                  <a:solidFill>
                    <a:schemeClr val="dk1"/>
                  </a:solidFill>
                  <a:effectLst/>
                  <a:uFillTx/>
                  <a:latin typeface="Montserrat"/>
                  <a:ea typeface="Montserrat"/>
                </a:endParaRPr>
              </a:p>
            </p:txBody>
          </p:sp>
          <p:sp>
            <p:nvSpPr>
              <p:cNvPr id="142" name="Google Shape;194;p4"/>
              <p:cNvSpPr/>
              <p:nvPr/>
            </p:nvSpPr>
            <p:spPr>
              <a:xfrm>
                <a:off x="2392560" y="-1800"/>
                <a:ext cx="1425240" cy="704880"/>
              </a:xfrm>
              <a:prstGeom prst="flowChartInputOutput">
                <a:avLst/>
              </a:prstGeom>
              <a:solidFill>
                <a:srgbClr val="152044"/>
              </a:solidFill>
              <a:ln w="0">
                <a:noFill/>
              </a:ln>
            </p:spPr>
            <p:style>
              <a:lnRef idx="0"/>
              <a:fillRef idx="0"/>
              <a:effectRef idx="0"/>
              <a:fontRef idx="minor"/>
            </p:style>
            <p:txBody>
              <a:bodyPr lIns="90000" rIns="90000" tIns="91440" bIns="91440" anchor="ctr">
                <a:noAutofit/>
              </a:bodyPr>
              <a:p>
                <a:pPr algn="ctr">
                  <a:lnSpc>
                    <a:spcPct val="100000"/>
                  </a:lnSpc>
                  <a:tabLst>
                    <a:tab algn="l" pos="0"/>
                  </a:tabLst>
                </a:pPr>
                <a:endParaRPr lang="en-GB" sz="1400" b="0" u="none" strike="noStrike">
                  <a:solidFill>
                    <a:schemeClr val="dk1"/>
                  </a:solidFill>
                  <a:effectLst/>
                  <a:uFillTx/>
                  <a:latin typeface="Montserrat"/>
                  <a:ea typeface="Montserrat"/>
                </a:endParaRPr>
              </a:p>
            </p:txBody>
          </p:sp>
        </p:grpSp>
      </p:grpSp>
      <p:sp>
        <p:nvSpPr>
          <p:cNvPr id="143" name="Google Shape;195;p4"/>
          <p:cNvSpPr/>
          <p:nvPr/>
        </p:nvSpPr>
        <p:spPr>
          <a:xfrm flipH="1">
            <a:off x="12240" y="-82440"/>
            <a:ext cx="3804840" cy="872640"/>
          </a:xfrm>
          <a:prstGeom prst="rect">
            <a:avLst/>
          </a:prstGeom>
          <a:noFill/>
          <a:ln w="0">
            <a:noFill/>
          </a:ln>
        </p:spPr>
        <p:style>
          <a:lnRef idx="0"/>
          <a:fillRef idx="0"/>
          <a:effectRef idx="0"/>
          <a:fontRef idx="minor"/>
        </p:style>
        <p:txBody>
          <a:bodyPr lIns="68400" rIns="68400" tIns="34200" bIns="34200" anchor="ctr">
            <a:noAutofit/>
          </a:bodyPr>
          <a:p>
            <a:pPr>
              <a:lnSpc>
                <a:spcPct val="115000"/>
              </a:lnSpc>
              <a:tabLst>
                <a:tab algn="l" pos="0"/>
              </a:tabLst>
            </a:pPr>
            <a:r>
              <a:rPr lang="de-DE" sz="1800" b="0" u="none" strike="noStrike">
                <a:solidFill>
                  <a:schemeClr val="lt1"/>
                </a:solidFill>
                <a:effectLst/>
                <a:uFillTx/>
                <a:latin typeface="Montserrat ExtraBold"/>
                <a:ea typeface="Montserrat ExtraBold"/>
              </a:rPr>
              <a:t>Degoutant</a:t>
            </a:r>
            <a:endParaRPr lang="en-GB" sz="1800" b="0" u="none" strike="noStrike">
              <a:solidFill>
                <a:srgbClr val="000000"/>
              </a:solidFill>
              <a:effectLst/>
              <a:uFillTx/>
              <a:latin typeface="Arial"/>
            </a:endParaRPr>
          </a:p>
          <a:p>
            <a:pPr>
              <a:lnSpc>
                <a:spcPct val="115000"/>
              </a:lnSpc>
              <a:tabLst>
                <a:tab algn="l" pos="0"/>
              </a:tabLst>
            </a:pPr>
            <a:r>
              <a:rPr lang="de" sz="1800" b="0" u="none" strike="noStrike">
                <a:solidFill>
                  <a:srgbClr val="ffb951"/>
                </a:solidFill>
                <a:effectLst/>
                <a:uFillTx/>
                <a:latin typeface="Montserrat ExtraBold"/>
                <a:ea typeface="Montserrat ExtraBold"/>
              </a:rPr>
              <a:t>Character Bio (Long)</a:t>
            </a:r>
            <a:endParaRPr lang="en-GB" sz="18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graphicFrame>
        <p:nvGraphicFramePr>
          <p:cNvPr id="144" name="Google Shape;237;p6"/>
          <p:cNvGraphicFramePr/>
          <p:nvPr/>
        </p:nvGraphicFramePr>
        <p:xfrm>
          <a:off x="35640" y="50400"/>
          <a:ext cx="9107640" cy="5522040"/>
        </p:xfrm>
        <a:graphic>
          <a:graphicData uri="http://schemas.openxmlformats.org/drawingml/2006/table">
            <a:tbl>
              <a:tblPr/>
              <a:tblGrid>
                <a:gridCol w="1291680"/>
                <a:gridCol w="3939480"/>
                <a:gridCol w="3876840"/>
              </a:tblGrid>
              <a:tr h="239400">
                <a:tc>
                  <a:txBody>
                    <a:bodyPr lIns="68400" rIns="68400" tIns="34200" bIns="34200" anchor="t">
                      <a:noAutofit/>
                    </a:bodyPr>
                    <a:p>
                      <a:pPr algn="ctr">
                        <a:lnSpc>
                          <a:spcPct val="100000"/>
                        </a:lnSpc>
                        <a:tabLst>
                          <a:tab algn="l" pos="0"/>
                        </a:tabLst>
                      </a:pPr>
                      <a:r>
                        <a:rPr lang="de" sz="1100" b="1" u="none" strike="noStrike">
                          <a:solidFill>
                            <a:schemeClr val="dk1"/>
                          </a:solidFill>
                          <a:effectLst/>
                          <a:uFillTx/>
                          <a:latin typeface="Arial"/>
                          <a:ea typeface="Arial"/>
                        </a:rPr>
                        <a:t>Character: (Name)</a:t>
                      </a:r>
                      <a:endParaRPr lang="en-GB" sz="1100" b="0" u="none" strike="noStrike">
                        <a:solidFill>
                          <a:srgbClr val="000000"/>
                        </a:solidFill>
                        <a:effectLst/>
                        <a:uFillTx/>
                        <a:latin typeface="Arial"/>
                      </a:endParaRPr>
                    </a:p>
                  </a:txBody>
                  <a:tcPr anchor="t" marL="68400" marR="68400" marT="34200" marB="34200">
                    <a:lnL w="12240">
                      <a:solidFill>
                        <a:srgbClr val="ffffff"/>
                      </a:solidFill>
                      <a:prstDash val="solid"/>
                    </a:lnL>
                    <a:lnR w="12240">
                      <a:solidFill>
                        <a:srgbClr val="ffffff"/>
                      </a:solidFill>
                      <a:prstDash val="solid"/>
                    </a:lnR>
                    <a:lnT w="12240">
                      <a:solidFill>
                        <a:srgbClr val="ffffff"/>
                      </a:solidFill>
                      <a:prstDash val="solid"/>
                    </a:lnT>
                    <a:lnB w="38160">
                      <a:solidFill>
                        <a:srgbClr val="ffffff"/>
                      </a:solidFill>
                      <a:prstDash val="solid"/>
                    </a:lnB>
                    <a:solidFill>
                      <a:srgbClr val="ffc000"/>
                    </a:solidFill>
                  </a:tcPr>
                </a:tc>
                <a:tc>
                  <a:txBody>
                    <a:bodyPr lIns="68400" rIns="68400" tIns="34200" bIns="34200" anchor="t">
                      <a:noAutofit/>
                    </a:bodyPr>
                    <a:p>
                      <a:pPr algn="ctr">
                        <a:lnSpc>
                          <a:spcPct val="100000"/>
                        </a:lnSpc>
                        <a:tabLst>
                          <a:tab algn="l" pos="0"/>
                        </a:tabLst>
                      </a:pPr>
                      <a:r>
                        <a:rPr lang="de" sz="1100" b="1" u="none" strike="noStrike">
                          <a:solidFill>
                            <a:schemeClr val="dk1"/>
                          </a:solidFill>
                          <a:effectLst/>
                          <a:uFillTx/>
                          <a:latin typeface="Aptos"/>
                          <a:ea typeface="Aptos"/>
                        </a:rPr>
                        <a:t>DIALOGUE BARK – Situation v01</a:t>
                      </a:r>
                      <a:endParaRPr lang="en-GB" sz="1100" b="0" u="none" strike="noStrike">
                        <a:solidFill>
                          <a:srgbClr val="000000"/>
                        </a:solidFill>
                        <a:effectLst/>
                        <a:uFillTx/>
                        <a:latin typeface="Arial"/>
                      </a:endParaRPr>
                    </a:p>
                  </a:txBody>
                  <a:tcPr anchor="t" marL="68400" marR="68400" marT="34200" marB="34200">
                    <a:lnL w="12240">
                      <a:solidFill>
                        <a:srgbClr val="ffffff"/>
                      </a:solidFill>
                      <a:prstDash val="solid"/>
                    </a:lnL>
                    <a:lnR w="12240">
                      <a:solidFill>
                        <a:srgbClr val="ffffff"/>
                      </a:solidFill>
                      <a:prstDash val="solid"/>
                    </a:lnR>
                    <a:lnT w="12240">
                      <a:solidFill>
                        <a:srgbClr val="ffffff"/>
                      </a:solidFill>
                      <a:prstDash val="solid"/>
                    </a:lnT>
                    <a:lnB w="38160">
                      <a:solidFill>
                        <a:srgbClr val="ffffff"/>
                      </a:solidFill>
                      <a:prstDash val="solid"/>
                    </a:lnB>
                    <a:solidFill>
                      <a:srgbClr val="ffc000"/>
                    </a:solidFill>
                  </a:tcPr>
                </a:tc>
                <a:tc>
                  <a:txBody>
                    <a:bodyPr lIns="68400" rIns="68400" tIns="34200" bIns="34200" anchor="t">
                      <a:noAutofit/>
                    </a:bodyPr>
                    <a:p>
                      <a:pPr algn="ctr">
                        <a:lnSpc>
                          <a:spcPct val="100000"/>
                        </a:lnSpc>
                        <a:tabLst>
                          <a:tab algn="l" pos="0"/>
                        </a:tabLst>
                      </a:pPr>
                      <a:r>
                        <a:rPr lang="de" sz="1100" b="1" u="none" strike="noStrike">
                          <a:solidFill>
                            <a:schemeClr val="dk1"/>
                          </a:solidFill>
                          <a:effectLst/>
                          <a:uFillTx/>
                          <a:latin typeface="Arial"/>
                          <a:ea typeface="Arial"/>
                        </a:rPr>
                        <a:t>DIALOGUE BARK – </a:t>
                      </a:r>
                      <a:r>
                        <a:rPr lang="de" sz="1100" b="0" u="none" strike="noStrike">
                          <a:solidFill>
                            <a:schemeClr val="dk1"/>
                          </a:solidFill>
                          <a:effectLst/>
                          <a:uFillTx/>
                          <a:latin typeface="Arial"/>
                          <a:ea typeface="Arial"/>
                        </a:rPr>
                        <a:t>Situation </a:t>
                      </a:r>
                      <a:r>
                        <a:rPr lang="de" sz="1100" b="1" u="none" strike="noStrike">
                          <a:solidFill>
                            <a:schemeClr val="dk1"/>
                          </a:solidFill>
                          <a:effectLst/>
                          <a:uFillTx/>
                          <a:latin typeface="Arial"/>
                          <a:ea typeface="Arial"/>
                        </a:rPr>
                        <a:t>v02</a:t>
                      </a:r>
                      <a:endParaRPr lang="en-GB" sz="1100" b="0" u="none" strike="noStrike">
                        <a:solidFill>
                          <a:srgbClr val="000000"/>
                        </a:solidFill>
                        <a:effectLst/>
                        <a:uFillTx/>
                        <a:latin typeface="Arial"/>
                      </a:endParaRPr>
                    </a:p>
                  </a:txBody>
                  <a:tcPr anchor="t" marL="68400" marR="68400" marT="34200" marB="34200">
                    <a:lnL w="12240">
                      <a:solidFill>
                        <a:srgbClr val="ffffff"/>
                      </a:solidFill>
                      <a:prstDash val="solid"/>
                    </a:lnL>
                    <a:lnR w="12240">
                      <a:solidFill>
                        <a:srgbClr val="ffffff"/>
                      </a:solidFill>
                      <a:prstDash val="solid"/>
                    </a:lnR>
                    <a:lnT w="12240">
                      <a:solidFill>
                        <a:srgbClr val="ffffff"/>
                      </a:solidFill>
                      <a:prstDash val="solid"/>
                    </a:lnT>
                    <a:lnB w="38160">
                      <a:solidFill>
                        <a:srgbClr val="ffffff"/>
                      </a:solidFill>
                      <a:prstDash val="solid"/>
                    </a:lnB>
                    <a:solidFill>
                      <a:srgbClr val="ffc000"/>
                    </a:solidFill>
                  </a:tcPr>
                </a:tc>
              </a:tr>
              <a:tr h="239400">
                <a:tc>
                  <a:txBody>
                    <a:bodyPr lIns="68400" rIns="68400" tIns="34200" bIns="34200" anchor="t">
                      <a:noAutofit/>
                    </a:bodyPr>
                    <a:p>
                      <a:pPr>
                        <a:lnSpc>
                          <a:spcPct val="100000"/>
                        </a:lnSpc>
                        <a:tabLst>
                          <a:tab algn="l" pos="0"/>
                        </a:tabLst>
                      </a:pPr>
                      <a:r>
                        <a:rPr lang="de" sz="1100" b="0" u="none" strike="noStrike">
                          <a:solidFill>
                            <a:schemeClr val="dk1"/>
                          </a:solidFill>
                          <a:effectLst/>
                          <a:uFillTx/>
                          <a:latin typeface="Arial"/>
                          <a:ea typeface="Arial"/>
                        </a:rPr>
                        <a:t>Location/Action</a:t>
                      </a:r>
                      <a:endParaRPr lang="en-GB" sz="1100" b="0" u="none" strike="noStrike">
                        <a:solidFill>
                          <a:srgbClr val="000000"/>
                        </a:solidFill>
                        <a:effectLst/>
                        <a:uFillTx/>
                        <a:latin typeface="Arial"/>
                      </a:endParaRPr>
                    </a:p>
                  </a:txBody>
                  <a:tcPr anchor="t" marL="68400" marR="68400" marT="34200" marB="342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noFill/>
                  </a:tcPr>
                </a:tc>
                <a:tc>
                  <a:txBody>
                    <a:bodyPr lIns="68400" rIns="68400" tIns="34200" bIns="34200" anchor="t">
                      <a:noAutofit/>
                    </a:bodyPr>
                    <a:p>
                      <a:pPr>
                        <a:lnSpc>
                          <a:spcPct val="100000"/>
                        </a:lnSpc>
                        <a:tabLst>
                          <a:tab algn="l" pos="0"/>
                        </a:tabLst>
                      </a:pPr>
                      <a:endParaRPr lang="en-GB" sz="1100" b="0" u="none" strike="noStrike">
                        <a:solidFill>
                          <a:schemeClr val="dk1"/>
                        </a:solidFill>
                        <a:effectLst/>
                        <a:uFillTx/>
                        <a:latin typeface="Arial"/>
                        <a:ea typeface="Arial"/>
                      </a:endParaRPr>
                    </a:p>
                  </a:txBody>
                  <a:tcPr anchor="t" marL="68400" marR="68400" marT="34200" marB="342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noFill/>
                  </a:tcPr>
                </a:tc>
                <a:tc>
                  <a:txBody>
                    <a:bodyPr lIns="68400" rIns="68400" tIns="34200" bIns="34200" anchor="t">
                      <a:noAutofit/>
                    </a:bodyPr>
                    <a:p>
                      <a:pPr>
                        <a:lnSpc>
                          <a:spcPct val="100000"/>
                        </a:lnSpc>
                        <a:tabLst>
                          <a:tab algn="l" pos="0"/>
                        </a:tabLst>
                      </a:pPr>
                      <a:endParaRPr lang="en-GB" sz="1100" b="0" u="none" strike="noStrike">
                        <a:solidFill>
                          <a:schemeClr val="dk1"/>
                        </a:solidFill>
                        <a:effectLst/>
                        <a:uFillTx/>
                        <a:latin typeface="Arial"/>
                        <a:ea typeface="Arial"/>
                      </a:endParaRPr>
                    </a:p>
                  </a:txBody>
                  <a:tcPr anchor="t" marL="68400" marR="68400" marT="34200" marB="342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noFill/>
                  </a:tcPr>
                </a:tc>
              </a:tr>
              <a:tr h="239400">
                <a:tc>
                  <a:txBody>
                    <a:bodyPr lIns="68400" rIns="68400" tIns="34200" bIns="34200" anchor="t">
                      <a:noAutofit/>
                    </a:bodyPr>
                    <a:p>
                      <a:pPr>
                        <a:lnSpc>
                          <a:spcPct val="100000"/>
                        </a:lnSpc>
                        <a:tabLst>
                          <a:tab algn="l" pos="0"/>
                        </a:tabLst>
                      </a:pPr>
                      <a:r>
                        <a:rPr lang="de" sz="1100" b="0" u="none" strike="noStrike">
                          <a:solidFill>
                            <a:schemeClr val="dk1"/>
                          </a:solidFill>
                          <a:effectLst/>
                          <a:uFillTx/>
                          <a:latin typeface="Arial"/>
                          <a:ea typeface="Arial"/>
                        </a:rPr>
                        <a:t>Location/Action</a:t>
                      </a:r>
                      <a:endParaRPr lang="en-GB" sz="1100" b="0" u="none" strike="noStrike">
                        <a:solidFill>
                          <a:srgbClr val="000000"/>
                        </a:solidFill>
                        <a:effectLst/>
                        <a:uFillTx/>
                        <a:latin typeface="Arial"/>
                      </a:endParaRPr>
                    </a:p>
                  </a:txBody>
                  <a:tcPr anchor="t" marL="68400" marR="68400" marT="34200" marB="342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noFill/>
                  </a:tcPr>
                </a:tc>
                <a:tc>
                  <a:txBody>
                    <a:bodyPr lIns="68400" rIns="68400" tIns="34200" bIns="34200" anchor="t">
                      <a:noAutofit/>
                    </a:bodyPr>
                    <a:p>
                      <a:pPr>
                        <a:lnSpc>
                          <a:spcPct val="100000"/>
                        </a:lnSpc>
                        <a:tabLst>
                          <a:tab algn="l" pos="0"/>
                        </a:tabLst>
                      </a:pPr>
                      <a:endParaRPr lang="en-GB" sz="1100" b="0" u="none" strike="noStrike">
                        <a:solidFill>
                          <a:schemeClr val="dk1"/>
                        </a:solidFill>
                        <a:effectLst/>
                        <a:uFillTx/>
                        <a:latin typeface="Arial"/>
                        <a:ea typeface="Arial"/>
                      </a:endParaRPr>
                    </a:p>
                  </a:txBody>
                  <a:tcPr anchor="t" marL="68400" marR="68400" marT="34200" marB="342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noFill/>
                  </a:tcPr>
                </a:tc>
                <a:tc>
                  <a:txBody>
                    <a:bodyPr lIns="68400" rIns="68400" tIns="34200" bIns="34200" anchor="t">
                      <a:noAutofit/>
                    </a:bodyPr>
                    <a:p>
                      <a:pPr>
                        <a:lnSpc>
                          <a:spcPct val="100000"/>
                        </a:lnSpc>
                        <a:tabLst>
                          <a:tab algn="l" pos="0"/>
                        </a:tabLst>
                      </a:pPr>
                      <a:endParaRPr lang="en-GB" sz="1100" b="0" u="none" strike="noStrike">
                        <a:solidFill>
                          <a:schemeClr val="dk1"/>
                        </a:solidFill>
                        <a:effectLst/>
                        <a:uFillTx/>
                        <a:latin typeface="Arial"/>
                        <a:ea typeface="Arial"/>
                      </a:endParaRPr>
                    </a:p>
                  </a:txBody>
                  <a:tcPr anchor="t" marL="68400" marR="68400" marT="34200" marB="342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noFill/>
                  </a:tcPr>
                </a:tc>
              </a:tr>
              <a:tr h="239400">
                <a:tc>
                  <a:txBody>
                    <a:bodyPr lIns="68400" rIns="68400" tIns="34200" bIns="34200" anchor="t">
                      <a:noAutofit/>
                    </a:bodyPr>
                    <a:p>
                      <a:pPr>
                        <a:lnSpc>
                          <a:spcPct val="100000"/>
                        </a:lnSpc>
                        <a:tabLst>
                          <a:tab algn="l" pos="0"/>
                        </a:tabLst>
                      </a:pPr>
                      <a:r>
                        <a:rPr lang="de" sz="1100" b="0" u="none" strike="noStrike">
                          <a:solidFill>
                            <a:schemeClr val="dk1"/>
                          </a:solidFill>
                          <a:effectLst/>
                          <a:uFillTx/>
                          <a:latin typeface="Arial"/>
                          <a:ea typeface="Arial"/>
                        </a:rPr>
                        <a:t>Location/Action</a:t>
                      </a:r>
                      <a:endParaRPr lang="en-GB" sz="1100" b="0" u="none" strike="noStrike">
                        <a:solidFill>
                          <a:srgbClr val="000000"/>
                        </a:solidFill>
                        <a:effectLst/>
                        <a:uFillTx/>
                        <a:latin typeface="Arial"/>
                      </a:endParaRPr>
                    </a:p>
                  </a:txBody>
                  <a:tcPr anchor="t" marL="68400" marR="68400" marT="34200" marB="342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noFill/>
                  </a:tcPr>
                </a:tc>
                <a:tc>
                  <a:txBody>
                    <a:bodyPr lIns="68400" rIns="68400" tIns="34200" bIns="34200" anchor="t">
                      <a:noAutofit/>
                    </a:bodyPr>
                    <a:p>
                      <a:pPr>
                        <a:lnSpc>
                          <a:spcPct val="100000"/>
                        </a:lnSpc>
                        <a:tabLst>
                          <a:tab algn="l" pos="0"/>
                        </a:tabLst>
                      </a:pPr>
                      <a:endParaRPr lang="en-GB" sz="1100" b="0" u="none" strike="noStrike">
                        <a:solidFill>
                          <a:schemeClr val="dk1"/>
                        </a:solidFill>
                        <a:effectLst/>
                        <a:uFillTx/>
                        <a:latin typeface="Arial"/>
                        <a:ea typeface="Arial"/>
                      </a:endParaRPr>
                    </a:p>
                  </a:txBody>
                  <a:tcPr anchor="t" marL="68400" marR="68400" marT="34200" marB="342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noFill/>
                  </a:tcPr>
                </a:tc>
                <a:tc>
                  <a:txBody>
                    <a:bodyPr lIns="68400" rIns="68400" tIns="34200" bIns="34200" anchor="t">
                      <a:noAutofit/>
                    </a:bodyPr>
                    <a:p>
                      <a:pPr>
                        <a:lnSpc>
                          <a:spcPct val="100000"/>
                        </a:lnSpc>
                        <a:tabLst>
                          <a:tab algn="l" pos="0"/>
                        </a:tabLst>
                      </a:pPr>
                      <a:endParaRPr lang="en-GB" sz="1100" b="0" u="none" strike="noStrike">
                        <a:solidFill>
                          <a:schemeClr val="dk1"/>
                        </a:solidFill>
                        <a:effectLst/>
                        <a:uFillTx/>
                        <a:latin typeface="Arial"/>
                        <a:ea typeface="Arial"/>
                      </a:endParaRPr>
                    </a:p>
                  </a:txBody>
                  <a:tcPr anchor="t" marL="68400" marR="68400" marT="34200" marB="342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noFill/>
                  </a:tcPr>
                </a:tc>
              </a:tr>
              <a:tr h="239400">
                <a:tc>
                  <a:txBody>
                    <a:bodyPr lIns="68400" rIns="68400" tIns="34200" bIns="34200" anchor="t">
                      <a:noAutofit/>
                    </a:bodyPr>
                    <a:p>
                      <a:pPr>
                        <a:lnSpc>
                          <a:spcPct val="100000"/>
                        </a:lnSpc>
                        <a:tabLst>
                          <a:tab algn="l" pos="0"/>
                        </a:tabLst>
                      </a:pPr>
                      <a:r>
                        <a:rPr lang="de" sz="1100" b="0" u="none" strike="noStrike">
                          <a:solidFill>
                            <a:schemeClr val="dk1"/>
                          </a:solidFill>
                          <a:effectLst/>
                          <a:uFillTx/>
                          <a:latin typeface="Arial"/>
                          <a:ea typeface="Arial"/>
                        </a:rPr>
                        <a:t>Location/Action</a:t>
                      </a:r>
                      <a:endParaRPr lang="en-GB" sz="1100" b="0" u="none" strike="noStrike">
                        <a:solidFill>
                          <a:srgbClr val="000000"/>
                        </a:solidFill>
                        <a:effectLst/>
                        <a:uFillTx/>
                        <a:latin typeface="Arial"/>
                      </a:endParaRPr>
                    </a:p>
                  </a:txBody>
                  <a:tcPr anchor="t" marL="68400" marR="68400" marT="34200" marB="342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noFill/>
                  </a:tcPr>
                </a:tc>
                <a:tc>
                  <a:txBody>
                    <a:bodyPr lIns="68400" rIns="68400" tIns="34200" bIns="34200" anchor="t">
                      <a:noAutofit/>
                    </a:bodyPr>
                    <a:p>
                      <a:pPr>
                        <a:lnSpc>
                          <a:spcPct val="100000"/>
                        </a:lnSpc>
                        <a:tabLst>
                          <a:tab algn="l" pos="0"/>
                        </a:tabLst>
                      </a:pPr>
                      <a:endParaRPr lang="en-GB" sz="1100" b="0" u="none" strike="noStrike">
                        <a:solidFill>
                          <a:schemeClr val="dk1"/>
                        </a:solidFill>
                        <a:effectLst/>
                        <a:uFillTx/>
                        <a:latin typeface="Arial"/>
                        <a:ea typeface="Arial"/>
                      </a:endParaRPr>
                    </a:p>
                  </a:txBody>
                  <a:tcPr anchor="t" marL="68400" marR="68400" marT="34200" marB="342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noFill/>
                  </a:tcPr>
                </a:tc>
                <a:tc>
                  <a:txBody>
                    <a:bodyPr lIns="68400" rIns="68400" tIns="34200" bIns="34200" anchor="t">
                      <a:noAutofit/>
                    </a:bodyPr>
                    <a:p>
                      <a:pPr>
                        <a:lnSpc>
                          <a:spcPct val="100000"/>
                        </a:lnSpc>
                        <a:tabLst>
                          <a:tab algn="l" pos="0"/>
                        </a:tabLst>
                      </a:pPr>
                      <a:endParaRPr lang="en-GB" sz="1100" b="0" u="none" strike="noStrike">
                        <a:solidFill>
                          <a:schemeClr val="dk1"/>
                        </a:solidFill>
                        <a:effectLst/>
                        <a:uFillTx/>
                        <a:latin typeface="Arial"/>
                        <a:ea typeface="Arial"/>
                      </a:endParaRPr>
                    </a:p>
                  </a:txBody>
                  <a:tcPr anchor="t" marL="68400" marR="68400" marT="34200" marB="342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noFill/>
                  </a:tcPr>
                </a:tc>
              </a:tr>
              <a:tr h="239400">
                <a:tc>
                  <a:txBody>
                    <a:bodyPr lIns="68400" rIns="68400" tIns="34200" bIns="34200" anchor="t">
                      <a:noAutofit/>
                    </a:bodyPr>
                    <a:p>
                      <a:pPr>
                        <a:lnSpc>
                          <a:spcPct val="100000"/>
                        </a:lnSpc>
                        <a:tabLst>
                          <a:tab algn="l" pos="0"/>
                        </a:tabLst>
                      </a:pPr>
                      <a:r>
                        <a:rPr lang="de" sz="1100" b="0" u="none" strike="noStrike">
                          <a:solidFill>
                            <a:schemeClr val="dk1"/>
                          </a:solidFill>
                          <a:effectLst/>
                          <a:uFillTx/>
                          <a:latin typeface="Arial"/>
                          <a:ea typeface="Arial"/>
                        </a:rPr>
                        <a:t>Location/Action</a:t>
                      </a:r>
                      <a:endParaRPr lang="en-GB" sz="1100" b="0" u="none" strike="noStrike">
                        <a:solidFill>
                          <a:srgbClr val="000000"/>
                        </a:solidFill>
                        <a:effectLst/>
                        <a:uFillTx/>
                        <a:latin typeface="Arial"/>
                      </a:endParaRPr>
                    </a:p>
                  </a:txBody>
                  <a:tcPr anchor="t" marL="68400" marR="68400" marT="34200" marB="342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noFill/>
                  </a:tcPr>
                </a:tc>
                <a:tc>
                  <a:txBody>
                    <a:bodyPr lIns="68400" rIns="68400" tIns="34200" bIns="34200" anchor="t">
                      <a:noAutofit/>
                    </a:bodyPr>
                    <a:p>
                      <a:pPr>
                        <a:lnSpc>
                          <a:spcPct val="100000"/>
                        </a:lnSpc>
                        <a:tabLst>
                          <a:tab algn="l" pos="0"/>
                        </a:tabLst>
                      </a:pPr>
                      <a:endParaRPr lang="en-GB" sz="1100" b="0" u="none" strike="noStrike">
                        <a:solidFill>
                          <a:schemeClr val="dk1"/>
                        </a:solidFill>
                        <a:effectLst/>
                        <a:uFillTx/>
                        <a:latin typeface="Arial"/>
                        <a:ea typeface="Arial"/>
                      </a:endParaRPr>
                    </a:p>
                  </a:txBody>
                  <a:tcPr anchor="t" marL="68400" marR="68400" marT="34200" marB="342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noFill/>
                  </a:tcPr>
                </a:tc>
                <a:tc>
                  <a:txBody>
                    <a:bodyPr lIns="68400" rIns="68400" tIns="34200" bIns="34200" anchor="t">
                      <a:noAutofit/>
                    </a:bodyPr>
                    <a:p>
                      <a:pPr>
                        <a:lnSpc>
                          <a:spcPct val="100000"/>
                        </a:lnSpc>
                        <a:tabLst>
                          <a:tab algn="l" pos="0"/>
                        </a:tabLst>
                      </a:pPr>
                      <a:endParaRPr lang="en-GB" sz="1100" b="0" u="none" strike="noStrike">
                        <a:solidFill>
                          <a:schemeClr val="dk1"/>
                        </a:solidFill>
                        <a:effectLst/>
                        <a:uFillTx/>
                        <a:latin typeface="Arial"/>
                        <a:ea typeface="Arial"/>
                      </a:endParaRPr>
                    </a:p>
                  </a:txBody>
                  <a:tcPr anchor="t" marL="68400" marR="68400" marT="34200" marB="342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noFill/>
                  </a:tcPr>
                </a:tc>
              </a:tr>
              <a:tr h="239400">
                <a:tc>
                  <a:txBody>
                    <a:bodyPr lIns="68400" rIns="68400" tIns="34200" bIns="34200" anchor="t">
                      <a:noAutofit/>
                    </a:bodyPr>
                    <a:p>
                      <a:pPr>
                        <a:lnSpc>
                          <a:spcPct val="100000"/>
                        </a:lnSpc>
                        <a:tabLst>
                          <a:tab algn="l" pos="0"/>
                        </a:tabLst>
                      </a:pPr>
                      <a:r>
                        <a:rPr lang="de" sz="1100" b="0" u="none" strike="noStrike">
                          <a:solidFill>
                            <a:schemeClr val="dk1"/>
                          </a:solidFill>
                          <a:effectLst/>
                          <a:uFillTx/>
                          <a:latin typeface="Arial"/>
                          <a:ea typeface="Arial"/>
                        </a:rPr>
                        <a:t>Location/Action</a:t>
                      </a:r>
                      <a:endParaRPr lang="en-GB" sz="1100" b="0" u="none" strike="noStrike">
                        <a:solidFill>
                          <a:srgbClr val="000000"/>
                        </a:solidFill>
                        <a:effectLst/>
                        <a:uFillTx/>
                        <a:latin typeface="Arial"/>
                      </a:endParaRPr>
                    </a:p>
                  </a:txBody>
                  <a:tcPr anchor="t" marL="68400" marR="68400" marT="34200" marB="342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noFill/>
                  </a:tcPr>
                </a:tc>
                <a:tc>
                  <a:txBody>
                    <a:bodyPr lIns="68400" rIns="68400" tIns="34200" bIns="34200" anchor="t">
                      <a:noAutofit/>
                    </a:bodyPr>
                    <a:p>
                      <a:pPr>
                        <a:lnSpc>
                          <a:spcPct val="100000"/>
                        </a:lnSpc>
                        <a:tabLst>
                          <a:tab algn="l" pos="0"/>
                        </a:tabLst>
                      </a:pPr>
                      <a:endParaRPr lang="en-GB" sz="1100" b="0" u="none" strike="noStrike">
                        <a:solidFill>
                          <a:schemeClr val="dk1"/>
                        </a:solidFill>
                        <a:effectLst/>
                        <a:uFillTx/>
                        <a:latin typeface="Arial"/>
                        <a:ea typeface="Arial"/>
                      </a:endParaRPr>
                    </a:p>
                  </a:txBody>
                  <a:tcPr anchor="t" marL="68400" marR="68400" marT="34200" marB="342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noFill/>
                  </a:tcPr>
                </a:tc>
                <a:tc>
                  <a:txBody>
                    <a:bodyPr lIns="68400" rIns="68400" tIns="34200" bIns="34200" anchor="t">
                      <a:noAutofit/>
                    </a:bodyPr>
                    <a:p>
                      <a:pPr>
                        <a:lnSpc>
                          <a:spcPct val="100000"/>
                        </a:lnSpc>
                        <a:tabLst>
                          <a:tab algn="l" pos="0"/>
                        </a:tabLst>
                      </a:pPr>
                      <a:endParaRPr lang="en-GB" sz="1100" b="0" u="none" strike="noStrike">
                        <a:solidFill>
                          <a:schemeClr val="dk1"/>
                        </a:solidFill>
                        <a:effectLst/>
                        <a:uFillTx/>
                        <a:latin typeface="Arial"/>
                        <a:ea typeface="Arial"/>
                      </a:endParaRPr>
                    </a:p>
                  </a:txBody>
                  <a:tcPr anchor="t" marL="68400" marR="68400" marT="34200" marB="342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noFill/>
                  </a:tcPr>
                </a:tc>
              </a:tr>
              <a:tr h="239400">
                <a:tc>
                  <a:txBody>
                    <a:bodyPr lIns="68400" rIns="68400" tIns="34200" bIns="34200" anchor="t">
                      <a:noAutofit/>
                    </a:bodyPr>
                    <a:p>
                      <a:pPr algn="ctr">
                        <a:lnSpc>
                          <a:spcPct val="100000"/>
                        </a:lnSpc>
                        <a:tabLst>
                          <a:tab algn="l" pos="0"/>
                        </a:tabLst>
                      </a:pPr>
                      <a:r>
                        <a:rPr lang="de" sz="1100" b="1" u="none" strike="noStrike">
                          <a:solidFill>
                            <a:schemeClr val="dk1"/>
                          </a:solidFill>
                          <a:effectLst/>
                          <a:uFillTx/>
                          <a:latin typeface="Arial"/>
                          <a:ea typeface="Arial"/>
                        </a:rPr>
                        <a:t>Character: (Name)</a:t>
                      </a:r>
                      <a:endParaRPr lang="en-GB" sz="1100" b="0" u="none" strike="noStrike">
                        <a:solidFill>
                          <a:srgbClr val="000000"/>
                        </a:solidFill>
                        <a:effectLst/>
                        <a:uFillTx/>
                        <a:latin typeface="Arial"/>
                      </a:endParaRPr>
                    </a:p>
                  </a:txBody>
                  <a:tcPr anchor="t" marL="68400" marR="68400" marT="34200" marB="342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c000"/>
                    </a:solidFill>
                  </a:tcPr>
                </a:tc>
                <a:tc>
                  <a:txBody>
                    <a:bodyPr lIns="68400" rIns="68400" tIns="34200" bIns="34200" anchor="t">
                      <a:noAutofit/>
                    </a:bodyPr>
                    <a:p>
                      <a:pPr algn="ctr">
                        <a:lnSpc>
                          <a:spcPct val="100000"/>
                        </a:lnSpc>
                        <a:tabLst>
                          <a:tab algn="l" pos="0"/>
                        </a:tabLst>
                      </a:pPr>
                      <a:r>
                        <a:rPr lang="de" sz="1100" b="1" u="none" strike="noStrike">
                          <a:solidFill>
                            <a:schemeClr val="dk1"/>
                          </a:solidFill>
                          <a:effectLst/>
                          <a:uFillTx/>
                          <a:latin typeface="Arial"/>
                          <a:ea typeface="Arial"/>
                        </a:rPr>
                        <a:t>DIALOGUE BARK – Situation  v01</a:t>
                      </a:r>
                      <a:endParaRPr lang="en-GB" sz="1100" b="0" u="none" strike="noStrike">
                        <a:solidFill>
                          <a:srgbClr val="000000"/>
                        </a:solidFill>
                        <a:effectLst/>
                        <a:uFillTx/>
                        <a:latin typeface="Arial"/>
                      </a:endParaRPr>
                    </a:p>
                  </a:txBody>
                  <a:tcPr anchor="t" marL="68400" marR="68400" marT="34200" marB="342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c000"/>
                    </a:solidFill>
                  </a:tcPr>
                </a:tc>
                <a:tc>
                  <a:txBody>
                    <a:bodyPr lIns="68400" rIns="68400" tIns="34200" bIns="34200" anchor="t">
                      <a:noAutofit/>
                    </a:bodyPr>
                    <a:p>
                      <a:pPr algn="ctr">
                        <a:lnSpc>
                          <a:spcPct val="100000"/>
                        </a:lnSpc>
                        <a:tabLst>
                          <a:tab algn="l" pos="0"/>
                        </a:tabLst>
                      </a:pPr>
                      <a:r>
                        <a:rPr lang="de" sz="1100" b="1" u="none" strike="noStrike">
                          <a:solidFill>
                            <a:schemeClr val="dk1"/>
                          </a:solidFill>
                          <a:effectLst/>
                          <a:uFillTx/>
                          <a:latin typeface="Arial"/>
                          <a:ea typeface="Arial"/>
                        </a:rPr>
                        <a:t>DIALOGUE BARK – Situation  v02</a:t>
                      </a:r>
                      <a:endParaRPr lang="en-GB" sz="1100" b="0" u="none" strike="noStrike">
                        <a:solidFill>
                          <a:srgbClr val="000000"/>
                        </a:solidFill>
                        <a:effectLst/>
                        <a:uFillTx/>
                        <a:latin typeface="Arial"/>
                      </a:endParaRPr>
                    </a:p>
                  </a:txBody>
                  <a:tcPr anchor="t" marL="68400" marR="68400" marT="34200" marB="342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c000"/>
                    </a:solidFill>
                  </a:tcPr>
                </a:tc>
              </a:tr>
              <a:tr h="239400">
                <a:tc>
                  <a:txBody>
                    <a:bodyPr lIns="68400" rIns="68400" tIns="34200" bIns="34200" anchor="t">
                      <a:noAutofit/>
                    </a:bodyPr>
                    <a:p>
                      <a:pPr>
                        <a:lnSpc>
                          <a:spcPct val="100000"/>
                        </a:lnSpc>
                        <a:tabLst>
                          <a:tab algn="l" pos="0"/>
                        </a:tabLst>
                      </a:pPr>
                      <a:r>
                        <a:rPr lang="de" sz="1100" b="0" u="none" strike="noStrike">
                          <a:solidFill>
                            <a:schemeClr val="dk1"/>
                          </a:solidFill>
                          <a:effectLst/>
                          <a:uFillTx/>
                          <a:latin typeface="Arial"/>
                          <a:ea typeface="Arial"/>
                        </a:rPr>
                        <a:t>Location/Action</a:t>
                      </a:r>
                      <a:endParaRPr lang="en-GB" sz="1100" b="0" u="none" strike="noStrike">
                        <a:solidFill>
                          <a:srgbClr val="000000"/>
                        </a:solidFill>
                        <a:effectLst/>
                        <a:uFillTx/>
                        <a:latin typeface="Arial"/>
                      </a:endParaRPr>
                    </a:p>
                  </a:txBody>
                  <a:tcPr anchor="t" marL="68400" marR="68400" marT="34200" marB="342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noFill/>
                  </a:tcPr>
                </a:tc>
                <a:tc>
                  <a:txBody>
                    <a:bodyPr lIns="68400" rIns="68400" tIns="34200" bIns="34200" anchor="t">
                      <a:noAutofit/>
                    </a:bodyPr>
                    <a:p>
                      <a:pPr>
                        <a:lnSpc>
                          <a:spcPct val="100000"/>
                        </a:lnSpc>
                        <a:tabLst>
                          <a:tab algn="l" pos="0"/>
                        </a:tabLst>
                      </a:pPr>
                      <a:endParaRPr lang="en-GB" sz="1100" b="0" u="none" strike="noStrike">
                        <a:solidFill>
                          <a:schemeClr val="dk1"/>
                        </a:solidFill>
                        <a:effectLst/>
                        <a:uFillTx/>
                        <a:latin typeface="Arial"/>
                        <a:ea typeface="Arial"/>
                      </a:endParaRPr>
                    </a:p>
                  </a:txBody>
                  <a:tcPr anchor="t" marL="68400" marR="68400" marT="34200" marB="342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noFill/>
                  </a:tcPr>
                </a:tc>
                <a:tc>
                  <a:txBody>
                    <a:bodyPr lIns="68400" rIns="68400" tIns="34200" bIns="34200" anchor="t">
                      <a:noAutofit/>
                    </a:bodyPr>
                    <a:p>
                      <a:pPr>
                        <a:lnSpc>
                          <a:spcPct val="100000"/>
                        </a:lnSpc>
                        <a:tabLst>
                          <a:tab algn="l" pos="0"/>
                        </a:tabLst>
                      </a:pPr>
                      <a:endParaRPr lang="en-GB" sz="1100" b="0" u="none" strike="noStrike">
                        <a:solidFill>
                          <a:schemeClr val="dk1"/>
                        </a:solidFill>
                        <a:effectLst/>
                        <a:uFillTx/>
                        <a:latin typeface="Arial"/>
                        <a:ea typeface="Arial"/>
                      </a:endParaRPr>
                    </a:p>
                  </a:txBody>
                  <a:tcPr anchor="t" marL="68400" marR="68400" marT="34200" marB="342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noFill/>
                  </a:tcPr>
                </a:tc>
              </a:tr>
              <a:tr h="239400">
                <a:tc>
                  <a:txBody>
                    <a:bodyPr lIns="68400" rIns="68400" tIns="34200" bIns="34200" anchor="t">
                      <a:noAutofit/>
                    </a:bodyPr>
                    <a:p>
                      <a:pPr>
                        <a:lnSpc>
                          <a:spcPct val="100000"/>
                        </a:lnSpc>
                        <a:tabLst>
                          <a:tab algn="l" pos="0"/>
                        </a:tabLst>
                      </a:pPr>
                      <a:r>
                        <a:rPr lang="de" sz="1100" b="0" u="none" strike="noStrike">
                          <a:solidFill>
                            <a:schemeClr val="dk1"/>
                          </a:solidFill>
                          <a:effectLst/>
                          <a:uFillTx/>
                          <a:latin typeface="Arial"/>
                          <a:ea typeface="Arial"/>
                        </a:rPr>
                        <a:t>Location/Action</a:t>
                      </a:r>
                      <a:endParaRPr lang="en-GB" sz="1100" b="0" u="none" strike="noStrike">
                        <a:solidFill>
                          <a:srgbClr val="000000"/>
                        </a:solidFill>
                        <a:effectLst/>
                        <a:uFillTx/>
                        <a:latin typeface="Arial"/>
                      </a:endParaRPr>
                    </a:p>
                  </a:txBody>
                  <a:tcPr anchor="t" marL="68400" marR="68400" marT="34200" marB="342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noFill/>
                  </a:tcPr>
                </a:tc>
                <a:tc>
                  <a:txBody>
                    <a:bodyPr lIns="68400" rIns="68400" tIns="34200" bIns="34200" anchor="t">
                      <a:noAutofit/>
                    </a:bodyPr>
                    <a:p>
                      <a:pPr>
                        <a:lnSpc>
                          <a:spcPct val="100000"/>
                        </a:lnSpc>
                        <a:tabLst>
                          <a:tab algn="l" pos="0"/>
                        </a:tabLst>
                      </a:pPr>
                      <a:endParaRPr lang="en-GB" sz="1100" b="0" u="none" strike="noStrike">
                        <a:solidFill>
                          <a:schemeClr val="dk1"/>
                        </a:solidFill>
                        <a:effectLst/>
                        <a:uFillTx/>
                        <a:latin typeface="Arial"/>
                        <a:ea typeface="Arial"/>
                      </a:endParaRPr>
                    </a:p>
                  </a:txBody>
                  <a:tcPr anchor="t" marL="68400" marR="68400" marT="34200" marB="342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noFill/>
                  </a:tcPr>
                </a:tc>
                <a:tc>
                  <a:txBody>
                    <a:bodyPr lIns="68400" rIns="68400" tIns="34200" bIns="34200" anchor="t">
                      <a:noAutofit/>
                    </a:bodyPr>
                    <a:p>
                      <a:pPr>
                        <a:lnSpc>
                          <a:spcPct val="100000"/>
                        </a:lnSpc>
                        <a:tabLst>
                          <a:tab algn="l" pos="0"/>
                        </a:tabLst>
                      </a:pPr>
                      <a:endParaRPr lang="en-GB" sz="1100" b="0" u="none" strike="noStrike">
                        <a:solidFill>
                          <a:schemeClr val="dk1"/>
                        </a:solidFill>
                        <a:effectLst/>
                        <a:uFillTx/>
                        <a:latin typeface="Arial"/>
                        <a:ea typeface="Arial"/>
                      </a:endParaRPr>
                    </a:p>
                  </a:txBody>
                  <a:tcPr anchor="t" marL="68400" marR="68400" marT="34200" marB="342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noFill/>
                  </a:tcPr>
                </a:tc>
              </a:tr>
              <a:tr h="239400">
                <a:tc>
                  <a:txBody>
                    <a:bodyPr lIns="68400" rIns="68400" tIns="34200" bIns="34200" anchor="t">
                      <a:noAutofit/>
                    </a:bodyPr>
                    <a:p>
                      <a:pPr>
                        <a:lnSpc>
                          <a:spcPct val="100000"/>
                        </a:lnSpc>
                        <a:tabLst>
                          <a:tab algn="l" pos="0"/>
                        </a:tabLst>
                      </a:pPr>
                      <a:r>
                        <a:rPr lang="de" sz="1100" b="0" u="none" strike="noStrike">
                          <a:solidFill>
                            <a:schemeClr val="dk1"/>
                          </a:solidFill>
                          <a:effectLst/>
                          <a:uFillTx/>
                          <a:latin typeface="Arial"/>
                          <a:ea typeface="Arial"/>
                        </a:rPr>
                        <a:t>Location/Action</a:t>
                      </a:r>
                      <a:endParaRPr lang="en-GB" sz="1100" b="0" u="none" strike="noStrike">
                        <a:solidFill>
                          <a:srgbClr val="000000"/>
                        </a:solidFill>
                        <a:effectLst/>
                        <a:uFillTx/>
                        <a:latin typeface="Arial"/>
                      </a:endParaRPr>
                    </a:p>
                  </a:txBody>
                  <a:tcPr anchor="t" marL="68400" marR="68400" marT="34200" marB="342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noFill/>
                  </a:tcPr>
                </a:tc>
                <a:tc>
                  <a:txBody>
                    <a:bodyPr lIns="68400" rIns="68400" tIns="34200" bIns="34200" anchor="t">
                      <a:noAutofit/>
                    </a:bodyPr>
                    <a:p>
                      <a:pPr>
                        <a:lnSpc>
                          <a:spcPct val="100000"/>
                        </a:lnSpc>
                        <a:tabLst>
                          <a:tab algn="l" pos="0"/>
                        </a:tabLst>
                      </a:pPr>
                      <a:endParaRPr lang="en-GB" sz="1100" b="0" u="none" strike="noStrike">
                        <a:solidFill>
                          <a:schemeClr val="dk1"/>
                        </a:solidFill>
                        <a:effectLst/>
                        <a:uFillTx/>
                        <a:latin typeface="Arial"/>
                        <a:ea typeface="Arial"/>
                      </a:endParaRPr>
                    </a:p>
                  </a:txBody>
                  <a:tcPr anchor="t" marL="68400" marR="68400" marT="34200" marB="342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noFill/>
                  </a:tcPr>
                </a:tc>
                <a:tc>
                  <a:txBody>
                    <a:bodyPr lIns="68400" rIns="68400" tIns="34200" bIns="34200" anchor="t">
                      <a:noAutofit/>
                    </a:bodyPr>
                    <a:p>
                      <a:pPr>
                        <a:lnSpc>
                          <a:spcPct val="100000"/>
                        </a:lnSpc>
                        <a:tabLst>
                          <a:tab algn="l" pos="0"/>
                        </a:tabLst>
                      </a:pPr>
                      <a:endParaRPr lang="en-GB" sz="1100" b="0" u="none" strike="noStrike">
                        <a:solidFill>
                          <a:schemeClr val="dk1"/>
                        </a:solidFill>
                        <a:effectLst/>
                        <a:uFillTx/>
                        <a:latin typeface="Arial"/>
                        <a:ea typeface="Arial"/>
                      </a:endParaRPr>
                    </a:p>
                  </a:txBody>
                  <a:tcPr anchor="t" marL="68400" marR="68400" marT="34200" marB="342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noFill/>
                  </a:tcPr>
                </a:tc>
              </a:tr>
              <a:tr h="239400">
                <a:tc>
                  <a:txBody>
                    <a:bodyPr lIns="68400" rIns="68400" tIns="34200" bIns="34200" anchor="t">
                      <a:noAutofit/>
                    </a:bodyPr>
                    <a:p>
                      <a:pPr>
                        <a:lnSpc>
                          <a:spcPct val="100000"/>
                        </a:lnSpc>
                        <a:tabLst>
                          <a:tab algn="l" pos="0"/>
                        </a:tabLst>
                      </a:pPr>
                      <a:r>
                        <a:rPr lang="de" sz="1100" b="0" u="none" strike="noStrike">
                          <a:solidFill>
                            <a:schemeClr val="dk1"/>
                          </a:solidFill>
                          <a:effectLst/>
                          <a:uFillTx/>
                          <a:latin typeface="Arial"/>
                          <a:ea typeface="Arial"/>
                        </a:rPr>
                        <a:t>Location/Action</a:t>
                      </a:r>
                      <a:endParaRPr lang="en-GB" sz="1100" b="0" u="none" strike="noStrike">
                        <a:solidFill>
                          <a:srgbClr val="000000"/>
                        </a:solidFill>
                        <a:effectLst/>
                        <a:uFillTx/>
                        <a:latin typeface="Arial"/>
                      </a:endParaRPr>
                    </a:p>
                  </a:txBody>
                  <a:tcPr anchor="t" marL="68400" marR="68400" marT="34200" marB="342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noFill/>
                  </a:tcPr>
                </a:tc>
                <a:tc>
                  <a:txBody>
                    <a:bodyPr lIns="68400" rIns="68400" tIns="34200" bIns="34200" anchor="t">
                      <a:noAutofit/>
                    </a:bodyPr>
                    <a:p>
                      <a:pPr>
                        <a:lnSpc>
                          <a:spcPct val="100000"/>
                        </a:lnSpc>
                        <a:tabLst>
                          <a:tab algn="l" pos="0"/>
                        </a:tabLst>
                      </a:pPr>
                      <a:endParaRPr lang="en-GB" sz="1100" b="0" u="none" strike="noStrike">
                        <a:solidFill>
                          <a:schemeClr val="dk1"/>
                        </a:solidFill>
                        <a:effectLst/>
                        <a:uFillTx/>
                        <a:latin typeface="Arial"/>
                        <a:ea typeface="Arial"/>
                      </a:endParaRPr>
                    </a:p>
                  </a:txBody>
                  <a:tcPr anchor="t" marL="68400" marR="68400" marT="34200" marB="342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noFill/>
                  </a:tcPr>
                </a:tc>
                <a:tc>
                  <a:txBody>
                    <a:bodyPr lIns="68400" rIns="68400" tIns="34200" bIns="34200" anchor="t">
                      <a:noAutofit/>
                    </a:bodyPr>
                    <a:p>
                      <a:pPr>
                        <a:lnSpc>
                          <a:spcPct val="100000"/>
                        </a:lnSpc>
                        <a:tabLst>
                          <a:tab algn="l" pos="0"/>
                        </a:tabLst>
                      </a:pPr>
                      <a:endParaRPr lang="en-GB" sz="1100" b="0" u="none" strike="noStrike">
                        <a:solidFill>
                          <a:schemeClr val="dk1"/>
                        </a:solidFill>
                        <a:effectLst/>
                        <a:uFillTx/>
                        <a:latin typeface="Arial"/>
                        <a:ea typeface="Arial"/>
                      </a:endParaRPr>
                    </a:p>
                  </a:txBody>
                  <a:tcPr anchor="t" marL="68400" marR="68400" marT="34200" marB="342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noFill/>
                  </a:tcPr>
                </a:tc>
              </a:tr>
              <a:tr h="239400">
                <a:tc>
                  <a:txBody>
                    <a:bodyPr lIns="68400" rIns="68400" tIns="34200" bIns="34200" anchor="t">
                      <a:noAutofit/>
                    </a:bodyPr>
                    <a:p>
                      <a:pPr>
                        <a:lnSpc>
                          <a:spcPct val="100000"/>
                        </a:lnSpc>
                        <a:tabLst>
                          <a:tab algn="l" pos="0"/>
                        </a:tabLst>
                      </a:pPr>
                      <a:r>
                        <a:rPr lang="de" sz="1100" b="0" u="none" strike="noStrike">
                          <a:solidFill>
                            <a:schemeClr val="dk1"/>
                          </a:solidFill>
                          <a:effectLst/>
                          <a:uFillTx/>
                          <a:latin typeface="Arial"/>
                          <a:ea typeface="Arial"/>
                        </a:rPr>
                        <a:t>Location/Action</a:t>
                      </a:r>
                      <a:endParaRPr lang="en-GB" sz="1100" b="0" u="none" strike="noStrike">
                        <a:solidFill>
                          <a:srgbClr val="000000"/>
                        </a:solidFill>
                        <a:effectLst/>
                        <a:uFillTx/>
                        <a:latin typeface="Arial"/>
                      </a:endParaRPr>
                    </a:p>
                  </a:txBody>
                  <a:tcPr anchor="t" marL="68400" marR="68400" marT="34200" marB="342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noFill/>
                  </a:tcPr>
                </a:tc>
                <a:tc>
                  <a:txBody>
                    <a:bodyPr lIns="68400" rIns="68400" tIns="34200" bIns="34200" anchor="t">
                      <a:noAutofit/>
                    </a:bodyPr>
                    <a:p>
                      <a:pPr>
                        <a:lnSpc>
                          <a:spcPct val="100000"/>
                        </a:lnSpc>
                        <a:tabLst>
                          <a:tab algn="l" pos="0"/>
                        </a:tabLst>
                      </a:pPr>
                      <a:endParaRPr lang="en-GB" sz="900" b="0" u="none" strike="noStrike">
                        <a:solidFill>
                          <a:schemeClr val="dk1"/>
                        </a:solidFill>
                        <a:effectLst/>
                        <a:uFillTx/>
                        <a:latin typeface="Arial"/>
                        <a:ea typeface="Arial"/>
                      </a:endParaRPr>
                    </a:p>
                  </a:txBody>
                  <a:tcPr anchor="t" marL="68400" marR="68400" marT="34200" marB="342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noFill/>
                  </a:tcPr>
                </a:tc>
                <a:tc>
                  <a:txBody>
                    <a:bodyPr lIns="68400" rIns="68400" tIns="34200" bIns="34200" anchor="t">
                      <a:noAutofit/>
                    </a:bodyPr>
                    <a:p>
                      <a:pPr>
                        <a:lnSpc>
                          <a:spcPct val="100000"/>
                        </a:lnSpc>
                        <a:tabLst>
                          <a:tab algn="l" pos="0"/>
                        </a:tabLst>
                      </a:pPr>
                      <a:endParaRPr lang="en-GB" sz="900" b="0" u="none" strike="noStrike">
                        <a:solidFill>
                          <a:schemeClr val="dk1"/>
                        </a:solidFill>
                        <a:effectLst/>
                        <a:uFillTx/>
                        <a:latin typeface="Arial"/>
                        <a:ea typeface="Arial"/>
                      </a:endParaRPr>
                    </a:p>
                  </a:txBody>
                  <a:tcPr anchor="t" marL="68400" marR="68400" marT="34200" marB="342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noFill/>
                  </a:tcPr>
                </a:tc>
              </a:tr>
              <a:tr h="239400">
                <a:tc>
                  <a:txBody>
                    <a:bodyPr lIns="68400" rIns="68400" tIns="34200" bIns="34200" anchor="t">
                      <a:noAutofit/>
                    </a:bodyPr>
                    <a:p>
                      <a:pPr>
                        <a:lnSpc>
                          <a:spcPct val="100000"/>
                        </a:lnSpc>
                        <a:tabLst>
                          <a:tab algn="l" pos="0"/>
                        </a:tabLst>
                      </a:pPr>
                      <a:r>
                        <a:rPr lang="de" sz="1100" b="0" u="none" strike="noStrike">
                          <a:solidFill>
                            <a:schemeClr val="dk1"/>
                          </a:solidFill>
                          <a:effectLst/>
                          <a:uFillTx/>
                          <a:latin typeface="Arial"/>
                          <a:ea typeface="Arial"/>
                        </a:rPr>
                        <a:t>Location/Action</a:t>
                      </a:r>
                      <a:endParaRPr lang="en-GB" sz="1100" b="0" u="none" strike="noStrike">
                        <a:solidFill>
                          <a:srgbClr val="000000"/>
                        </a:solidFill>
                        <a:effectLst/>
                        <a:uFillTx/>
                        <a:latin typeface="Arial"/>
                      </a:endParaRPr>
                    </a:p>
                  </a:txBody>
                  <a:tcPr anchor="t" marL="68400" marR="68400" marT="34200" marB="342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noFill/>
                  </a:tcPr>
                </a:tc>
                <a:tc>
                  <a:txBody>
                    <a:bodyPr lIns="68400" rIns="68400" tIns="34200" bIns="34200" anchor="t">
                      <a:noAutofit/>
                    </a:bodyPr>
                    <a:p>
                      <a:pPr>
                        <a:lnSpc>
                          <a:spcPct val="100000"/>
                        </a:lnSpc>
                        <a:tabLst>
                          <a:tab algn="l" pos="0"/>
                        </a:tabLst>
                      </a:pPr>
                      <a:endParaRPr lang="en-GB" sz="900" b="0" u="none" strike="noStrike">
                        <a:solidFill>
                          <a:schemeClr val="dk1"/>
                        </a:solidFill>
                        <a:effectLst/>
                        <a:uFillTx/>
                        <a:latin typeface="Arial"/>
                        <a:ea typeface="Arial"/>
                      </a:endParaRPr>
                    </a:p>
                  </a:txBody>
                  <a:tcPr anchor="t" marL="68400" marR="68400" marT="34200" marB="342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noFill/>
                  </a:tcPr>
                </a:tc>
                <a:tc>
                  <a:txBody>
                    <a:bodyPr lIns="68400" rIns="68400" tIns="34200" bIns="34200" anchor="t">
                      <a:noAutofit/>
                    </a:bodyPr>
                    <a:p>
                      <a:pPr>
                        <a:lnSpc>
                          <a:spcPct val="100000"/>
                        </a:lnSpc>
                        <a:tabLst>
                          <a:tab algn="l" pos="0"/>
                        </a:tabLst>
                      </a:pPr>
                      <a:endParaRPr lang="en-GB" sz="900" b="0" u="none" strike="noStrike">
                        <a:solidFill>
                          <a:schemeClr val="dk1"/>
                        </a:solidFill>
                        <a:effectLst/>
                        <a:uFillTx/>
                        <a:latin typeface="Arial"/>
                        <a:ea typeface="Arial"/>
                      </a:endParaRPr>
                    </a:p>
                  </a:txBody>
                  <a:tcPr anchor="t" marL="68400" marR="68400" marT="34200" marB="342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noFill/>
                  </a:tcPr>
                </a:tc>
              </a:tr>
              <a:tr h="239400">
                <a:tc>
                  <a:txBody>
                    <a:bodyPr lIns="68400" rIns="68400" tIns="34200" bIns="34200" anchor="t">
                      <a:noAutofit/>
                    </a:bodyPr>
                    <a:p>
                      <a:pPr algn="ctr">
                        <a:lnSpc>
                          <a:spcPct val="100000"/>
                        </a:lnSpc>
                        <a:tabLst>
                          <a:tab algn="l" pos="0"/>
                        </a:tabLst>
                      </a:pPr>
                      <a:r>
                        <a:rPr lang="de" sz="1100" b="1" u="none" strike="noStrike">
                          <a:solidFill>
                            <a:schemeClr val="dk1"/>
                          </a:solidFill>
                          <a:effectLst/>
                          <a:uFillTx/>
                          <a:latin typeface="Arial"/>
                          <a:ea typeface="Arial"/>
                        </a:rPr>
                        <a:t>Character: (Name)</a:t>
                      </a:r>
                      <a:endParaRPr lang="en-GB" sz="1100" b="0" u="none" strike="noStrike">
                        <a:solidFill>
                          <a:srgbClr val="000000"/>
                        </a:solidFill>
                        <a:effectLst/>
                        <a:uFillTx/>
                        <a:latin typeface="Arial"/>
                      </a:endParaRPr>
                    </a:p>
                  </a:txBody>
                  <a:tcPr anchor="t" marL="68400" marR="68400" marT="34200" marB="342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c000"/>
                    </a:solidFill>
                  </a:tcPr>
                </a:tc>
                <a:tc>
                  <a:txBody>
                    <a:bodyPr lIns="68400" rIns="68400" tIns="34200" bIns="34200" anchor="t">
                      <a:noAutofit/>
                    </a:bodyPr>
                    <a:p>
                      <a:pPr algn="ctr">
                        <a:lnSpc>
                          <a:spcPct val="100000"/>
                        </a:lnSpc>
                        <a:tabLst>
                          <a:tab algn="l" pos="0"/>
                        </a:tabLst>
                      </a:pPr>
                      <a:r>
                        <a:rPr lang="de" sz="1100" b="1" u="none" strike="noStrike">
                          <a:solidFill>
                            <a:schemeClr val="dk1"/>
                          </a:solidFill>
                          <a:effectLst/>
                          <a:uFillTx/>
                          <a:latin typeface="Arial"/>
                          <a:ea typeface="Arial"/>
                        </a:rPr>
                        <a:t>DIALOGUE BARK – Situation  v01</a:t>
                      </a:r>
                      <a:endParaRPr lang="en-GB" sz="1100" b="0" u="none" strike="noStrike">
                        <a:solidFill>
                          <a:srgbClr val="000000"/>
                        </a:solidFill>
                        <a:effectLst/>
                        <a:uFillTx/>
                        <a:latin typeface="Arial"/>
                      </a:endParaRPr>
                    </a:p>
                  </a:txBody>
                  <a:tcPr anchor="t" marL="68400" marR="68400" marT="34200" marB="342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c000"/>
                    </a:solidFill>
                  </a:tcPr>
                </a:tc>
                <a:tc>
                  <a:txBody>
                    <a:bodyPr lIns="68400" rIns="68400" tIns="34200" bIns="34200" anchor="t">
                      <a:noAutofit/>
                    </a:bodyPr>
                    <a:p>
                      <a:pPr algn="ctr">
                        <a:lnSpc>
                          <a:spcPct val="100000"/>
                        </a:lnSpc>
                        <a:tabLst>
                          <a:tab algn="l" pos="0"/>
                        </a:tabLst>
                      </a:pPr>
                      <a:r>
                        <a:rPr lang="de" sz="1100" b="1" u="none" strike="noStrike">
                          <a:solidFill>
                            <a:schemeClr val="dk1"/>
                          </a:solidFill>
                          <a:effectLst/>
                          <a:uFillTx/>
                          <a:latin typeface="Arial"/>
                          <a:ea typeface="Arial"/>
                        </a:rPr>
                        <a:t>DIALOGUE BARK – Situation  v02</a:t>
                      </a:r>
                      <a:endParaRPr lang="en-GB" sz="1100" b="0" u="none" strike="noStrike">
                        <a:solidFill>
                          <a:srgbClr val="000000"/>
                        </a:solidFill>
                        <a:effectLst/>
                        <a:uFillTx/>
                        <a:latin typeface="Arial"/>
                      </a:endParaRPr>
                    </a:p>
                  </a:txBody>
                  <a:tcPr anchor="t" marL="68400" marR="68400" marT="34200" marB="342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c000"/>
                    </a:solidFill>
                  </a:tcPr>
                </a:tc>
              </a:tr>
              <a:tr h="239400">
                <a:tc>
                  <a:txBody>
                    <a:bodyPr lIns="68400" rIns="68400" tIns="34200" bIns="34200" anchor="t">
                      <a:noAutofit/>
                    </a:bodyPr>
                    <a:p>
                      <a:pPr>
                        <a:lnSpc>
                          <a:spcPct val="100000"/>
                        </a:lnSpc>
                        <a:tabLst>
                          <a:tab algn="l" pos="0"/>
                        </a:tabLst>
                      </a:pPr>
                      <a:r>
                        <a:rPr lang="de" sz="1100" b="0" u="none" strike="noStrike">
                          <a:solidFill>
                            <a:schemeClr val="dk1"/>
                          </a:solidFill>
                          <a:effectLst/>
                          <a:uFillTx/>
                          <a:latin typeface="Arial"/>
                          <a:ea typeface="Arial"/>
                        </a:rPr>
                        <a:t>Location/Action</a:t>
                      </a:r>
                      <a:endParaRPr lang="en-GB" sz="1100" b="0" u="none" strike="noStrike">
                        <a:solidFill>
                          <a:srgbClr val="000000"/>
                        </a:solidFill>
                        <a:effectLst/>
                        <a:uFillTx/>
                        <a:latin typeface="Arial"/>
                      </a:endParaRPr>
                    </a:p>
                  </a:txBody>
                  <a:tcPr anchor="t" marL="68400" marR="68400" marT="34200" marB="342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noFill/>
                  </a:tcPr>
                </a:tc>
                <a:tc>
                  <a:txBody>
                    <a:bodyPr lIns="68400" rIns="68400" tIns="34200" bIns="34200" anchor="t">
                      <a:noAutofit/>
                    </a:bodyPr>
                    <a:p>
                      <a:pPr>
                        <a:lnSpc>
                          <a:spcPct val="100000"/>
                        </a:lnSpc>
                        <a:tabLst>
                          <a:tab algn="l" pos="0"/>
                        </a:tabLst>
                      </a:pPr>
                      <a:endParaRPr lang="en-GB" sz="900" b="0" u="none" strike="noStrike">
                        <a:solidFill>
                          <a:schemeClr val="dk1"/>
                        </a:solidFill>
                        <a:effectLst/>
                        <a:uFillTx/>
                        <a:latin typeface="Arial"/>
                        <a:ea typeface="Arial"/>
                      </a:endParaRPr>
                    </a:p>
                  </a:txBody>
                  <a:tcPr anchor="t" marL="68400" marR="68400" marT="34200" marB="342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noFill/>
                  </a:tcPr>
                </a:tc>
                <a:tc>
                  <a:txBody>
                    <a:bodyPr lIns="68400" rIns="68400" tIns="34200" bIns="34200" anchor="t">
                      <a:noAutofit/>
                    </a:bodyPr>
                    <a:p>
                      <a:pPr>
                        <a:lnSpc>
                          <a:spcPct val="100000"/>
                        </a:lnSpc>
                        <a:tabLst>
                          <a:tab algn="l" pos="0"/>
                        </a:tabLst>
                      </a:pPr>
                      <a:endParaRPr lang="en-GB" sz="900" b="0" u="none" strike="noStrike">
                        <a:solidFill>
                          <a:schemeClr val="dk1"/>
                        </a:solidFill>
                        <a:effectLst/>
                        <a:uFillTx/>
                        <a:latin typeface="Arial"/>
                        <a:ea typeface="Arial"/>
                      </a:endParaRPr>
                    </a:p>
                  </a:txBody>
                  <a:tcPr anchor="t" marL="68400" marR="68400" marT="34200" marB="342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noFill/>
                  </a:tcPr>
                </a:tc>
              </a:tr>
              <a:tr h="239400">
                <a:tc>
                  <a:txBody>
                    <a:bodyPr lIns="68400" rIns="68400" tIns="34200" bIns="34200" anchor="t">
                      <a:noAutofit/>
                    </a:bodyPr>
                    <a:p>
                      <a:pPr>
                        <a:lnSpc>
                          <a:spcPct val="100000"/>
                        </a:lnSpc>
                        <a:tabLst>
                          <a:tab algn="l" pos="0"/>
                        </a:tabLst>
                      </a:pPr>
                      <a:r>
                        <a:rPr lang="de" sz="1100" b="0" u="none" strike="noStrike">
                          <a:solidFill>
                            <a:schemeClr val="dk1"/>
                          </a:solidFill>
                          <a:effectLst/>
                          <a:uFillTx/>
                          <a:latin typeface="Arial"/>
                          <a:ea typeface="Arial"/>
                        </a:rPr>
                        <a:t>Location/Action</a:t>
                      </a:r>
                      <a:endParaRPr lang="en-GB" sz="1100" b="0" u="none" strike="noStrike">
                        <a:solidFill>
                          <a:srgbClr val="000000"/>
                        </a:solidFill>
                        <a:effectLst/>
                        <a:uFillTx/>
                        <a:latin typeface="Arial"/>
                      </a:endParaRPr>
                    </a:p>
                  </a:txBody>
                  <a:tcPr anchor="t" marL="68400" marR="68400" marT="34200" marB="342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noFill/>
                  </a:tcPr>
                </a:tc>
                <a:tc>
                  <a:txBody>
                    <a:bodyPr lIns="68400" rIns="68400" tIns="34200" bIns="34200" anchor="t">
                      <a:noAutofit/>
                    </a:bodyPr>
                    <a:p>
                      <a:pPr>
                        <a:lnSpc>
                          <a:spcPct val="100000"/>
                        </a:lnSpc>
                        <a:tabLst>
                          <a:tab algn="l" pos="0"/>
                        </a:tabLst>
                      </a:pPr>
                      <a:endParaRPr lang="en-GB" sz="900" b="0" u="none" strike="noStrike">
                        <a:solidFill>
                          <a:schemeClr val="dk1"/>
                        </a:solidFill>
                        <a:effectLst/>
                        <a:uFillTx/>
                        <a:latin typeface="Arial"/>
                        <a:ea typeface="Arial"/>
                      </a:endParaRPr>
                    </a:p>
                  </a:txBody>
                  <a:tcPr anchor="t" marL="68400" marR="68400" marT="34200" marB="342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noFill/>
                  </a:tcPr>
                </a:tc>
                <a:tc>
                  <a:txBody>
                    <a:bodyPr lIns="68400" rIns="68400" tIns="34200" bIns="34200" anchor="t">
                      <a:noAutofit/>
                    </a:bodyPr>
                    <a:p>
                      <a:pPr>
                        <a:lnSpc>
                          <a:spcPct val="100000"/>
                        </a:lnSpc>
                        <a:tabLst>
                          <a:tab algn="l" pos="0"/>
                        </a:tabLst>
                      </a:pPr>
                      <a:endParaRPr lang="en-GB" sz="900" b="0" u="none" strike="noStrike">
                        <a:solidFill>
                          <a:schemeClr val="dk1"/>
                        </a:solidFill>
                        <a:effectLst/>
                        <a:uFillTx/>
                        <a:latin typeface="Arial"/>
                        <a:ea typeface="Arial"/>
                      </a:endParaRPr>
                    </a:p>
                  </a:txBody>
                  <a:tcPr anchor="t" marL="68400" marR="68400" marT="34200" marB="342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noFill/>
                  </a:tcPr>
                </a:tc>
              </a:tr>
              <a:tr h="239400">
                <a:tc>
                  <a:txBody>
                    <a:bodyPr lIns="68400" rIns="68400" tIns="34200" bIns="34200" anchor="t">
                      <a:noAutofit/>
                    </a:bodyPr>
                    <a:p>
                      <a:pPr>
                        <a:lnSpc>
                          <a:spcPct val="100000"/>
                        </a:lnSpc>
                        <a:tabLst>
                          <a:tab algn="l" pos="0"/>
                        </a:tabLst>
                      </a:pPr>
                      <a:r>
                        <a:rPr lang="de" sz="1100" b="0" u="none" strike="noStrike">
                          <a:solidFill>
                            <a:schemeClr val="dk1"/>
                          </a:solidFill>
                          <a:effectLst/>
                          <a:uFillTx/>
                          <a:latin typeface="Arial"/>
                          <a:ea typeface="Arial"/>
                        </a:rPr>
                        <a:t>Location/Action</a:t>
                      </a:r>
                      <a:endParaRPr lang="en-GB" sz="1100" b="0" u="none" strike="noStrike">
                        <a:solidFill>
                          <a:srgbClr val="000000"/>
                        </a:solidFill>
                        <a:effectLst/>
                        <a:uFillTx/>
                        <a:latin typeface="Arial"/>
                      </a:endParaRPr>
                    </a:p>
                  </a:txBody>
                  <a:tcPr anchor="t" marL="68400" marR="68400" marT="34200" marB="342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noFill/>
                  </a:tcPr>
                </a:tc>
                <a:tc>
                  <a:txBody>
                    <a:bodyPr lIns="68400" rIns="68400" tIns="34200" bIns="34200" anchor="t">
                      <a:noAutofit/>
                    </a:bodyPr>
                    <a:p>
                      <a:pPr>
                        <a:lnSpc>
                          <a:spcPct val="100000"/>
                        </a:lnSpc>
                        <a:tabLst>
                          <a:tab algn="l" pos="0"/>
                        </a:tabLst>
                      </a:pPr>
                      <a:endParaRPr lang="en-GB" sz="900" b="0" u="none" strike="noStrike">
                        <a:solidFill>
                          <a:schemeClr val="dk1"/>
                        </a:solidFill>
                        <a:effectLst/>
                        <a:uFillTx/>
                        <a:latin typeface="Arial"/>
                        <a:ea typeface="Arial"/>
                      </a:endParaRPr>
                    </a:p>
                  </a:txBody>
                  <a:tcPr anchor="t" marL="68400" marR="68400" marT="34200" marB="342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noFill/>
                  </a:tcPr>
                </a:tc>
                <a:tc>
                  <a:txBody>
                    <a:bodyPr lIns="68400" rIns="68400" tIns="34200" bIns="34200" anchor="t">
                      <a:noAutofit/>
                    </a:bodyPr>
                    <a:p>
                      <a:pPr>
                        <a:lnSpc>
                          <a:spcPct val="100000"/>
                        </a:lnSpc>
                        <a:tabLst>
                          <a:tab algn="l" pos="0"/>
                        </a:tabLst>
                      </a:pPr>
                      <a:endParaRPr lang="en-GB" sz="900" b="0" u="none" strike="noStrike">
                        <a:solidFill>
                          <a:schemeClr val="dk1"/>
                        </a:solidFill>
                        <a:effectLst/>
                        <a:uFillTx/>
                        <a:latin typeface="Arial"/>
                        <a:ea typeface="Arial"/>
                      </a:endParaRPr>
                    </a:p>
                  </a:txBody>
                  <a:tcPr anchor="t" marL="68400" marR="68400" marT="34200" marB="342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noFill/>
                  </a:tcPr>
                </a:tc>
              </a:tr>
              <a:tr h="239400">
                <a:tc>
                  <a:txBody>
                    <a:bodyPr lIns="68400" rIns="68400" tIns="34200" bIns="34200" anchor="t">
                      <a:noAutofit/>
                    </a:bodyPr>
                    <a:p>
                      <a:pPr>
                        <a:lnSpc>
                          <a:spcPct val="100000"/>
                        </a:lnSpc>
                        <a:tabLst>
                          <a:tab algn="l" pos="0"/>
                        </a:tabLst>
                      </a:pPr>
                      <a:r>
                        <a:rPr lang="de" sz="1100" b="0" u="none" strike="noStrike">
                          <a:solidFill>
                            <a:schemeClr val="dk1"/>
                          </a:solidFill>
                          <a:effectLst/>
                          <a:uFillTx/>
                          <a:latin typeface="Arial"/>
                          <a:ea typeface="Arial"/>
                        </a:rPr>
                        <a:t>Location/Action</a:t>
                      </a:r>
                      <a:endParaRPr lang="en-GB" sz="1100" b="0" u="none" strike="noStrike">
                        <a:solidFill>
                          <a:srgbClr val="000000"/>
                        </a:solidFill>
                        <a:effectLst/>
                        <a:uFillTx/>
                        <a:latin typeface="Arial"/>
                      </a:endParaRPr>
                    </a:p>
                  </a:txBody>
                  <a:tcPr anchor="t" marL="68400" marR="68400" marT="34200" marB="342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noFill/>
                  </a:tcPr>
                </a:tc>
                <a:tc>
                  <a:txBody>
                    <a:bodyPr lIns="68400" rIns="68400" tIns="34200" bIns="34200" anchor="t">
                      <a:noAutofit/>
                    </a:bodyPr>
                    <a:p>
                      <a:pPr>
                        <a:lnSpc>
                          <a:spcPct val="100000"/>
                        </a:lnSpc>
                        <a:tabLst>
                          <a:tab algn="l" pos="0"/>
                        </a:tabLst>
                      </a:pPr>
                      <a:endParaRPr lang="en-GB" sz="900" b="0" u="none" strike="noStrike">
                        <a:solidFill>
                          <a:schemeClr val="dk1"/>
                        </a:solidFill>
                        <a:effectLst/>
                        <a:uFillTx/>
                        <a:latin typeface="Arial"/>
                        <a:ea typeface="Arial"/>
                      </a:endParaRPr>
                    </a:p>
                  </a:txBody>
                  <a:tcPr anchor="t" marL="68400" marR="68400" marT="34200" marB="342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noFill/>
                  </a:tcPr>
                </a:tc>
                <a:tc>
                  <a:txBody>
                    <a:bodyPr lIns="68400" rIns="68400" tIns="34200" bIns="34200" anchor="t">
                      <a:noAutofit/>
                    </a:bodyPr>
                    <a:p>
                      <a:pPr>
                        <a:lnSpc>
                          <a:spcPct val="100000"/>
                        </a:lnSpc>
                        <a:tabLst>
                          <a:tab algn="l" pos="0"/>
                        </a:tabLst>
                      </a:pPr>
                      <a:endParaRPr lang="en-GB" sz="900" b="0" u="none" strike="noStrike">
                        <a:solidFill>
                          <a:schemeClr val="dk1"/>
                        </a:solidFill>
                        <a:effectLst/>
                        <a:uFillTx/>
                        <a:latin typeface="Arial"/>
                        <a:ea typeface="Arial"/>
                      </a:endParaRPr>
                    </a:p>
                  </a:txBody>
                  <a:tcPr anchor="t" marL="68400" marR="68400" marT="34200" marB="342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noFill/>
                  </a:tcPr>
                </a:tc>
              </a:tr>
              <a:tr h="239400">
                <a:tc>
                  <a:txBody>
                    <a:bodyPr lIns="68400" rIns="68400" tIns="34200" bIns="34200" anchor="t">
                      <a:noAutofit/>
                    </a:bodyPr>
                    <a:p>
                      <a:pPr>
                        <a:lnSpc>
                          <a:spcPct val="100000"/>
                        </a:lnSpc>
                        <a:tabLst>
                          <a:tab algn="l" pos="0"/>
                        </a:tabLst>
                      </a:pPr>
                      <a:r>
                        <a:rPr lang="de" sz="1100" b="0" u="none" strike="noStrike">
                          <a:solidFill>
                            <a:schemeClr val="dk1"/>
                          </a:solidFill>
                          <a:effectLst/>
                          <a:uFillTx/>
                          <a:latin typeface="Arial"/>
                          <a:ea typeface="Arial"/>
                        </a:rPr>
                        <a:t>Location/Action</a:t>
                      </a:r>
                      <a:endParaRPr lang="en-GB" sz="1100" b="0" u="none" strike="noStrike">
                        <a:solidFill>
                          <a:srgbClr val="000000"/>
                        </a:solidFill>
                        <a:effectLst/>
                        <a:uFillTx/>
                        <a:latin typeface="Arial"/>
                      </a:endParaRPr>
                    </a:p>
                  </a:txBody>
                  <a:tcPr anchor="t" marL="68400" marR="68400" marT="34200" marB="342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noFill/>
                  </a:tcPr>
                </a:tc>
                <a:tc>
                  <a:txBody>
                    <a:bodyPr lIns="68400" rIns="68400" tIns="34200" bIns="34200" anchor="t">
                      <a:noAutofit/>
                    </a:bodyPr>
                    <a:p>
                      <a:pPr>
                        <a:lnSpc>
                          <a:spcPct val="100000"/>
                        </a:lnSpc>
                        <a:tabLst>
                          <a:tab algn="l" pos="0"/>
                        </a:tabLst>
                      </a:pPr>
                      <a:endParaRPr lang="en-GB" sz="900" b="0" u="none" strike="noStrike">
                        <a:solidFill>
                          <a:schemeClr val="dk1"/>
                        </a:solidFill>
                        <a:effectLst/>
                        <a:uFillTx/>
                        <a:latin typeface="Arial"/>
                        <a:ea typeface="Arial"/>
                      </a:endParaRPr>
                    </a:p>
                  </a:txBody>
                  <a:tcPr anchor="t" marL="68400" marR="68400" marT="34200" marB="342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noFill/>
                  </a:tcPr>
                </a:tc>
                <a:tc>
                  <a:txBody>
                    <a:bodyPr lIns="68400" rIns="68400" tIns="34200" bIns="34200" anchor="t">
                      <a:noAutofit/>
                    </a:bodyPr>
                    <a:p>
                      <a:pPr>
                        <a:lnSpc>
                          <a:spcPct val="100000"/>
                        </a:lnSpc>
                        <a:tabLst>
                          <a:tab algn="l" pos="0"/>
                        </a:tabLst>
                      </a:pPr>
                      <a:endParaRPr lang="en-GB" sz="900" b="0" u="none" strike="noStrike">
                        <a:solidFill>
                          <a:schemeClr val="dk1"/>
                        </a:solidFill>
                        <a:effectLst/>
                        <a:uFillTx/>
                        <a:latin typeface="Arial"/>
                        <a:ea typeface="Arial"/>
                      </a:endParaRPr>
                    </a:p>
                  </a:txBody>
                  <a:tcPr anchor="t" marL="68400" marR="68400" marT="34200" marB="342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noFill/>
                  </a:tcPr>
                </a:tc>
              </a:tr>
              <a:tr h="239400">
                <a:tc>
                  <a:txBody>
                    <a:bodyPr lIns="68400" rIns="68400" tIns="34200" bIns="34200" anchor="t">
                      <a:noAutofit/>
                    </a:bodyPr>
                    <a:p>
                      <a:pPr>
                        <a:lnSpc>
                          <a:spcPct val="100000"/>
                        </a:lnSpc>
                        <a:tabLst>
                          <a:tab algn="l" pos="0"/>
                        </a:tabLst>
                      </a:pPr>
                      <a:r>
                        <a:rPr lang="de" sz="1100" b="0" u="none" strike="noStrike">
                          <a:solidFill>
                            <a:schemeClr val="dk1"/>
                          </a:solidFill>
                          <a:effectLst/>
                          <a:uFillTx/>
                          <a:latin typeface="Arial"/>
                          <a:ea typeface="Arial"/>
                        </a:rPr>
                        <a:t>Location/Action</a:t>
                      </a:r>
                      <a:endParaRPr lang="en-GB" sz="1100" b="0" u="none" strike="noStrike">
                        <a:solidFill>
                          <a:srgbClr val="000000"/>
                        </a:solidFill>
                        <a:effectLst/>
                        <a:uFillTx/>
                        <a:latin typeface="Arial"/>
                      </a:endParaRPr>
                    </a:p>
                  </a:txBody>
                  <a:tcPr anchor="t" marL="68400" marR="68400" marT="34200" marB="342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noFill/>
                  </a:tcPr>
                </a:tc>
                <a:tc>
                  <a:txBody>
                    <a:bodyPr lIns="68400" rIns="68400" tIns="34200" bIns="34200" anchor="t">
                      <a:noAutofit/>
                    </a:bodyPr>
                    <a:p>
                      <a:pPr>
                        <a:lnSpc>
                          <a:spcPct val="100000"/>
                        </a:lnSpc>
                        <a:tabLst>
                          <a:tab algn="l" pos="0"/>
                        </a:tabLst>
                      </a:pPr>
                      <a:endParaRPr lang="en-GB" sz="900" b="0" u="none" strike="noStrike">
                        <a:solidFill>
                          <a:schemeClr val="dk1"/>
                        </a:solidFill>
                        <a:effectLst/>
                        <a:uFillTx/>
                        <a:latin typeface="Arial"/>
                        <a:ea typeface="Arial"/>
                      </a:endParaRPr>
                    </a:p>
                  </a:txBody>
                  <a:tcPr anchor="t" marL="68400" marR="68400" marT="34200" marB="342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noFill/>
                  </a:tcPr>
                </a:tc>
                <a:tc>
                  <a:txBody>
                    <a:bodyPr lIns="68400" rIns="68400" tIns="34200" bIns="34200" anchor="t">
                      <a:noAutofit/>
                    </a:bodyPr>
                    <a:p>
                      <a:pPr>
                        <a:lnSpc>
                          <a:spcPct val="100000"/>
                        </a:lnSpc>
                        <a:tabLst>
                          <a:tab algn="l" pos="0"/>
                        </a:tabLst>
                      </a:pPr>
                      <a:endParaRPr lang="en-GB" sz="900" b="0" u="none" strike="noStrike">
                        <a:solidFill>
                          <a:schemeClr val="dk1"/>
                        </a:solidFill>
                        <a:effectLst/>
                        <a:uFillTx/>
                        <a:latin typeface="Arial"/>
                        <a:ea typeface="Arial"/>
                      </a:endParaRPr>
                    </a:p>
                  </a:txBody>
                  <a:tcPr anchor="t" marL="68400" marR="68400" marT="34200" marB="342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noFill/>
                  </a:tcPr>
                </a:tc>
              </a:tr>
            </a:tbl>
          </a:graphicData>
        </a:graphic>
      </p:graphicFrame>
    </p:spTree>
  </p:cSld>
  <mc:AlternateContent>
    <mc:Choice Requires="p14">
      <p:transition spd="slow" p14:dur="2000"/>
    </mc:Choice>
    <mc:Fallback>
      <p:transition spd="slow"/>
    </mc:Fallback>
  </mc:AlternateContent>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45" name="Rechteck 1"/>
          <p:cNvSpPr/>
          <p:nvPr/>
        </p:nvSpPr>
        <p:spPr>
          <a:xfrm>
            <a:off x="-431640" y="4963320"/>
            <a:ext cx="10519920" cy="1040760"/>
          </a:xfrm>
          <a:prstGeom prst="rect">
            <a:avLst/>
          </a:prstGeom>
          <a:solidFill>
            <a:schemeClr val="bg1"/>
          </a:solidFill>
          <a:ln>
            <a:solidFill>
              <a:srgbClr val="ffffff"/>
            </a:solidFill>
            <a:round/>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ctr">
              <a:lnSpc>
                <a:spcPct val="100000"/>
              </a:lnSpc>
            </a:pPr>
            <a:endParaRPr lang="de-DE" sz="1400" b="0" u="none" strike="noStrike">
              <a:solidFill>
                <a:schemeClr val="lt1"/>
              </a:solidFill>
              <a:effectLst/>
              <a:uFillTx/>
              <a:latin typeface="Arial"/>
              <a:ea typeface="Arial"/>
            </a:endParaRPr>
          </a:p>
        </p:txBody>
      </p:sp>
      <p:graphicFrame>
        <p:nvGraphicFramePr>
          <p:cNvPr id="146" name="Google Shape;242;p7"/>
          <p:cNvGraphicFramePr/>
          <p:nvPr/>
        </p:nvGraphicFramePr>
        <p:xfrm>
          <a:off x="0" y="0"/>
          <a:ext cx="9087120" cy="5470200"/>
        </p:xfrm>
        <a:graphic>
          <a:graphicData uri="http://schemas.openxmlformats.org/drawingml/2006/table">
            <a:tbl>
              <a:tblPr/>
              <a:tblGrid>
                <a:gridCol w="1299600"/>
                <a:gridCol w="3919680"/>
                <a:gridCol w="3868200"/>
              </a:tblGrid>
              <a:tr h="370440">
                <a:tc>
                  <a:txBody>
                    <a:bodyPr lIns="68400" rIns="68400" tIns="34200" bIns="34200" anchor="t">
                      <a:noAutofit/>
                    </a:bodyPr>
                    <a:p>
                      <a:pPr algn="ctr">
                        <a:lnSpc>
                          <a:spcPct val="100000"/>
                        </a:lnSpc>
                        <a:tabLst>
                          <a:tab algn="l" pos="0"/>
                        </a:tabLst>
                      </a:pPr>
                      <a:r>
                        <a:rPr lang="de" sz="1100" b="1" u="none" strike="noStrike">
                          <a:solidFill>
                            <a:schemeClr val="dk1"/>
                          </a:solidFill>
                          <a:effectLst/>
                          <a:uFillTx/>
                          <a:latin typeface="Arial"/>
                          <a:ea typeface="Arial"/>
                        </a:rPr>
                        <a:t>Character: (Name)</a:t>
                      </a:r>
                      <a:endParaRPr lang="en-GB" sz="1100" b="0" u="none" strike="noStrike">
                        <a:solidFill>
                          <a:srgbClr val="000000"/>
                        </a:solidFill>
                        <a:effectLst/>
                        <a:uFillTx/>
                        <a:latin typeface="Arial"/>
                      </a:endParaRPr>
                    </a:p>
                  </a:txBody>
                  <a:tcPr anchor="t" marL="68400" marR="68400" marT="34200" marB="34200">
                    <a:lnL w="12240">
                      <a:solidFill>
                        <a:srgbClr val="ffffff"/>
                      </a:solidFill>
                      <a:prstDash val="solid"/>
                    </a:lnL>
                    <a:lnR w="12240">
                      <a:solidFill>
                        <a:srgbClr val="ffffff"/>
                      </a:solidFill>
                      <a:prstDash val="solid"/>
                    </a:lnR>
                    <a:lnT w="12240">
                      <a:solidFill>
                        <a:srgbClr val="ffffff"/>
                      </a:solidFill>
                      <a:prstDash val="solid"/>
                    </a:lnT>
                    <a:lnB w="38160">
                      <a:solidFill>
                        <a:srgbClr val="ffffff"/>
                      </a:solidFill>
                      <a:prstDash val="solid"/>
                    </a:lnB>
                    <a:solidFill>
                      <a:srgbClr val="ffc000"/>
                    </a:solidFill>
                  </a:tcPr>
                </a:tc>
                <a:tc>
                  <a:txBody>
                    <a:bodyPr lIns="68400" rIns="68400" tIns="34200" bIns="34200" anchor="t">
                      <a:noAutofit/>
                    </a:bodyPr>
                    <a:p>
                      <a:pPr algn="ctr">
                        <a:lnSpc>
                          <a:spcPct val="100000"/>
                        </a:lnSpc>
                        <a:tabLst>
                          <a:tab algn="l" pos="0"/>
                        </a:tabLst>
                      </a:pPr>
                      <a:r>
                        <a:rPr lang="de" sz="1100" b="1" u="none" strike="noStrike">
                          <a:solidFill>
                            <a:schemeClr val="dk1"/>
                          </a:solidFill>
                          <a:effectLst/>
                          <a:uFillTx/>
                          <a:latin typeface="Aptos"/>
                          <a:ea typeface="Aptos"/>
                        </a:rPr>
                        <a:t>DIALOGUE BARK – Vorher</a:t>
                      </a:r>
                      <a:endParaRPr lang="en-GB" sz="1100" b="0" u="none" strike="noStrike">
                        <a:solidFill>
                          <a:srgbClr val="000000"/>
                        </a:solidFill>
                        <a:effectLst/>
                        <a:uFillTx/>
                        <a:latin typeface="Arial"/>
                      </a:endParaRPr>
                    </a:p>
                  </a:txBody>
                  <a:tcPr anchor="t" marL="68400" marR="68400" marT="34200" marB="34200">
                    <a:lnL w="12240">
                      <a:solidFill>
                        <a:srgbClr val="ffffff"/>
                      </a:solidFill>
                      <a:prstDash val="solid"/>
                    </a:lnL>
                    <a:lnR w="12240">
                      <a:solidFill>
                        <a:srgbClr val="ffffff"/>
                      </a:solidFill>
                      <a:prstDash val="solid"/>
                    </a:lnR>
                    <a:lnT w="12240">
                      <a:solidFill>
                        <a:srgbClr val="ffffff"/>
                      </a:solidFill>
                      <a:prstDash val="solid"/>
                    </a:lnT>
                    <a:lnB w="38160">
                      <a:solidFill>
                        <a:srgbClr val="ffffff"/>
                      </a:solidFill>
                      <a:prstDash val="solid"/>
                    </a:lnB>
                    <a:solidFill>
                      <a:srgbClr val="ffc000"/>
                    </a:solidFill>
                  </a:tcPr>
                </a:tc>
                <a:tc>
                  <a:txBody>
                    <a:bodyPr lIns="68400" rIns="68400" tIns="34200" bIns="34200" anchor="t">
                      <a:noAutofit/>
                    </a:bodyPr>
                    <a:p>
                      <a:pPr algn="ctr">
                        <a:lnSpc>
                          <a:spcPct val="100000"/>
                        </a:lnSpc>
                        <a:tabLst>
                          <a:tab algn="l" pos="0"/>
                        </a:tabLst>
                      </a:pPr>
                      <a:r>
                        <a:rPr lang="de" sz="1100" b="1" u="none" strike="noStrike">
                          <a:solidFill>
                            <a:schemeClr val="dk1"/>
                          </a:solidFill>
                          <a:effectLst/>
                          <a:uFillTx/>
                          <a:latin typeface="Arial"/>
                          <a:ea typeface="Arial"/>
                        </a:rPr>
                        <a:t>DIALOGUE BARK – </a:t>
                      </a:r>
                      <a:r>
                        <a:rPr lang="de" sz="1100" b="0" u="none" strike="noStrike">
                          <a:solidFill>
                            <a:schemeClr val="dk1"/>
                          </a:solidFill>
                          <a:effectLst/>
                          <a:uFillTx/>
                          <a:latin typeface="Arial"/>
                          <a:ea typeface="Arial"/>
                        </a:rPr>
                        <a:t>Situation </a:t>
                      </a:r>
                      <a:r>
                        <a:rPr lang="de" sz="1100" b="1" u="none" strike="noStrike">
                          <a:solidFill>
                            <a:schemeClr val="dk1"/>
                          </a:solidFill>
                          <a:effectLst/>
                          <a:uFillTx/>
                          <a:latin typeface="Arial"/>
                          <a:ea typeface="Arial"/>
                        </a:rPr>
                        <a:t> v02</a:t>
                      </a:r>
                      <a:endParaRPr lang="en-GB" sz="1100" b="0" u="none" strike="noStrike">
                        <a:solidFill>
                          <a:srgbClr val="000000"/>
                        </a:solidFill>
                        <a:effectLst/>
                        <a:uFillTx/>
                        <a:latin typeface="Arial"/>
                      </a:endParaRPr>
                    </a:p>
                  </a:txBody>
                  <a:tcPr anchor="t" marL="68400" marR="68400" marT="34200" marB="34200">
                    <a:lnL w="12240">
                      <a:solidFill>
                        <a:srgbClr val="ffffff"/>
                      </a:solidFill>
                      <a:prstDash val="solid"/>
                    </a:lnL>
                    <a:lnR w="12240">
                      <a:solidFill>
                        <a:srgbClr val="ffffff"/>
                      </a:solidFill>
                      <a:prstDash val="solid"/>
                    </a:lnR>
                    <a:lnT w="12240">
                      <a:solidFill>
                        <a:srgbClr val="ffffff"/>
                      </a:solidFill>
                      <a:prstDash val="solid"/>
                    </a:lnT>
                    <a:lnB w="38160">
                      <a:solidFill>
                        <a:srgbClr val="ffffff"/>
                      </a:solidFill>
                      <a:prstDash val="solid"/>
                    </a:lnB>
                    <a:solidFill>
                      <a:srgbClr val="ffc000"/>
                    </a:solidFill>
                  </a:tcPr>
                </a:tc>
              </a:tr>
              <a:tr h="216720">
                <a:tc>
                  <a:txBody>
                    <a:bodyPr lIns="68400" rIns="68400" tIns="34200" bIns="34200" anchor="t">
                      <a:noAutofit/>
                    </a:bodyPr>
                    <a:p>
                      <a:pPr>
                        <a:lnSpc>
                          <a:spcPct val="100000"/>
                        </a:lnSpc>
                        <a:tabLst>
                          <a:tab algn="l" pos="0"/>
                        </a:tabLst>
                      </a:pPr>
                      <a:r>
                        <a:rPr lang="de" sz="1100" b="0" u="none" strike="noStrike">
                          <a:solidFill>
                            <a:schemeClr val="dk1"/>
                          </a:solidFill>
                          <a:effectLst/>
                          <a:uFillTx/>
                          <a:latin typeface="Arial"/>
                          <a:ea typeface="Arial"/>
                        </a:rPr>
                        <a:t>Location/Action</a:t>
                      </a:r>
                      <a:endParaRPr lang="en-GB" sz="1100" b="0" u="none" strike="noStrike">
                        <a:solidFill>
                          <a:srgbClr val="000000"/>
                        </a:solidFill>
                        <a:effectLst/>
                        <a:uFillTx/>
                        <a:latin typeface="Arial"/>
                      </a:endParaRPr>
                    </a:p>
                  </a:txBody>
                  <a:tcPr anchor="t" marL="68400" marR="68400" marT="34200" marB="342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noFill/>
                  </a:tcPr>
                </a:tc>
                <a:tc>
                  <a:txBody>
                    <a:bodyPr lIns="68400" rIns="68400" tIns="34200" bIns="34200" anchor="t">
                      <a:noAutofit/>
                    </a:bodyPr>
                    <a:p>
                      <a:pPr>
                        <a:lnSpc>
                          <a:spcPct val="100000"/>
                        </a:lnSpc>
                        <a:tabLst>
                          <a:tab algn="l" pos="0"/>
                        </a:tabLst>
                      </a:pPr>
                      <a:endParaRPr lang="en-GB" sz="1100" b="0" u="none" strike="noStrike">
                        <a:solidFill>
                          <a:schemeClr val="dk1"/>
                        </a:solidFill>
                        <a:effectLst/>
                        <a:uFillTx/>
                        <a:latin typeface="Arial"/>
                        <a:ea typeface="Arial"/>
                      </a:endParaRPr>
                    </a:p>
                  </a:txBody>
                  <a:tcPr anchor="t" marL="68400" marR="68400" marT="34200" marB="342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noFill/>
                  </a:tcPr>
                </a:tc>
                <a:tc>
                  <a:txBody>
                    <a:bodyPr lIns="68400" rIns="68400" tIns="34200" bIns="34200" anchor="t">
                      <a:noAutofit/>
                    </a:bodyPr>
                    <a:p>
                      <a:pPr>
                        <a:lnSpc>
                          <a:spcPct val="100000"/>
                        </a:lnSpc>
                        <a:tabLst>
                          <a:tab algn="l" pos="0"/>
                        </a:tabLst>
                      </a:pPr>
                      <a:endParaRPr lang="en-GB" sz="1100" b="0" u="none" strike="noStrike">
                        <a:solidFill>
                          <a:schemeClr val="dk1"/>
                        </a:solidFill>
                        <a:effectLst/>
                        <a:uFillTx/>
                        <a:latin typeface="Arial"/>
                        <a:ea typeface="Arial"/>
                      </a:endParaRPr>
                    </a:p>
                  </a:txBody>
                  <a:tcPr anchor="t" marL="68400" marR="68400" marT="34200" marB="342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noFill/>
                  </a:tcPr>
                </a:tc>
              </a:tr>
              <a:tr h="216720">
                <a:tc>
                  <a:txBody>
                    <a:bodyPr lIns="68400" rIns="68400" tIns="34200" bIns="34200" anchor="t">
                      <a:noAutofit/>
                    </a:bodyPr>
                    <a:p>
                      <a:pPr>
                        <a:lnSpc>
                          <a:spcPct val="100000"/>
                        </a:lnSpc>
                        <a:tabLst>
                          <a:tab algn="l" pos="0"/>
                        </a:tabLst>
                      </a:pPr>
                      <a:r>
                        <a:rPr lang="de" sz="1100" b="0" u="none" strike="noStrike">
                          <a:solidFill>
                            <a:schemeClr val="dk1"/>
                          </a:solidFill>
                          <a:effectLst/>
                          <a:uFillTx/>
                          <a:latin typeface="Arial"/>
                          <a:ea typeface="Arial"/>
                        </a:rPr>
                        <a:t>Location/Action</a:t>
                      </a:r>
                      <a:endParaRPr lang="en-GB" sz="1100" b="0" u="none" strike="noStrike">
                        <a:solidFill>
                          <a:srgbClr val="000000"/>
                        </a:solidFill>
                        <a:effectLst/>
                        <a:uFillTx/>
                        <a:latin typeface="Arial"/>
                      </a:endParaRPr>
                    </a:p>
                  </a:txBody>
                  <a:tcPr anchor="t" marL="68400" marR="68400" marT="34200" marB="342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noFill/>
                  </a:tcPr>
                </a:tc>
                <a:tc>
                  <a:txBody>
                    <a:bodyPr lIns="68400" rIns="68400" tIns="34200" bIns="34200" anchor="t">
                      <a:noAutofit/>
                    </a:bodyPr>
                    <a:p>
                      <a:pPr>
                        <a:lnSpc>
                          <a:spcPct val="100000"/>
                        </a:lnSpc>
                        <a:tabLst>
                          <a:tab algn="l" pos="0"/>
                        </a:tabLst>
                      </a:pPr>
                      <a:endParaRPr lang="en-GB" sz="1100" b="0" u="none" strike="noStrike">
                        <a:solidFill>
                          <a:schemeClr val="dk1"/>
                        </a:solidFill>
                        <a:effectLst/>
                        <a:uFillTx/>
                        <a:latin typeface="Arial"/>
                        <a:ea typeface="Arial"/>
                      </a:endParaRPr>
                    </a:p>
                  </a:txBody>
                  <a:tcPr anchor="t" marL="68400" marR="68400" marT="34200" marB="342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noFill/>
                  </a:tcPr>
                </a:tc>
                <a:tc>
                  <a:txBody>
                    <a:bodyPr lIns="68400" rIns="68400" tIns="34200" bIns="34200" anchor="t">
                      <a:noAutofit/>
                    </a:bodyPr>
                    <a:p>
                      <a:pPr>
                        <a:lnSpc>
                          <a:spcPct val="100000"/>
                        </a:lnSpc>
                        <a:tabLst>
                          <a:tab algn="l" pos="0"/>
                        </a:tabLst>
                      </a:pPr>
                      <a:endParaRPr lang="en-GB" sz="1100" b="0" u="none" strike="noStrike">
                        <a:solidFill>
                          <a:schemeClr val="dk1"/>
                        </a:solidFill>
                        <a:effectLst/>
                        <a:uFillTx/>
                        <a:latin typeface="Arial"/>
                        <a:ea typeface="Arial"/>
                      </a:endParaRPr>
                    </a:p>
                  </a:txBody>
                  <a:tcPr anchor="t" marL="68400" marR="68400" marT="34200" marB="342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noFill/>
                  </a:tcPr>
                </a:tc>
              </a:tr>
              <a:tr h="216720">
                <a:tc>
                  <a:txBody>
                    <a:bodyPr lIns="68400" rIns="68400" tIns="34200" bIns="34200" anchor="t">
                      <a:noAutofit/>
                    </a:bodyPr>
                    <a:p>
                      <a:pPr>
                        <a:lnSpc>
                          <a:spcPct val="100000"/>
                        </a:lnSpc>
                        <a:tabLst>
                          <a:tab algn="l" pos="0"/>
                        </a:tabLst>
                      </a:pPr>
                      <a:r>
                        <a:rPr lang="de" sz="1100" b="0" u="none" strike="noStrike">
                          <a:solidFill>
                            <a:schemeClr val="dk1"/>
                          </a:solidFill>
                          <a:effectLst/>
                          <a:uFillTx/>
                          <a:latin typeface="Arial"/>
                          <a:ea typeface="Arial"/>
                        </a:rPr>
                        <a:t>Location/Action</a:t>
                      </a:r>
                      <a:endParaRPr lang="en-GB" sz="1100" b="0" u="none" strike="noStrike">
                        <a:solidFill>
                          <a:srgbClr val="000000"/>
                        </a:solidFill>
                        <a:effectLst/>
                        <a:uFillTx/>
                        <a:latin typeface="Arial"/>
                      </a:endParaRPr>
                    </a:p>
                  </a:txBody>
                  <a:tcPr anchor="t" marL="68400" marR="68400" marT="34200" marB="342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noFill/>
                  </a:tcPr>
                </a:tc>
                <a:tc>
                  <a:txBody>
                    <a:bodyPr lIns="68400" rIns="68400" tIns="34200" bIns="34200" anchor="t">
                      <a:noAutofit/>
                    </a:bodyPr>
                    <a:p>
                      <a:pPr>
                        <a:lnSpc>
                          <a:spcPct val="100000"/>
                        </a:lnSpc>
                        <a:tabLst>
                          <a:tab algn="l" pos="0"/>
                        </a:tabLst>
                      </a:pPr>
                      <a:endParaRPr lang="en-GB" sz="1100" b="0" u="none" strike="noStrike">
                        <a:solidFill>
                          <a:schemeClr val="dk1"/>
                        </a:solidFill>
                        <a:effectLst/>
                        <a:uFillTx/>
                        <a:latin typeface="Arial"/>
                        <a:ea typeface="Arial"/>
                      </a:endParaRPr>
                    </a:p>
                  </a:txBody>
                  <a:tcPr anchor="t" marL="68400" marR="68400" marT="34200" marB="342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noFill/>
                  </a:tcPr>
                </a:tc>
                <a:tc>
                  <a:txBody>
                    <a:bodyPr lIns="68400" rIns="68400" tIns="34200" bIns="34200" anchor="t">
                      <a:noAutofit/>
                    </a:bodyPr>
                    <a:p>
                      <a:pPr>
                        <a:lnSpc>
                          <a:spcPct val="100000"/>
                        </a:lnSpc>
                        <a:tabLst>
                          <a:tab algn="l" pos="0"/>
                        </a:tabLst>
                      </a:pPr>
                      <a:endParaRPr lang="en-GB" sz="1100" b="0" u="none" strike="noStrike">
                        <a:solidFill>
                          <a:schemeClr val="dk1"/>
                        </a:solidFill>
                        <a:effectLst/>
                        <a:uFillTx/>
                        <a:latin typeface="Arial"/>
                        <a:ea typeface="Arial"/>
                      </a:endParaRPr>
                    </a:p>
                  </a:txBody>
                  <a:tcPr anchor="t" marL="68400" marR="68400" marT="34200" marB="342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noFill/>
                  </a:tcPr>
                </a:tc>
              </a:tr>
              <a:tr h="216720">
                <a:tc>
                  <a:txBody>
                    <a:bodyPr lIns="68400" rIns="68400" tIns="34200" bIns="34200" anchor="t">
                      <a:noAutofit/>
                    </a:bodyPr>
                    <a:p>
                      <a:pPr>
                        <a:lnSpc>
                          <a:spcPct val="100000"/>
                        </a:lnSpc>
                        <a:tabLst>
                          <a:tab algn="l" pos="0"/>
                        </a:tabLst>
                      </a:pPr>
                      <a:r>
                        <a:rPr lang="de" sz="1100" b="0" u="none" strike="noStrike">
                          <a:solidFill>
                            <a:schemeClr val="dk1"/>
                          </a:solidFill>
                          <a:effectLst/>
                          <a:uFillTx/>
                          <a:latin typeface="Arial"/>
                          <a:ea typeface="Arial"/>
                        </a:rPr>
                        <a:t>Location/Action</a:t>
                      </a:r>
                      <a:endParaRPr lang="en-GB" sz="1100" b="0" u="none" strike="noStrike">
                        <a:solidFill>
                          <a:srgbClr val="000000"/>
                        </a:solidFill>
                        <a:effectLst/>
                        <a:uFillTx/>
                        <a:latin typeface="Arial"/>
                      </a:endParaRPr>
                    </a:p>
                  </a:txBody>
                  <a:tcPr anchor="t" marL="68400" marR="68400" marT="34200" marB="342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noFill/>
                  </a:tcPr>
                </a:tc>
                <a:tc>
                  <a:txBody>
                    <a:bodyPr lIns="68400" rIns="68400" tIns="34200" bIns="34200" anchor="t">
                      <a:noAutofit/>
                    </a:bodyPr>
                    <a:p>
                      <a:pPr>
                        <a:lnSpc>
                          <a:spcPct val="100000"/>
                        </a:lnSpc>
                        <a:tabLst>
                          <a:tab algn="l" pos="0"/>
                        </a:tabLst>
                      </a:pPr>
                      <a:endParaRPr lang="en-GB" sz="1100" b="0" u="none" strike="noStrike">
                        <a:solidFill>
                          <a:schemeClr val="dk1"/>
                        </a:solidFill>
                        <a:effectLst/>
                        <a:uFillTx/>
                        <a:latin typeface="Arial"/>
                        <a:ea typeface="Arial"/>
                      </a:endParaRPr>
                    </a:p>
                  </a:txBody>
                  <a:tcPr anchor="t" marL="68400" marR="68400" marT="34200" marB="342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noFill/>
                  </a:tcPr>
                </a:tc>
                <a:tc>
                  <a:txBody>
                    <a:bodyPr lIns="68400" rIns="68400" tIns="34200" bIns="34200" anchor="t">
                      <a:noAutofit/>
                    </a:bodyPr>
                    <a:p>
                      <a:pPr>
                        <a:lnSpc>
                          <a:spcPct val="100000"/>
                        </a:lnSpc>
                        <a:tabLst>
                          <a:tab algn="l" pos="0"/>
                        </a:tabLst>
                      </a:pPr>
                      <a:endParaRPr lang="en-GB" sz="1100" b="0" u="none" strike="noStrike">
                        <a:solidFill>
                          <a:schemeClr val="dk1"/>
                        </a:solidFill>
                        <a:effectLst/>
                        <a:uFillTx/>
                        <a:latin typeface="Arial"/>
                        <a:ea typeface="Arial"/>
                      </a:endParaRPr>
                    </a:p>
                  </a:txBody>
                  <a:tcPr anchor="t" marL="68400" marR="68400" marT="34200" marB="342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noFill/>
                  </a:tcPr>
                </a:tc>
              </a:tr>
              <a:tr h="216720">
                <a:tc>
                  <a:txBody>
                    <a:bodyPr lIns="68400" rIns="68400" tIns="34200" bIns="34200" anchor="t">
                      <a:noAutofit/>
                    </a:bodyPr>
                    <a:p>
                      <a:pPr>
                        <a:lnSpc>
                          <a:spcPct val="100000"/>
                        </a:lnSpc>
                        <a:tabLst>
                          <a:tab algn="l" pos="0"/>
                        </a:tabLst>
                      </a:pPr>
                      <a:r>
                        <a:rPr lang="de" sz="1100" b="0" u="none" strike="noStrike">
                          <a:solidFill>
                            <a:schemeClr val="dk1"/>
                          </a:solidFill>
                          <a:effectLst/>
                          <a:uFillTx/>
                          <a:latin typeface="Arial"/>
                          <a:ea typeface="Arial"/>
                        </a:rPr>
                        <a:t>Location/Action</a:t>
                      </a:r>
                      <a:endParaRPr lang="en-GB" sz="1100" b="0" u="none" strike="noStrike">
                        <a:solidFill>
                          <a:srgbClr val="000000"/>
                        </a:solidFill>
                        <a:effectLst/>
                        <a:uFillTx/>
                        <a:latin typeface="Arial"/>
                      </a:endParaRPr>
                    </a:p>
                  </a:txBody>
                  <a:tcPr anchor="t" marL="68400" marR="68400" marT="34200" marB="342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noFill/>
                  </a:tcPr>
                </a:tc>
                <a:tc>
                  <a:txBody>
                    <a:bodyPr lIns="68400" rIns="68400" tIns="34200" bIns="34200" anchor="t">
                      <a:noAutofit/>
                    </a:bodyPr>
                    <a:p>
                      <a:pPr>
                        <a:lnSpc>
                          <a:spcPct val="100000"/>
                        </a:lnSpc>
                        <a:tabLst>
                          <a:tab algn="l" pos="0"/>
                        </a:tabLst>
                      </a:pPr>
                      <a:endParaRPr lang="en-GB" sz="1100" b="0" u="none" strike="noStrike">
                        <a:solidFill>
                          <a:schemeClr val="dk1"/>
                        </a:solidFill>
                        <a:effectLst/>
                        <a:uFillTx/>
                        <a:latin typeface="Arial"/>
                        <a:ea typeface="Arial"/>
                      </a:endParaRPr>
                    </a:p>
                  </a:txBody>
                  <a:tcPr anchor="t" marL="68400" marR="68400" marT="34200" marB="342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noFill/>
                  </a:tcPr>
                </a:tc>
                <a:tc>
                  <a:txBody>
                    <a:bodyPr lIns="68400" rIns="68400" tIns="34200" bIns="34200" anchor="t">
                      <a:noAutofit/>
                    </a:bodyPr>
                    <a:p>
                      <a:pPr>
                        <a:lnSpc>
                          <a:spcPct val="100000"/>
                        </a:lnSpc>
                        <a:tabLst>
                          <a:tab algn="l" pos="0"/>
                        </a:tabLst>
                      </a:pPr>
                      <a:endParaRPr lang="en-GB" sz="1100" b="0" u="none" strike="noStrike">
                        <a:solidFill>
                          <a:schemeClr val="dk1"/>
                        </a:solidFill>
                        <a:effectLst/>
                        <a:uFillTx/>
                        <a:latin typeface="Arial"/>
                        <a:ea typeface="Arial"/>
                      </a:endParaRPr>
                    </a:p>
                  </a:txBody>
                  <a:tcPr anchor="t" marL="68400" marR="68400" marT="34200" marB="342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noFill/>
                  </a:tcPr>
                </a:tc>
              </a:tr>
              <a:tr h="216720">
                <a:tc>
                  <a:txBody>
                    <a:bodyPr lIns="68400" rIns="68400" tIns="34200" bIns="34200" anchor="t">
                      <a:noAutofit/>
                    </a:bodyPr>
                    <a:p>
                      <a:pPr>
                        <a:lnSpc>
                          <a:spcPct val="100000"/>
                        </a:lnSpc>
                        <a:tabLst>
                          <a:tab algn="l" pos="0"/>
                        </a:tabLst>
                      </a:pPr>
                      <a:r>
                        <a:rPr lang="de" sz="1100" b="0" u="none" strike="noStrike">
                          <a:solidFill>
                            <a:schemeClr val="dk1"/>
                          </a:solidFill>
                          <a:effectLst/>
                          <a:uFillTx/>
                          <a:latin typeface="Arial"/>
                          <a:ea typeface="Arial"/>
                        </a:rPr>
                        <a:t>Location/Action</a:t>
                      </a:r>
                      <a:endParaRPr lang="en-GB" sz="1100" b="0" u="none" strike="noStrike">
                        <a:solidFill>
                          <a:srgbClr val="000000"/>
                        </a:solidFill>
                        <a:effectLst/>
                        <a:uFillTx/>
                        <a:latin typeface="Arial"/>
                      </a:endParaRPr>
                    </a:p>
                  </a:txBody>
                  <a:tcPr anchor="t" marL="68400" marR="68400" marT="34200" marB="342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noFill/>
                  </a:tcPr>
                </a:tc>
                <a:tc>
                  <a:txBody>
                    <a:bodyPr lIns="68400" rIns="68400" tIns="34200" bIns="34200" anchor="t">
                      <a:noAutofit/>
                    </a:bodyPr>
                    <a:p>
                      <a:pPr>
                        <a:lnSpc>
                          <a:spcPct val="100000"/>
                        </a:lnSpc>
                        <a:tabLst>
                          <a:tab algn="l" pos="0"/>
                        </a:tabLst>
                      </a:pPr>
                      <a:endParaRPr lang="en-GB" sz="1100" b="0" u="none" strike="noStrike">
                        <a:solidFill>
                          <a:schemeClr val="dk1"/>
                        </a:solidFill>
                        <a:effectLst/>
                        <a:uFillTx/>
                        <a:latin typeface="Arial"/>
                        <a:ea typeface="Arial"/>
                      </a:endParaRPr>
                    </a:p>
                  </a:txBody>
                  <a:tcPr anchor="t" marL="68400" marR="68400" marT="34200" marB="342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noFill/>
                  </a:tcPr>
                </a:tc>
                <a:tc>
                  <a:txBody>
                    <a:bodyPr lIns="68400" rIns="68400" tIns="34200" bIns="34200" anchor="t">
                      <a:noAutofit/>
                    </a:bodyPr>
                    <a:p>
                      <a:pPr>
                        <a:lnSpc>
                          <a:spcPct val="100000"/>
                        </a:lnSpc>
                        <a:tabLst>
                          <a:tab algn="l" pos="0"/>
                        </a:tabLst>
                      </a:pPr>
                      <a:endParaRPr lang="en-GB" sz="1100" b="0" u="none" strike="noStrike">
                        <a:solidFill>
                          <a:schemeClr val="dk1"/>
                        </a:solidFill>
                        <a:effectLst/>
                        <a:uFillTx/>
                        <a:latin typeface="Arial"/>
                        <a:ea typeface="Arial"/>
                      </a:endParaRPr>
                    </a:p>
                  </a:txBody>
                  <a:tcPr anchor="t" marL="68400" marR="68400" marT="34200" marB="342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noFill/>
                  </a:tcPr>
                </a:tc>
              </a:tr>
              <a:tr h="370440">
                <a:tc>
                  <a:txBody>
                    <a:bodyPr lIns="68400" rIns="68400" tIns="34200" bIns="34200" anchor="t">
                      <a:noAutofit/>
                    </a:bodyPr>
                    <a:p>
                      <a:pPr algn="ctr">
                        <a:lnSpc>
                          <a:spcPct val="100000"/>
                        </a:lnSpc>
                        <a:tabLst>
                          <a:tab algn="l" pos="0"/>
                        </a:tabLst>
                      </a:pPr>
                      <a:r>
                        <a:rPr lang="de" sz="1100" b="1" u="none" strike="noStrike">
                          <a:solidFill>
                            <a:schemeClr val="dk1"/>
                          </a:solidFill>
                          <a:effectLst/>
                          <a:uFillTx/>
                          <a:latin typeface="Arial"/>
                          <a:ea typeface="Arial"/>
                        </a:rPr>
                        <a:t>Character: (Name)</a:t>
                      </a:r>
                      <a:endParaRPr lang="en-GB" sz="1100" b="0" u="none" strike="noStrike">
                        <a:solidFill>
                          <a:srgbClr val="000000"/>
                        </a:solidFill>
                        <a:effectLst/>
                        <a:uFillTx/>
                        <a:latin typeface="Arial"/>
                      </a:endParaRPr>
                    </a:p>
                  </a:txBody>
                  <a:tcPr anchor="t" marL="68400" marR="68400" marT="34200" marB="342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c000"/>
                    </a:solidFill>
                  </a:tcPr>
                </a:tc>
                <a:tc>
                  <a:txBody>
                    <a:bodyPr lIns="68400" rIns="68400" tIns="34200" bIns="34200" anchor="t">
                      <a:noAutofit/>
                    </a:bodyPr>
                    <a:p>
                      <a:pPr algn="ctr">
                        <a:lnSpc>
                          <a:spcPct val="100000"/>
                        </a:lnSpc>
                        <a:tabLst>
                          <a:tab algn="l" pos="0"/>
                        </a:tabLst>
                      </a:pPr>
                      <a:r>
                        <a:rPr lang="de" sz="1100" b="1" u="none" strike="noStrike">
                          <a:solidFill>
                            <a:schemeClr val="dk1"/>
                          </a:solidFill>
                          <a:effectLst/>
                          <a:uFillTx/>
                          <a:latin typeface="Arial"/>
                          <a:ea typeface="Arial"/>
                        </a:rPr>
                        <a:t>DIALOGUE BARK – Nach Richtiger Mask</a:t>
                      </a:r>
                      <a:endParaRPr lang="en-GB" sz="1100" b="0" u="none" strike="noStrike">
                        <a:solidFill>
                          <a:srgbClr val="000000"/>
                        </a:solidFill>
                        <a:effectLst/>
                        <a:uFillTx/>
                        <a:latin typeface="Arial"/>
                      </a:endParaRPr>
                    </a:p>
                  </a:txBody>
                  <a:tcPr anchor="t" marL="68400" marR="68400" marT="34200" marB="342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c000"/>
                    </a:solidFill>
                  </a:tcPr>
                </a:tc>
                <a:tc>
                  <a:txBody>
                    <a:bodyPr lIns="68400" rIns="68400" tIns="34200" bIns="34200" anchor="t">
                      <a:noAutofit/>
                    </a:bodyPr>
                    <a:p>
                      <a:pPr algn="ctr">
                        <a:lnSpc>
                          <a:spcPct val="100000"/>
                        </a:lnSpc>
                        <a:tabLst>
                          <a:tab algn="l" pos="0"/>
                        </a:tabLst>
                      </a:pPr>
                      <a:r>
                        <a:rPr lang="de" sz="1100" b="1" u="none" strike="noStrike">
                          <a:solidFill>
                            <a:schemeClr val="dk1"/>
                          </a:solidFill>
                          <a:effectLst/>
                          <a:uFillTx/>
                          <a:latin typeface="Arial"/>
                          <a:ea typeface="Arial"/>
                        </a:rPr>
                        <a:t>DIALOGUE BARK – Situation  v02</a:t>
                      </a:r>
                      <a:endParaRPr lang="en-GB" sz="1100" b="0" u="none" strike="noStrike">
                        <a:solidFill>
                          <a:srgbClr val="000000"/>
                        </a:solidFill>
                        <a:effectLst/>
                        <a:uFillTx/>
                        <a:latin typeface="Arial"/>
                      </a:endParaRPr>
                    </a:p>
                  </a:txBody>
                  <a:tcPr anchor="t" marL="68400" marR="68400" marT="34200" marB="342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c000"/>
                    </a:solidFill>
                  </a:tcPr>
                </a:tc>
              </a:tr>
              <a:tr h="216720">
                <a:tc>
                  <a:txBody>
                    <a:bodyPr lIns="68400" rIns="68400" tIns="34200" bIns="34200" anchor="t">
                      <a:noAutofit/>
                    </a:bodyPr>
                    <a:p>
                      <a:pPr>
                        <a:lnSpc>
                          <a:spcPct val="100000"/>
                        </a:lnSpc>
                        <a:tabLst>
                          <a:tab algn="l" pos="0"/>
                        </a:tabLst>
                      </a:pPr>
                      <a:r>
                        <a:rPr lang="de" sz="1100" b="0" u="none" strike="noStrike">
                          <a:solidFill>
                            <a:schemeClr val="dk1"/>
                          </a:solidFill>
                          <a:effectLst/>
                          <a:uFillTx/>
                          <a:latin typeface="Arial"/>
                          <a:ea typeface="Arial"/>
                        </a:rPr>
                        <a:t>Location/Action</a:t>
                      </a:r>
                      <a:endParaRPr lang="en-GB" sz="1100" b="0" u="none" strike="noStrike">
                        <a:solidFill>
                          <a:srgbClr val="000000"/>
                        </a:solidFill>
                        <a:effectLst/>
                        <a:uFillTx/>
                        <a:latin typeface="Arial"/>
                      </a:endParaRPr>
                    </a:p>
                  </a:txBody>
                  <a:tcPr anchor="t" marL="68400" marR="68400" marT="34200" marB="342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noFill/>
                  </a:tcPr>
                </a:tc>
                <a:tc>
                  <a:txBody>
                    <a:bodyPr lIns="68400" rIns="68400" tIns="34200" bIns="34200" anchor="t">
                      <a:noAutofit/>
                    </a:bodyPr>
                    <a:p>
                      <a:pPr>
                        <a:lnSpc>
                          <a:spcPct val="100000"/>
                        </a:lnSpc>
                        <a:tabLst>
                          <a:tab algn="l" pos="0"/>
                        </a:tabLst>
                      </a:pPr>
                      <a:endParaRPr lang="en-GB" sz="1100" b="0" u="none" strike="noStrike">
                        <a:solidFill>
                          <a:schemeClr val="dk1"/>
                        </a:solidFill>
                        <a:effectLst/>
                        <a:uFillTx/>
                        <a:latin typeface="Arial"/>
                        <a:ea typeface="Arial"/>
                      </a:endParaRPr>
                    </a:p>
                  </a:txBody>
                  <a:tcPr anchor="t" marL="68400" marR="68400" marT="34200" marB="342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noFill/>
                  </a:tcPr>
                </a:tc>
                <a:tc>
                  <a:txBody>
                    <a:bodyPr lIns="68400" rIns="68400" tIns="34200" bIns="34200" anchor="t">
                      <a:noAutofit/>
                    </a:bodyPr>
                    <a:p>
                      <a:pPr>
                        <a:lnSpc>
                          <a:spcPct val="100000"/>
                        </a:lnSpc>
                        <a:tabLst>
                          <a:tab algn="l" pos="0"/>
                        </a:tabLst>
                      </a:pPr>
                      <a:endParaRPr lang="en-GB" sz="1100" b="0" u="none" strike="noStrike">
                        <a:solidFill>
                          <a:schemeClr val="dk1"/>
                        </a:solidFill>
                        <a:effectLst/>
                        <a:uFillTx/>
                        <a:latin typeface="Arial"/>
                        <a:ea typeface="Arial"/>
                      </a:endParaRPr>
                    </a:p>
                  </a:txBody>
                  <a:tcPr anchor="t" marL="68400" marR="68400" marT="34200" marB="342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noFill/>
                  </a:tcPr>
                </a:tc>
              </a:tr>
              <a:tr h="216720">
                <a:tc>
                  <a:txBody>
                    <a:bodyPr lIns="68400" rIns="68400" tIns="34200" bIns="34200" anchor="t">
                      <a:noAutofit/>
                    </a:bodyPr>
                    <a:p>
                      <a:pPr>
                        <a:lnSpc>
                          <a:spcPct val="100000"/>
                        </a:lnSpc>
                        <a:tabLst>
                          <a:tab algn="l" pos="0"/>
                        </a:tabLst>
                      </a:pPr>
                      <a:r>
                        <a:rPr lang="de" sz="1100" b="0" u="none" strike="noStrike">
                          <a:solidFill>
                            <a:schemeClr val="dk1"/>
                          </a:solidFill>
                          <a:effectLst/>
                          <a:uFillTx/>
                          <a:latin typeface="Arial"/>
                          <a:ea typeface="Arial"/>
                        </a:rPr>
                        <a:t>Location/Action</a:t>
                      </a:r>
                      <a:endParaRPr lang="en-GB" sz="1100" b="0" u="none" strike="noStrike">
                        <a:solidFill>
                          <a:srgbClr val="000000"/>
                        </a:solidFill>
                        <a:effectLst/>
                        <a:uFillTx/>
                        <a:latin typeface="Arial"/>
                      </a:endParaRPr>
                    </a:p>
                  </a:txBody>
                  <a:tcPr anchor="t" marL="68400" marR="68400" marT="34200" marB="342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noFill/>
                  </a:tcPr>
                </a:tc>
                <a:tc>
                  <a:txBody>
                    <a:bodyPr lIns="68400" rIns="68400" tIns="34200" bIns="34200" anchor="t">
                      <a:noAutofit/>
                    </a:bodyPr>
                    <a:p>
                      <a:pPr>
                        <a:lnSpc>
                          <a:spcPct val="100000"/>
                        </a:lnSpc>
                        <a:tabLst>
                          <a:tab algn="l" pos="0"/>
                        </a:tabLst>
                      </a:pPr>
                      <a:endParaRPr lang="en-GB" sz="1100" b="0" u="none" strike="noStrike">
                        <a:solidFill>
                          <a:schemeClr val="dk1"/>
                        </a:solidFill>
                        <a:effectLst/>
                        <a:uFillTx/>
                        <a:latin typeface="Arial"/>
                        <a:ea typeface="Arial"/>
                      </a:endParaRPr>
                    </a:p>
                  </a:txBody>
                  <a:tcPr anchor="t" marL="68400" marR="68400" marT="34200" marB="342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noFill/>
                  </a:tcPr>
                </a:tc>
                <a:tc>
                  <a:txBody>
                    <a:bodyPr lIns="68400" rIns="68400" tIns="34200" bIns="34200" anchor="t">
                      <a:noAutofit/>
                    </a:bodyPr>
                    <a:p>
                      <a:pPr>
                        <a:lnSpc>
                          <a:spcPct val="100000"/>
                        </a:lnSpc>
                        <a:tabLst>
                          <a:tab algn="l" pos="0"/>
                        </a:tabLst>
                      </a:pPr>
                      <a:endParaRPr lang="en-GB" sz="1100" b="0" u="none" strike="noStrike">
                        <a:solidFill>
                          <a:schemeClr val="dk1"/>
                        </a:solidFill>
                        <a:effectLst/>
                        <a:uFillTx/>
                        <a:latin typeface="Arial"/>
                        <a:ea typeface="Arial"/>
                      </a:endParaRPr>
                    </a:p>
                  </a:txBody>
                  <a:tcPr anchor="t" marL="68400" marR="68400" marT="34200" marB="342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noFill/>
                  </a:tcPr>
                </a:tc>
              </a:tr>
              <a:tr h="216720">
                <a:tc>
                  <a:txBody>
                    <a:bodyPr lIns="68400" rIns="68400" tIns="34200" bIns="34200" anchor="t">
                      <a:noAutofit/>
                    </a:bodyPr>
                    <a:p>
                      <a:pPr>
                        <a:lnSpc>
                          <a:spcPct val="100000"/>
                        </a:lnSpc>
                        <a:tabLst>
                          <a:tab algn="l" pos="0"/>
                        </a:tabLst>
                      </a:pPr>
                      <a:r>
                        <a:rPr lang="de" sz="1100" b="0" u="none" strike="noStrike">
                          <a:solidFill>
                            <a:schemeClr val="dk1"/>
                          </a:solidFill>
                          <a:effectLst/>
                          <a:uFillTx/>
                          <a:latin typeface="Arial"/>
                          <a:ea typeface="Arial"/>
                        </a:rPr>
                        <a:t>Location/Action</a:t>
                      </a:r>
                      <a:endParaRPr lang="en-GB" sz="1100" b="0" u="none" strike="noStrike">
                        <a:solidFill>
                          <a:srgbClr val="000000"/>
                        </a:solidFill>
                        <a:effectLst/>
                        <a:uFillTx/>
                        <a:latin typeface="Arial"/>
                      </a:endParaRPr>
                    </a:p>
                  </a:txBody>
                  <a:tcPr anchor="t" marL="68400" marR="68400" marT="34200" marB="342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noFill/>
                  </a:tcPr>
                </a:tc>
                <a:tc>
                  <a:txBody>
                    <a:bodyPr lIns="68400" rIns="68400" tIns="34200" bIns="34200" anchor="t">
                      <a:noAutofit/>
                    </a:bodyPr>
                    <a:p>
                      <a:pPr>
                        <a:lnSpc>
                          <a:spcPct val="100000"/>
                        </a:lnSpc>
                        <a:tabLst>
                          <a:tab algn="l" pos="0"/>
                        </a:tabLst>
                      </a:pPr>
                      <a:endParaRPr lang="en-GB" sz="1100" b="0" u="none" strike="noStrike">
                        <a:solidFill>
                          <a:schemeClr val="dk1"/>
                        </a:solidFill>
                        <a:effectLst/>
                        <a:uFillTx/>
                        <a:latin typeface="Arial"/>
                        <a:ea typeface="Arial"/>
                      </a:endParaRPr>
                    </a:p>
                  </a:txBody>
                  <a:tcPr anchor="t" marL="68400" marR="68400" marT="34200" marB="342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noFill/>
                  </a:tcPr>
                </a:tc>
                <a:tc>
                  <a:txBody>
                    <a:bodyPr lIns="68400" rIns="68400" tIns="34200" bIns="34200" anchor="t">
                      <a:noAutofit/>
                    </a:bodyPr>
                    <a:p>
                      <a:pPr>
                        <a:lnSpc>
                          <a:spcPct val="100000"/>
                        </a:lnSpc>
                        <a:tabLst>
                          <a:tab algn="l" pos="0"/>
                        </a:tabLst>
                      </a:pPr>
                      <a:endParaRPr lang="en-GB" sz="1100" b="0" u="none" strike="noStrike">
                        <a:solidFill>
                          <a:schemeClr val="dk1"/>
                        </a:solidFill>
                        <a:effectLst/>
                        <a:uFillTx/>
                        <a:latin typeface="Arial"/>
                        <a:ea typeface="Arial"/>
                      </a:endParaRPr>
                    </a:p>
                  </a:txBody>
                  <a:tcPr anchor="t" marL="68400" marR="68400" marT="34200" marB="342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noFill/>
                  </a:tcPr>
                </a:tc>
              </a:tr>
              <a:tr h="216720">
                <a:tc>
                  <a:txBody>
                    <a:bodyPr lIns="68400" rIns="68400" tIns="34200" bIns="34200" anchor="t">
                      <a:noAutofit/>
                    </a:bodyPr>
                    <a:p>
                      <a:pPr>
                        <a:lnSpc>
                          <a:spcPct val="100000"/>
                        </a:lnSpc>
                        <a:tabLst>
                          <a:tab algn="l" pos="0"/>
                        </a:tabLst>
                      </a:pPr>
                      <a:r>
                        <a:rPr lang="de" sz="1100" b="0" u="none" strike="noStrike">
                          <a:solidFill>
                            <a:schemeClr val="dk1"/>
                          </a:solidFill>
                          <a:effectLst/>
                          <a:uFillTx/>
                          <a:latin typeface="Arial"/>
                          <a:ea typeface="Arial"/>
                        </a:rPr>
                        <a:t>Location/Action</a:t>
                      </a:r>
                      <a:endParaRPr lang="en-GB" sz="1100" b="0" u="none" strike="noStrike">
                        <a:solidFill>
                          <a:srgbClr val="000000"/>
                        </a:solidFill>
                        <a:effectLst/>
                        <a:uFillTx/>
                        <a:latin typeface="Arial"/>
                      </a:endParaRPr>
                    </a:p>
                  </a:txBody>
                  <a:tcPr anchor="t" marL="68400" marR="68400" marT="34200" marB="342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noFill/>
                  </a:tcPr>
                </a:tc>
                <a:tc>
                  <a:txBody>
                    <a:bodyPr lIns="68400" rIns="68400" tIns="34200" bIns="34200" anchor="t">
                      <a:noAutofit/>
                    </a:bodyPr>
                    <a:p>
                      <a:pPr>
                        <a:lnSpc>
                          <a:spcPct val="100000"/>
                        </a:lnSpc>
                        <a:tabLst>
                          <a:tab algn="l" pos="0"/>
                        </a:tabLst>
                      </a:pPr>
                      <a:endParaRPr lang="en-GB" sz="1100" b="0" u="none" strike="noStrike">
                        <a:solidFill>
                          <a:schemeClr val="dk1"/>
                        </a:solidFill>
                        <a:effectLst/>
                        <a:uFillTx/>
                        <a:latin typeface="Arial"/>
                        <a:ea typeface="Arial"/>
                      </a:endParaRPr>
                    </a:p>
                  </a:txBody>
                  <a:tcPr anchor="t" marL="68400" marR="68400" marT="34200" marB="342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noFill/>
                  </a:tcPr>
                </a:tc>
                <a:tc>
                  <a:txBody>
                    <a:bodyPr lIns="68400" rIns="68400" tIns="34200" bIns="34200" anchor="t">
                      <a:noAutofit/>
                    </a:bodyPr>
                    <a:p>
                      <a:pPr>
                        <a:lnSpc>
                          <a:spcPct val="100000"/>
                        </a:lnSpc>
                        <a:tabLst>
                          <a:tab algn="l" pos="0"/>
                        </a:tabLst>
                      </a:pPr>
                      <a:endParaRPr lang="en-GB" sz="1100" b="0" u="none" strike="noStrike">
                        <a:solidFill>
                          <a:schemeClr val="dk1"/>
                        </a:solidFill>
                        <a:effectLst/>
                        <a:uFillTx/>
                        <a:latin typeface="Arial"/>
                        <a:ea typeface="Arial"/>
                      </a:endParaRPr>
                    </a:p>
                  </a:txBody>
                  <a:tcPr anchor="t" marL="68400" marR="68400" marT="34200" marB="342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noFill/>
                  </a:tcPr>
                </a:tc>
              </a:tr>
              <a:tr h="216720">
                <a:tc>
                  <a:txBody>
                    <a:bodyPr lIns="68400" rIns="68400" tIns="34200" bIns="34200" anchor="t">
                      <a:noAutofit/>
                    </a:bodyPr>
                    <a:p>
                      <a:pPr>
                        <a:lnSpc>
                          <a:spcPct val="100000"/>
                        </a:lnSpc>
                        <a:tabLst>
                          <a:tab algn="l" pos="0"/>
                        </a:tabLst>
                      </a:pPr>
                      <a:r>
                        <a:rPr lang="de" sz="1100" b="0" u="none" strike="noStrike">
                          <a:solidFill>
                            <a:schemeClr val="dk1"/>
                          </a:solidFill>
                          <a:effectLst/>
                          <a:uFillTx/>
                          <a:latin typeface="Arial"/>
                          <a:ea typeface="Arial"/>
                        </a:rPr>
                        <a:t>Location/Action</a:t>
                      </a:r>
                      <a:endParaRPr lang="en-GB" sz="1100" b="0" u="none" strike="noStrike">
                        <a:solidFill>
                          <a:srgbClr val="000000"/>
                        </a:solidFill>
                        <a:effectLst/>
                        <a:uFillTx/>
                        <a:latin typeface="Arial"/>
                      </a:endParaRPr>
                    </a:p>
                  </a:txBody>
                  <a:tcPr anchor="t" marL="68400" marR="68400" marT="34200" marB="342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noFill/>
                  </a:tcPr>
                </a:tc>
                <a:tc>
                  <a:txBody>
                    <a:bodyPr lIns="68400" rIns="68400" tIns="34200" bIns="34200" anchor="t">
                      <a:noAutofit/>
                    </a:bodyPr>
                    <a:p>
                      <a:pPr>
                        <a:lnSpc>
                          <a:spcPct val="100000"/>
                        </a:lnSpc>
                        <a:tabLst>
                          <a:tab algn="l" pos="0"/>
                        </a:tabLst>
                      </a:pPr>
                      <a:endParaRPr lang="en-GB" sz="900" b="0" u="none" strike="noStrike">
                        <a:solidFill>
                          <a:schemeClr val="dk1"/>
                        </a:solidFill>
                        <a:effectLst/>
                        <a:uFillTx/>
                        <a:latin typeface="Arial"/>
                        <a:ea typeface="Arial"/>
                      </a:endParaRPr>
                    </a:p>
                  </a:txBody>
                  <a:tcPr anchor="t" marL="68400" marR="68400" marT="34200" marB="342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noFill/>
                  </a:tcPr>
                </a:tc>
                <a:tc>
                  <a:txBody>
                    <a:bodyPr lIns="68400" rIns="68400" tIns="34200" bIns="34200" anchor="t">
                      <a:noAutofit/>
                    </a:bodyPr>
                    <a:p>
                      <a:pPr>
                        <a:lnSpc>
                          <a:spcPct val="100000"/>
                        </a:lnSpc>
                        <a:tabLst>
                          <a:tab algn="l" pos="0"/>
                        </a:tabLst>
                      </a:pPr>
                      <a:endParaRPr lang="en-GB" sz="900" b="0" u="none" strike="noStrike">
                        <a:solidFill>
                          <a:schemeClr val="dk1"/>
                        </a:solidFill>
                        <a:effectLst/>
                        <a:uFillTx/>
                        <a:latin typeface="Arial"/>
                        <a:ea typeface="Arial"/>
                      </a:endParaRPr>
                    </a:p>
                  </a:txBody>
                  <a:tcPr anchor="t" marL="68400" marR="68400" marT="34200" marB="342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noFill/>
                  </a:tcPr>
                </a:tc>
              </a:tr>
              <a:tr h="216720">
                <a:tc>
                  <a:txBody>
                    <a:bodyPr lIns="68400" rIns="68400" tIns="34200" bIns="34200" anchor="t">
                      <a:noAutofit/>
                    </a:bodyPr>
                    <a:p>
                      <a:pPr>
                        <a:lnSpc>
                          <a:spcPct val="100000"/>
                        </a:lnSpc>
                        <a:tabLst>
                          <a:tab algn="l" pos="0"/>
                        </a:tabLst>
                      </a:pPr>
                      <a:r>
                        <a:rPr lang="de" sz="1100" b="0" u="none" strike="noStrike">
                          <a:solidFill>
                            <a:schemeClr val="dk1"/>
                          </a:solidFill>
                          <a:effectLst/>
                          <a:uFillTx/>
                          <a:latin typeface="Arial"/>
                          <a:ea typeface="Arial"/>
                        </a:rPr>
                        <a:t>Location/Action</a:t>
                      </a:r>
                      <a:endParaRPr lang="en-GB" sz="1100" b="0" u="none" strike="noStrike">
                        <a:solidFill>
                          <a:srgbClr val="000000"/>
                        </a:solidFill>
                        <a:effectLst/>
                        <a:uFillTx/>
                        <a:latin typeface="Arial"/>
                      </a:endParaRPr>
                    </a:p>
                  </a:txBody>
                  <a:tcPr anchor="t" marL="68400" marR="68400" marT="34200" marB="342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noFill/>
                  </a:tcPr>
                </a:tc>
                <a:tc>
                  <a:txBody>
                    <a:bodyPr lIns="68400" rIns="68400" tIns="34200" bIns="34200" anchor="t">
                      <a:noAutofit/>
                    </a:bodyPr>
                    <a:p>
                      <a:pPr>
                        <a:lnSpc>
                          <a:spcPct val="100000"/>
                        </a:lnSpc>
                        <a:tabLst>
                          <a:tab algn="l" pos="0"/>
                        </a:tabLst>
                      </a:pPr>
                      <a:endParaRPr lang="en-GB" sz="900" b="0" u="none" strike="noStrike">
                        <a:solidFill>
                          <a:schemeClr val="dk1"/>
                        </a:solidFill>
                        <a:effectLst/>
                        <a:uFillTx/>
                        <a:latin typeface="Arial"/>
                        <a:ea typeface="Arial"/>
                      </a:endParaRPr>
                    </a:p>
                  </a:txBody>
                  <a:tcPr anchor="t" marL="68400" marR="68400" marT="34200" marB="342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noFill/>
                  </a:tcPr>
                </a:tc>
                <a:tc>
                  <a:txBody>
                    <a:bodyPr lIns="68400" rIns="68400" tIns="34200" bIns="34200" anchor="t">
                      <a:noAutofit/>
                    </a:bodyPr>
                    <a:p>
                      <a:pPr>
                        <a:lnSpc>
                          <a:spcPct val="100000"/>
                        </a:lnSpc>
                        <a:tabLst>
                          <a:tab algn="l" pos="0"/>
                        </a:tabLst>
                      </a:pPr>
                      <a:endParaRPr lang="en-GB" sz="900" b="0" u="none" strike="noStrike">
                        <a:solidFill>
                          <a:schemeClr val="dk1"/>
                        </a:solidFill>
                        <a:effectLst/>
                        <a:uFillTx/>
                        <a:latin typeface="Arial"/>
                        <a:ea typeface="Arial"/>
                      </a:endParaRPr>
                    </a:p>
                  </a:txBody>
                  <a:tcPr anchor="t" marL="68400" marR="68400" marT="34200" marB="342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noFill/>
                  </a:tcPr>
                </a:tc>
              </a:tr>
              <a:tr h="370440">
                <a:tc>
                  <a:txBody>
                    <a:bodyPr lIns="68400" rIns="68400" tIns="34200" bIns="34200" anchor="t">
                      <a:noAutofit/>
                    </a:bodyPr>
                    <a:p>
                      <a:pPr algn="ctr">
                        <a:lnSpc>
                          <a:spcPct val="100000"/>
                        </a:lnSpc>
                        <a:tabLst>
                          <a:tab algn="l" pos="0"/>
                        </a:tabLst>
                      </a:pPr>
                      <a:r>
                        <a:rPr lang="de" sz="1100" b="1" u="none" strike="noStrike">
                          <a:solidFill>
                            <a:schemeClr val="dk1"/>
                          </a:solidFill>
                          <a:effectLst/>
                          <a:uFillTx/>
                          <a:latin typeface="Arial"/>
                          <a:ea typeface="Arial"/>
                        </a:rPr>
                        <a:t>Character: (Name)</a:t>
                      </a:r>
                      <a:endParaRPr lang="en-GB" sz="1100" b="0" u="none" strike="noStrike">
                        <a:solidFill>
                          <a:srgbClr val="000000"/>
                        </a:solidFill>
                        <a:effectLst/>
                        <a:uFillTx/>
                        <a:latin typeface="Arial"/>
                      </a:endParaRPr>
                    </a:p>
                  </a:txBody>
                  <a:tcPr anchor="t" marL="68400" marR="68400" marT="34200" marB="342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c000"/>
                    </a:solidFill>
                  </a:tcPr>
                </a:tc>
                <a:tc>
                  <a:txBody>
                    <a:bodyPr lIns="68400" rIns="68400" tIns="34200" bIns="34200" anchor="t">
                      <a:noAutofit/>
                    </a:bodyPr>
                    <a:p>
                      <a:pPr algn="ctr">
                        <a:lnSpc>
                          <a:spcPct val="100000"/>
                        </a:lnSpc>
                        <a:tabLst>
                          <a:tab algn="l" pos="0"/>
                        </a:tabLst>
                      </a:pPr>
                      <a:r>
                        <a:rPr lang="de" sz="1100" b="1" u="none" strike="noStrike">
                          <a:solidFill>
                            <a:schemeClr val="dk1"/>
                          </a:solidFill>
                          <a:effectLst/>
                          <a:uFillTx/>
                          <a:latin typeface="Arial"/>
                          <a:ea typeface="Arial"/>
                        </a:rPr>
                        <a:t>DIALOGUE BARK –  nach falscher mask</a:t>
                      </a:r>
                      <a:endParaRPr lang="en-GB" sz="1100" b="0" u="none" strike="noStrike">
                        <a:solidFill>
                          <a:srgbClr val="000000"/>
                        </a:solidFill>
                        <a:effectLst/>
                        <a:uFillTx/>
                        <a:latin typeface="Arial"/>
                      </a:endParaRPr>
                    </a:p>
                  </a:txBody>
                  <a:tcPr anchor="t" marL="68400" marR="68400" marT="34200" marB="342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c000"/>
                    </a:solidFill>
                  </a:tcPr>
                </a:tc>
                <a:tc>
                  <a:txBody>
                    <a:bodyPr lIns="68400" rIns="68400" tIns="34200" bIns="34200" anchor="t">
                      <a:noAutofit/>
                    </a:bodyPr>
                    <a:p>
                      <a:pPr algn="ctr">
                        <a:lnSpc>
                          <a:spcPct val="100000"/>
                        </a:lnSpc>
                        <a:tabLst>
                          <a:tab algn="l" pos="0"/>
                        </a:tabLst>
                      </a:pPr>
                      <a:r>
                        <a:rPr lang="de" sz="1100" b="1" u="none" strike="noStrike">
                          <a:solidFill>
                            <a:schemeClr val="dk1"/>
                          </a:solidFill>
                          <a:effectLst/>
                          <a:uFillTx/>
                          <a:latin typeface="Arial"/>
                          <a:ea typeface="Arial"/>
                        </a:rPr>
                        <a:t>DIALOGUE BARK –  Situation v02</a:t>
                      </a:r>
                      <a:endParaRPr lang="en-GB" sz="1100" b="0" u="none" strike="noStrike">
                        <a:solidFill>
                          <a:srgbClr val="000000"/>
                        </a:solidFill>
                        <a:effectLst/>
                        <a:uFillTx/>
                        <a:latin typeface="Arial"/>
                      </a:endParaRPr>
                    </a:p>
                  </a:txBody>
                  <a:tcPr anchor="t" marL="68400" marR="68400" marT="34200" marB="342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c000"/>
                    </a:solidFill>
                  </a:tcPr>
                </a:tc>
              </a:tr>
              <a:tr h="216720">
                <a:tc>
                  <a:txBody>
                    <a:bodyPr lIns="68400" rIns="68400" tIns="34200" bIns="34200" anchor="t">
                      <a:noAutofit/>
                    </a:bodyPr>
                    <a:p>
                      <a:pPr>
                        <a:lnSpc>
                          <a:spcPct val="100000"/>
                        </a:lnSpc>
                        <a:tabLst>
                          <a:tab algn="l" pos="0"/>
                        </a:tabLst>
                      </a:pPr>
                      <a:r>
                        <a:rPr lang="de" sz="1100" b="0" u="none" strike="noStrike">
                          <a:solidFill>
                            <a:schemeClr val="dk1"/>
                          </a:solidFill>
                          <a:effectLst/>
                          <a:uFillTx/>
                          <a:latin typeface="Arial"/>
                          <a:ea typeface="Arial"/>
                        </a:rPr>
                        <a:t>Location/Action</a:t>
                      </a:r>
                      <a:endParaRPr lang="en-GB" sz="1100" b="0" u="none" strike="noStrike">
                        <a:solidFill>
                          <a:srgbClr val="000000"/>
                        </a:solidFill>
                        <a:effectLst/>
                        <a:uFillTx/>
                        <a:latin typeface="Arial"/>
                      </a:endParaRPr>
                    </a:p>
                  </a:txBody>
                  <a:tcPr anchor="t" marL="68400" marR="68400" marT="34200" marB="342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noFill/>
                  </a:tcPr>
                </a:tc>
                <a:tc>
                  <a:txBody>
                    <a:bodyPr lIns="68400" rIns="68400" tIns="34200" bIns="34200" anchor="t">
                      <a:noAutofit/>
                    </a:bodyPr>
                    <a:p>
                      <a:pPr>
                        <a:lnSpc>
                          <a:spcPct val="100000"/>
                        </a:lnSpc>
                        <a:tabLst>
                          <a:tab algn="l" pos="0"/>
                        </a:tabLst>
                      </a:pPr>
                      <a:endParaRPr lang="en-GB" sz="900" b="0" u="none" strike="noStrike">
                        <a:solidFill>
                          <a:schemeClr val="dk1"/>
                        </a:solidFill>
                        <a:effectLst/>
                        <a:uFillTx/>
                        <a:latin typeface="Arial"/>
                        <a:ea typeface="Arial"/>
                      </a:endParaRPr>
                    </a:p>
                  </a:txBody>
                  <a:tcPr anchor="t" marL="68400" marR="68400" marT="34200" marB="342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noFill/>
                  </a:tcPr>
                </a:tc>
                <a:tc>
                  <a:txBody>
                    <a:bodyPr lIns="68400" rIns="68400" tIns="34200" bIns="34200" anchor="t">
                      <a:noAutofit/>
                    </a:bodyPr>
                    <a:p>
                      <a:pPr>
                        <a:lnSpc>
                          <a:spcPct val="100000"/>
                        </a:lnSpc>
                        <a:tabLst>
                          <a:tab algn="l" pos="0"/>
                        </a:tabLst>
                      </a:pPr>
                      <a:endParaRPr lang="en-GB" sz="900" b="0" u="none" strike="noStrike">
                        <a:solidFill>
                          <a:schemeClr val="dk1"/>
                        </a:solidFill>
                        <a:effectLst/>
                        <a:uFillTx/>
                        <a:latin typeface="Arial"/>
                        <a:ea typeface="Arial"/>
                      </a:endParaRPr>
                    </a:p>
                  </a:txBody>
                  <a:tcPr anchor="t" marL="68400" marR="68400" marT="34200" marB="342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noFill/>
                  </a:tcPr>
                </a:tc>
              </a:tr>
              <a:tr h="216720">
                <a:tc>
                  <a:txBody>
                    <a:bodyPr lIns="68400" rIns="68400" tIns="34200" bIns="34200" anchor="t">
                      <a:noAutofit/>
                    </a:bodyPr>
                    <a:p>
                      <a:pPr>
                        <a:lnSpc>
                          <a:spcPct val="100000"/>
                        </a:lnSpc>
                        <a:tabLst>
                          <a:tab algn="l" pos="0"/>
                        </a:tabLst>
                      </a:pPr>
                      <a:r>
                        <a:rPr lang="de" sz="1100" b="0" u="none" strike="noStrike">
                          <a:solidFill>
                            <a:schemeClr val="dk1"/>
                          </a:solidFill>
                          <a:effectLst/>
                          <a:uFillTx/>
                          <a:latin typeface="Arial"/>
                          <a:ea typeface="Arial"/>
                        </a:rPr>
                        <a:t>Location/Action</a:t>
                      </a:r>
                      <a:endParaRPr lang="en-GB" sz="1100" b="0" u="none" strike="noStrike">
                        <a:solidFill>
                          <a:srgbClr val="000000"/>
                        </a:solidFill>
                        <a:effectLst/>
                        <a:uFillTx/>
                        <a:latin typeface="Arial"/>
                      </a:endParaRPr>
                    </a:p>
                  </a:txBody>
                  <a:tcPr anchor="t" marL="68400" marR="68400" marT="34200" marB="342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noFill/>
                  </a:tcPr>
                </a:tc>
                <a:tc>
                  <a:txBody>
                    <a:bodyPr lIns="68400" rIns="68400" tIns="34200" bIns="34200" anchor="t">
                      <a:noAutofit/>
                    </a:bodyPr>
                    <a:p>
                      <a:pPr>
                        <a:lnSpc>
                          <a:spcPct val="100000"/>
                        </a:lnSpc>
                        <a:tabLst>
                          <a:tab algn="l" pos="0"/>
                        </a:tabLst>
                      </a:pPr>
                      <a:endParaRPr lang="en-GB" sz="900" b="0" u="none" strike="noStrike">
                        <a:solidFill>
                          <a:schemeClr val="dk1"/>
                        </a:solidFill>
                        <a:effectLst/>
                        <a:uFillTx/>
                        <a:latin typeface="Arial"/>
                        <a:ea typeface="Arial"/>
                      </a:endParaRPr>
                    </a:p>
                  </a:txBody>
                  <a:tcPr anchor="t" marL="68400" marR="68400" marT="34200" marB="342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noFill/>
                  </a:tcPr>
                </a:tc>
                <a:tc>
                  <a:txBody>
                    <a:bodyPr lIns="68400" rIns="68400" tIns="34200" bIns="34200" anchor="t">
                      <a:noAutofit/>
                    </a:bodyPr>
                    <a:p>
                      <a:pPr>
                        <a:lnSpc>
                          <a:spcPct val="100000"/>
                        </a:lnSpc>
                        <a:tabLst>
                          <a:tab algn="l" pos="0"/>
                        </a:tabLst>
                      </a:pPr>
                      <a:endParaRPr lang="en-GB" sz="900" b="0" u="none" strike="noStrike">
                        <a:solidFill>
                          <a:schemeClr val="dk1"/>
                        </a:solidFill>
                        <a:effectLst/>
                        <a:uFillTx/>
                        <a:latin typeface="Arial"/>
                        <a:ea typeface="Arial"/>
                      </a:endParaRPr>
                    </a:p>
                  </a:txBody>
                  <a:tcPr anchor="t" marL="68400" marR="68400" marT="34200" marB="342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noFill/>
                  </a:tcPr>
                </a:tc>
              </a:tr>
              <a:tr h="216720">
                <a:tc>
                  <a:txBody>
                    <a:bodyPr lIns="68400" rIns="68400" tIns="34200" bIns="34200" anchor="t">
                      <a:noAutofit/>
                    </a:bodyPr>
                    <a:p>
                      <a:pPr>
                        <a:lnSpc>
                          <a:spcPct val="100000"/>
                        </a:lnSpc>
                        <a:tabLst>
                          <a:tab algn="l" pos="0"/>
                        </a:tabLst>
                      </a:pPr>
                      <a:r>
                        <a:rPr lang="de" sz="1100" b="0" u="none" strike="noStrike">
                          <a:solidFill>
                            <a:schemeClr val="dk1"/>
                          </a:solidFill>
                          <a:effectLst/>
                          <a:uFillTx/>
                          <a:latin typeface="Arial"/>
                          <a:ea typeface="Arial"/>
                        </a:rPr>
                        <a:t>Location/Action</a:t>
                      </a:r>
                      <a:endParaRPr lang="en-GB" sz="1100" b="0" u="none" strike="noStrike">
                        <a:solidFill>
                          <a:srgbClr val="000000"/>
                        </a:solidFill>
                        <a:effectLst/>
                        <a:uFillTx/>
                        <a:latin typeface="Arial"/>
                      </a:endParaRPr>
                    </a:p>
                  </a:txBody>
                  <a:tcPr anchor="t" marL="68400" marR="68400" marT="34200" marB="342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noFill/>
                  </a:tcPr>
                </a:tc>
                <a:tc>
                  <a:txBody>
                    <a:bodyPr lIns="68400" rIns="68400" tIns="34200" bIns="34200" anchor="t">
                      <a:noAutofit/>
                    </a:bodyPr>
                    <a:p>
                      <a:pPr>
                        <a:lnSpc>
                          <a:spcPct val="100000"/>
                        </a:lnSpc>
                        <a:tabLst>
                          <a:tab algn="l" pos="0"/>
                        </a:tabLst>
                      </a:pPr>
                      <a:endParaRPr lang="en-GB" sz="900" b="0" u="none" strike="noStrike">
                        <a:solidFill>
                          <a:schemeClr val="dk1"/>
                        </a:solidFill>
                        <a:effectLst/>
                        <a:uFillTx/>
                        <a:latin typeface="Arial"/>
                        <a:ea typeface="Arial"/>
                      </a:endParaRPr>
                    </a:p>
                  </a:txBody>
                  <a:tcPr anchor="t" marL="68400" marR="68400" marT="34200" marB="342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noFill/>
                  </a:tcPr>
                </a:tc>
                <a:tc>
                  <a:txBody>
                    <a:bodyPr lIns="68400" rIns="68400" tIns="34200" bIns="34200" anchor="t">
                      <a:noAutofit/>
                    </a:bodyPr>
                    <a:p>
                      <a:pPr>
                        <a:lnSpc>
                          <a:spcPct val="100000"/>
                        </a:lnSpc>
                        <a:tabLst>
                          <a:tab algn="l" pos="0"/>
                        </a:tabLst>
                      </a:pPr>
                      <a:endParaRPr lang="en-GB" sz="900" b="0" u="none" strike="noStrike">
                        <a:solidFill>
                          <a:schemeClr val="dk1"/>
                        </a:solidFill>
                        <a:effectLst/>
                        <a:uFillTx/>
                        <a:latin typeface="Arial"/>
                        <a:ea typeface="Arial"/>
                      </a:endParaRPr>
                    </a:p>
                  </a:txBody>
                  <a:tcPr anchor="t" marL="68400" marR="68400" marT="34200" marB="342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noFill/>
                  </a:tcPr>
                </a:tc>
              </a:tr>
              <a:tr h="216720">
                <a:tc>
                  <a:txBody>
                    <a:bodyPr lIns="68400" rIns="68400" tIns="34200" bIns="34200" anchor="t">
                      <a:noAutofit/>
                    </a:bodyPr>
                    <a:p>
                      <a:pPr>
                        <a:lnSpc>
                          <a:spcPct val="100000"/>
                        </a:lnSpc>
                        <a:tabLst>
                          <a:tab algn="l" pos="0"/>
                        </a:tabLst>
                      </a:pPr>
                      <a:r>
                        <a:rPr lang="de" sz="1100" b="0" u="none" strike="noStrike">
                          <a:solidFill>
                            <a:schemeClr val="dk1"/>
                          </a:solidFill>
                          <a:effectLst/>
                          <a:uFillTx/>
                          <a:latin typeface="Arial"/>
                          <a:ea typeface="Arial"/>
                        </a:rPr>
                        <a:t>Location/Action</a:t>
                      </a:r>
                      <a:endParaRPr lang="en-GB" sz="1100" b="0" u="none" strike="noStrike">
                        <a:solidFill>
                          <a:srgbClr val="000000"/>
                        </a:solidFill>
                        <a:effectLst/>
                        <a:uFillTx/>
                        <a:latin typeface="Arial"/>
                      </a:endParaRPr>
                    </a:p>
                  </a:txBody>
                  <a:tcPr anchor="t" marL="68400" marR="68400" marT="34200" marB="342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noFill/>
                  </a:tcPr>
                </a:tc>
                <a:tc>
                  <a:txBody>
                    <a:bodyPr lIns="68400" rIns="68400" tIns="34200" bIns="34200" anchor="t">
                      <a:noAutofit/>
                    </a:bodyPr>
                    <a:p>
                      <a:pPr>
                        <a:lnSpc>
                          <a:spcPct val="100000"/>
                        </a:lnSpc>
                        <a:tabLst>
                          <a:tab algn="l" pos="0"/>
                        </a:tabLst>
                      </a:pPr>
                      <a:endParaRPr lang="en-GB" sz="900" b="0" u="none" strike="noStrike">
                        <a:solidFill>
                          <a:schemeClr val="dk1"/>
                        </a:solidFill>
                        <a:effectLst/>
                        <a:uFillTx/>
                        <a:latin typeface="Arial"/>
                        <a:ea typeface="Arial"/>
                      </a:endParaRPr>
                    </a:p>
                  </a:txBody>
                  <a:tcPr anchor="t" marL="68400" marR="68400" marT="34200" marB="342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noFill/>
                  </a:tcPr>
                </a:tc>
                <a:tc>
                  <a:txBody>
                    <a:bodyPr lIns="68400" rIns="68400" tIns="34200" bIns="34200" anchor="t">
                      <a:noAutofit/>
                    </a:bodyPr>
                    <a:p>
                      <a:pPr>
                        <a:lnSpc>
                          <a:spcPct val="100000"/>
                        </a:lnSpc>
                        <a:tabLst>
                          <a:tab algn="l" pos="0"/>
                        </a:tabLst>
                      </a:pPr>
                      <a:endParaRPr lang="en-GB" sz="900" b="0" u="none" strike="noStrike">
                        <a:solidFill>
                          <a:schemeClr val="dk1"/>
                        </a:solidFill>
                        <a:effectLst/>
                        <a:uFillTx/>
                        <a:latin typeface="Arial"/>
                        <a:ea typeface="Arial"/>
                      </a:endParaRPr>
                    </a:p>
                  </a:txBody>
                  <a:tcPr anchor="t" marL="68400" marR="68400" marT="34200" marB="342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noFill/>
                  </a:tcPr>
                </a:tc>
              </a:tr>
              <a:tr h="216720">
                <a:tc>
                  <a:txBody>
                    <a:bodyPr lIns="68400" rIns="68400" tIns="34200" bIns="34200" anchor="t">
                      <a:noAutofit/>
                    </a:bodyPr>
                    <a:p>
                      <a:pPr>
                        <a:lnSpc>
                          <a:spcPct val="100000"/>
                        </a:lnSpc>
                        <a:tabLst>
                          <a:tab algn="l" pos="0"/>
                        </a:tabLst>
                      </a:pPr>
                      <a:r>
                        <a:rPr lang="de" sz="1100" b="0" u="none" strike="noStrike">
                          <a:solidFill>
                            <a:schemeClr val="dk1"/>
                          </a:solidFill>
                          <a:effectLst/>
                          <a:uFillTx/>
                          <a:latin typeface="Arial"/>
                          <a:ea typeface="Arial"/>
                        </a:rPr>
                        <a:t>Location/Action</a:t>
                      </a:r>
                      <a:endParaRPr lang="en-GB" sz="1100" b="0" u="none" strike="noStrike">
                        <a:solidFill>
                          <a:srgbClr val="000000"/>
                        </a:solidFill>
                        <a:effectLst/>
                        <a:uFillTx/>
                        <a:latin typeface="Arial"/>
                      </a:endParaRPr>
                    </a:p>
                  </a:txBody>
                  <a:tcPr anchor="t" marL="68400" marR="68400" marT="34200" marB="342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noFill/>
                  </a:tcPr>
                </a:tc>
                <a:tc>
                  <a:txBody>
                    <a:bodyPr lIns="68400" rIns="68400" tIns="34200" bIns="34200" anchor="t">
                      <a:noAutofit/>
                    </a:bodyPr>
                    <a:p>
                      <a:pPr>
                        <a:lnSpc>
                          <a:spcPct val="100000"/>
                        </a:lnSpc>
                        <a:tabLst>
                          <a:tab algn="l" pos="0"/>
                        </a:tabLst>
                      </a:pPr>
                      <a:endParaRPr lang="en-GB" sz="900" b="0" u="none" strike="noStrike">
                        <a:solidFill>
                          <a:schemeClr val="dk1"/>
                        </a:solidFill>
                        <a:effectLst/>
                        <a:uFillTx/>
                        <a:latin typeface="Arial"/>
                        <a:ea typeface="Arial"/>
                      </a:endParaRPr>
                    </a:p>
                  </a:txBody>
                  <a:tcPr anchor="t" marL="68400" marR="68400" marT="34200" marB="342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noFill/>
                  </a:tcPr>
                </a:tc>
                <a:tc>
                  <a:txBody>
                    <a:bodyPr lIns="68400" rIns="68400" tIns="34200" bIns="34200" anchor="t">
                      <a:noAutofit/>
                    </a:bodyPr>
                    <a:p>
                      <a:pPr>
                        <a:lnSpc>
                          <a:spcPct val="100000"/>
                        </a:lnSpc>
                        <a:tabLst>
                          <a:tab algn="l" pos="0"/>
                        </a:tabLst>
                      </a:pPr>
                      <a:endParaRPr lang="en-GB" sz="900" b="0" u="none" strike="noStrike">
                        <a:solidFill>
                          <a:schemeClr val="dk1"/>
                        </a:solidFill>
                        <a:effectLst/>
                        <a:uFillTx/>
                        <a:latin typeface="Arial"/>
                        <a:ea typeface="Arial"/>
                      </a:endParaRPr>
                    </a:p>
                  </a:txBody>
                  <a:tcPr anchor="t" marL="68400" marR="68400" marT="34200" marB="342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noFill/>
                  </a:tcPr>
                </a:tc>
              </a:tr>
              <a:tr h="216720">
                <a:tc>
                  <a:txBody>
                    <a:bodyPr lIns="68400" rIns="68400" tIns="34200" bIns="34200" anchor="t">
                      <a:noAutofit/>
                    </a:bodyPr>
                    <a:p>
                      <a:pPr>
                        <a:lnSpc>
                          <a:spcPct val="100000"/>
                        </a:lnSpc>
                        <a:tabLst>
                          <a:tab algn="l" pos="0"/>
                        </a:tabLst>
                      </a:pPr>
                      <a:r>
                        <a:rPr lang="de" sz="1100" b="0" u="none" strike="noStrike">
                          <a:solidFill>
                            <a:schemeClr val="dk1"/>
                          </a:solidFill>
                          <a:effectLst/>
                          <a:uFillTx/>
                          <a:latin typeface="Arial"/>
                          <a:ea typeface="Arial"/>
                        </a:rPr>
                        <a:t>Location/Action</a:t>
                      </a:r>
                      <a:endParaRPr lang="en-GB" sz="1100" b="0" u="none" strike="noStrike">
                        <a:solidFill>
                          <a:srgbClr val="000000"/>
                        </a:solidFill>
                        <a:effectLst/>
                        <a:uFillTx/>
                        <a:latin typeface="Arial"/>
                      </a:endParaRPr>
                    </a:p>
                  </a:txBody>
                  <a:tcPr anchor="t" marL="68400" marR="68400" marT="34200" marB="342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noFill/>
                  </a:tcPr>
                </a:tc>
                <a:tc>
                  <a:txBody>
                    <a:bodyPr lIns="68400" rIns="68400" tIns="34200" bIns="34200" anchor="t">
                      <a:noAutofit/>
                    </a:bodyPr>
                    <a:p>
                      <a:pPr>
                        <a:lnSpc>
                          <a:spcPct val="100000"/>
                        </a:lnSpc>
                        <a:tabLst>
                          <a:tab algn="l" pos="0"/>
                        </a:tabLst>
                      </a:pPr>
                      <a:endParaRPr lang="en-GB" sz="900" b="0" u="none" strike="noStrike">
                        <a:solidFill>
                          <a:schemeClr val="dk1"/>
                        </a:solidFill>
                        <a:effectLst/>
                        <a:uFillTx/>
                        <a:latin typeface="Arial"/>
                        <a:ea typeface="Arial"/>
                      </a:endParaRPr>
                    </a:p>
                  </a:txBody>
                  <a:tcPr anchor="t" marL="68400" marR="68400" marT="34200" marB="342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noFill/>
                  </a:tcPr>
                </a:tc>
                <a:tc>
                  <a:txBody>
                    <a:bodyPr lIns="68400" rIns="68400" tIns="34200" bIns="34200" anchor="t">
                      <a:noAutofit/>
                    </a:bodyPr>
                    <a:p>
                      <a:pPr>
                        <a:lnSpc>
                          <a:spcPct val="100000"/>
                        </a:lnSpc>
                        <a:tabLst>
                          <a:tab algn="l" pos="0"/>
                        </a:tabLst>
                      </a:pPr>
                      <a:endParaRPr lang="en-GB" sz="900" b="0" u="none" strike="noStrike">
                        <a:solidFill>
                          <a:schemeClr val="dk1"/>
                        </a:solidFill>
                        <a:effectLst/>
                        <a:uFillTx/>
                        <a:latin typeface="Arial"/>
                        <a:ea typeface="Arial"/>
                      </a:endParaRPr>
                    </a:p>
                  </a:txBody>
                  <a:tcPr anchor="t" marL="68400" marR="68400" marT="34200" marB="342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noFill/>
                  </a:tcPr>
                </a:tc>
              </a:tr>
            </a:tbl>
          </a:graphicData>
        </a:graphic>
      </p:graphicFrame>
      <p:sp>
        <p:nvSpPr>
          <p:cNvPr id="147" name="Google Shape;243;p7"/>
          <p:cNvSpPr/>
          <p:nvPr/>
        </p:nvSpPr>
        <p:spPr>
          <a:xfrm>
            <a:off x="-248760" y="-200160"/>
            <a:ext cx="2999160" cy="399600"/>
          </a:xfrm>
          <a:prstGeom prst="rect">
            <a:avLst/>
          </a:prstGeom>
          <a:noFill/>
          <a:ln w="0">
            <a:noFill/>
          </a:ln>
        </p:spPr>
        <p:style>
          <a:lnRef idx="0"/>
          <a:fillRef idx="0"/>
          <a:effectRef idx="0"/>
          <a:fontRef idx="minor"/>
        </p:style>
        <p:txBody>
          <a:bodyPr lIns="90000" rIns="90000" tIns="91440" bIns="91440" anchor="t">
            <a:spAutoFit/>
          </a:bodyPr>
          <a:p>
            <a:pPr>
              <a:lnSpc>
                <a:spcPct val="100000"/>
              </a:lnSpc>
              <a:tabLst>
                <a:tab algn="l" pos="0"/>
              </a:tabLst>
            </a:pPr>
            <a:r>
              <a:rPr lang="de" sz="1400" b="0" u="none" strike="noStrike">
                <a:solidFill>
                  <a:srgbClr val="000000"/>
                </a:solidFill>
                <a:effectLst/>
                <a:uFillTx/>
                <a:latin typeface="Arial"/>
                <a:ea typeface="Arial"/>
              </a:rPr>
              <a:t> </a:t>
            </a:r>
            <a:endParaRPr lang="en-GB" sz="14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theme/theme1.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pitchFamily="0" charset="1"/>
        <a:ea typeface=""/>
        <a:cs typeface=""/>
      </a:majorFont>
      <a:minorFont>
        <a:latin typeface="Arial"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tint val="100000"/>
                <a:shade val="100000"/>
              </a:schemeClr>
            </a:gs>
            <a:gs pos="100000">
              <a:schemeClr val="phClr">
                <a:tint val="50000"/>
                <a:shade val="100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pitchFamily="0" charset="1"/>
        <a:ea typeface=""/>
        <a:cs typeface=""/>
      </a:majorFont>
      <a:minorFont>
        <a:latin typeface="Arial"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tint val="100000"/>
                <a:shade val="100000"/>
              </a:schemeClr>
            </a:gs>
            <a:gs pos="100000">
              <a:schemeClr val="phClr">
                <a:tint val="50000"/>
                <a:shade val="100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25.xml><?xml version="1.0" encoding="utf-8"?>
<a:theme xmlns:a="http://schemas.openxmlformats.org/drawingml/2006/main" xmlns:r="http://schemas.openxmlformats.org/officeDocument/2006/relationships" name="Office Them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xmlns:vt="http://schemas.openxmlformats.org/officeDocument/2006/docPropsVTypes">
  <Template/>
  <TotalTime>5</TotalTime>
  <Application>LibreOffice/25.8.4.2$Windows_X86_64 LibreOffice_project/290daaa01b999472f0c7a3890eb6a550fd74c6df</Application>
  <AppVersion>15.0000</AppVersion>
  <Words>498</Words>
  <Paragraphs>111</Paragraphs>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
  <dc:description/>
  <dc:language>en-GB</dc:language>
  <cp:lastModifiedBy/>
  <dcterms:modified xsi:type="dcterms:W3CDTF">2026-01-31T05:04:44Z</dcterms:modified>
  <cp:revision>5</cp:revision>
  <dc:subject/>
  <dc:titl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Notes">
    <vt:i4>6</vt:i4>
  </property>
  <property fmtid="{D5CDD505-2E9C-101B-9397-08002B2CF9AE}" pid="3" name="PresentationFormat">
    <vt:lpwstr>Bildschirmpräsentation (16:9)</vt:lpwstr>
  </property>
  <property fmtid="{D5CDD505-2E9C-101B-9397-08002B2CF9AE}" pid="4" name="Slides">
    <vt:i4>6</vt:i4>
  </property>
</Properties>
</file>