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3.xml" ContentType="application/vnd.openxmlformats-officedocument.presentationml.slideMaster+xml"/>
  <Override PartName="/ppt/slideMasters/slideMaster21.xml" ContentType="application/vnd.openxmlformats-officedocument.presentationml.slideMaster+xml"/>
  <Override PartName="/ppt/slideMasters/slideMaster4.xml" ContentType="application/vnd.openxmlformats-officedocument.presentationml.slideMaster+xml"/>
  <Override PartName="/ppt/slideMasters/slideMaster22.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23.xml" ContentType="application/vnd.openxmlformats-officedocument.presentationml.slideMaster+xml"/>
  <Override PartName="/ppt/slideMasters/slideMaster7.xml" ContentType="application/vnd.openxmlformats-officedocument.presentationml.slideMaster+xml"/>
  <Override PartName="/ppt/slideMasters/slideMaster24.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_rels/slideMaster1.xml.rels" ContentType="application/vnd.openxmlformats-package.relationships+xml"/>
  <Override PartName="/ppt/slideMasters/_rels/slideMaster22.xml.rels" ContentType="application/vnd.openxmlformats-package.relationships+xml"/>
  <Override PartName="/ppt/slideMasters/_rels/slideMaster2.xml.rels" ContentType="application/vnd.openxmlformats-package.relationships+xml"/>
  <Override PartName="/ppt/slideMasters/_rels/slideMaster20.xml.rels" ContentType="application/vnd.openxmlformats-package.relationships+xml"/>
  <Override PartName="/ppt/slideMasters/_rels/slideMaster3.xml.rels" ContentType="application/vnd.openxmlformats-package.relationships+xml"/>
  <Override PartName="/ppt/slideMasters/_rels/slideMaster21.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23.xml.rels" ContentType="application/vnd.openxmlformats-package.relationships+xml"/>
  <Override PartName="/ppt/slideMasters/_rels/slideMaster6.xml.rels" ContentType="application/vnd.openxmlformats-package.relationships+xml"/>
  <Override PartName="/ppt/slideMasters/_rels/slideMaster24.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slideMasters/_rels/slideMaster12.xml.rels" ContentType="application/vnd.openxmlformats-package.relationships+xml"/>
  <Override PartName="/ppt/slideMasters/_rels/slideMaster13.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18.xml.rels" ContentType="application/vnd.openxmlformats-package.relationships+xml"/>
  <Override PartName="/ppt/slideMasters/_rels/slideMaster19.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_rels/notesSlide5.xml.rels" ContentType="application/vnd.openxmlformats-package.relationships+xml"/>
  <Override PartName="/ppt/notesSlides/_rels/notesSlide6.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media/image1.png" ContentType="image/png"/>
  <Override PartName="/ppt/media/image2.png" ContentType="image/png"/>
  <Override PartName="/ppt/media/image3.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Lst>
  <p:notesMasterIdLst>
    <p:notesMasterId r:id="rId26"/>
  </p:notesMasterIdLst>
  <p:sldIdLst>
    <p:sldId id="256" r:id="rId27"/>
    <p:sldId id="257" r:id="rId28"/>
    <p:sldId id="258" r:id="rId29"/>
    <p:sldId id="259" r:id="rId30"/>
    <p:sldId id="260" r:id="rId31"/>
    <p:sldId id="261" r:id="rId32"/>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notesMaster" Target="notesMasters/notesMaster1.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de-DE" sz="4400" spc="-1" strike="noStrike">
                <a:solidFill>
                  <a:srgbClr val="000000"/>
                </a:solidFill>
                <a:latin typeface="Arial"/>
              </a:rPr>
              <a:t>Folie mittels Klicken verschieben</a:t>
            </a:r>
            <a:endParaRPr b="0" lang="de-DE" sz="4400" spc="-1" strike="noStrike">
              <a:solidFill>
                <a:srgbClr val="000000"/>
              </a:solidFill>
              <a:latin typeface="Arial"/>
            </a:endParaRPr>
          </a:p>
        </p:txBody>
      </p:sp>
      <p:sp>
        <p:nvSpPr>
          <p:cNvPr id="8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de-DE" sz="2000" spc="-1" strike="noStrike">
                <a:solidFill>
                  <a:srgbClr val="000000"/>
                </a:solidFill>
                <a:latin typeface="Arial"/>
              </a:rPr>
              <a:t>Format der Notizen mittels Klicken bearbeiten</a:t>
            </a:r>
            <a:endParaRPr b="0" lang="de-DE" sz="2000" spc="-1" strike="noStrike">
              <a:solidFill>
                <a:srgbClr val="000000"/>
              </a:solidFill>
              <a:latin typeface="Arial"/>
            </a:endParaRPr>
          </a:p>
        </p:txBody>
      </p:sp>
      <p:sp>
        <p:nvSpPr>
          <p:cNvPr id="8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de-DE" sz="1400" spc="-1" strike="noStrike">
                <a:solidFill>
                  <a:srgbClr val="000000"/>
                </a:solidFill>
                <a:latin typeface="Times New Roman"/>
              </a:rPr>
              <a:t>&lt;Kopfzeile&gt;</a:t>
            </a:r>
            <a:endParaRPr b="0" lang="de-DE" sz="1400" spc="-1" strike="noStrike">
              <a:solidFill>
                <a:srgbClr val="000000"/>
              </a:solidFill>
              <a:latin typeface="Times New Roman"/>
            </a:endParaRPr>
          </a:p>
        </p:txBody>
      </p:sp>
      <p:sp>
        <p:nvSpPr>
          <p:cNvPr id="87" name="PlaceHolder 4"/>
          <p:cNvSpPr>
            <a:spLocks noGrp="1"/>
          </p:cNvSpPr>
          <p:nvPr>
            <p:ph type="dt" idx="47"/>
          </p:nvPr>
        </p:nvSpPr>
        <p:spPr>
          <a:xfrm>
            <a:off x="4278960" y="0"/>
            <a:ext cx="3280680" cy="534240"/>
          </a:xfrm>
          <a:prstGeom prst="rect">
            <a:avLst/>
          </a:prstGeom>
          <a:noFill/>
          <a:ln w="0">
            <a:noFill/>
          </a:ln>
        </p:spPr>
        <p:txBody>
          <a:bodyPr lIns="0" rIns="0" tIns="0" bIns="0" anchor="t">
            <a:noAutofit/>
          </a:bodyPr>
          <a:lstStyle>
            <a:lvl1pPr indent="0" algn="r">
              <a:buNone/>
              <a:defRPr b="0" lang="de-DE" sz="1400" spc="-1" strike="noStrike">
                <a:solidFill>
                  <a:srgbClr val="000000"/>
                </a:solidFill>
                <a:latin typeface="Times New Roman"/>
              </a:defRPr>
            </a:lvl1pPr>
          </a:lstStyle>
          <a:p>
            <a:pPr indent="0" algn="r">
              <a:buNone/>
            </a:pPr>
            <a:r>
              <a:rPr b="0" lang="de-DE" sz="1400" spc="-1" strike="noStrike">
                <a:solidFill>
                  <a:srgbClr val="000000"/>
                </a:solidFill>
                <a:latin typeface="Times New Roman"/>
              </a:rPr>
              <a:t>&lt;Datum/Uhrzeit&gt;</a:t>
            </a:r>
            <a:endParaRPr b="0" lang="de-DE" sz="1400" spc="-1" strike="noStrike">
              <a:solidFill>
                <a:srgbClr val="000000"/>
              </a:solidFill>
              <a:latin typeface="Times New Roman"/>
            </a:endParaRPr>
          </a:p>
        </p:txBody>
      </p:sp>
      <p:sp>
        <p:nvSpPr>
          <p:cNvPr id="88" name="PlaceHolder 5"/>
          <p:cNvSpPr>
            <a:spLocks noGrp="1"/>
          </p:cNvSpPr>
          <p:nvPr>
            <p:ph type="ftr" idx="48"/>
          </p:nvPr>
        </p:nvSpPr>
        <p:spPr>
          <a:xfrm>
            <a:off x="0" y="10157400"/>
            <a:ext cx="3280680" cy="534240"/>
          </a:xfrm>
          <a:prstGeom prst="rect">
            <a:avLst/>
          </a:prstGeom>
          <a:noFill/>
          <a:ln w="0">
            <a:noFill/>
          </a:ln>
        </p:spPr>
        <p:txBody>
          <a:bodyPr lIns="0" rIns="0" tIns="0" bIns="0" anchor="b">
            <a:noAutofit/>
          </a:bodyPr>
          <a:lstStyle>
            <a:lvl1pPr indent="0">
              <a:buNone/>
              <a:defRPr b="0" lang="de-DE" sz="1400" spc="-1" strike="noStrike">
                <a:solidFill>
                  <a:srgbClr val="000000"/>
                </a:solidFill>
                <a:latin typeface="Times New Roman"/>
              </a:defRPr>
            </a:lvl1pPr>
          </a:lstStyle>
          <a:p>
            <a:pPr indent="0">
              <a:buNone/>
            </a:pPr>
            <a:r>
              <a:rPr b="0" lang="de-DE" sz="1400" spc="-1" strike="noStrike">
                <a:solidFill>
                  <a:srgbClr val="000000"/>
                </a:solidFill>
                <a:latin typeface="Times New Roman"/>
              </a:rPr>
              <a:t>&lt;Fußzeile&gt;</a:t>
            </a:r>
            <a:endParaRPr b="0" lang="de-DE" sz="1400" spc="-1" strike="noStrike">
              <a:solidFill>
                <a:srgbClr val="000000"/>
              </a:solidFill>
              <a:latin typeface="Times New Roman"/>
            </a:endParaRPr>
          </a:p>
        </p:txBody>
      </p:sp>
      <p:sp>
        <p:nvSpPr>
          <p:cNvPr id="89" name="PlaceHolder 6"/>
          <p:cNvSpPr>
            <a:spLocks noGrp="1"/>
          </p:cNvSpPr>
          <p:nvPr>
            <p:ph type="sldNum" idx="49"/>
          </p:nvPr>
        </p:nvSpPr>
        <p:spPr>
          <a:xfrm>
            <a:off x="4278960" y="10157400"/>
            <a:ext cx="3280680" cy="534240"/>
          </a:xfrm>
          <a:prstGeom prst="rect">
            <a:avLst/>
          </a:prstGeom>
          <a:noFill/>
          <a:ln w="0">
            <a:noFill/>
          </a:ln>
        </p:spPr>
        <p:txBody>
          <a:bodyPr lIns="0" rIns="0" tIns="0" bIns="0" anchor="b">
            <a:noAutofit/>
          </a:bodyPr>
          <a:lstStyle>
            <a:lvl1pPr indent="0" algn="r">
              <a:buNone/>
              <a:defRPr b="0" lang="de-DE" sz="1400" spc="-1" strike="noStrike">
                <a:solidFill>
                  <a:srgbClr val="000000"/>
                </a:solidFill>
                <a:latin typeface="Times New Roman"/>
              </a:defRPr>
            </a:lvl1pPr>
          </a:lstStyle>
          <a:p>
            <a:pPr indent="0" algn="r">
              <a:buNone/>
            </a:pPr>
            <a:fld id="{999C22AD-14EE-4966-AA5F-F7A03C197998}" type="slidenum">
              <a:rPr b="0" lang="de-DE" sz="1400" spc="-1" strike="noStrike">
                <a:solidFill>
                  <a:srgbClr val="000000"/>
                </a:solidFill>
                <a:latin typeface="Times New Roman"/>
              </a:rPr>
              <a:t>&lt;Foliennummer&gt;</a:t>
            </a:fld>
            <a:endParaRPr b="0" lang="de-D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380880" y="685800"/>
            <a:ext cx="6094440" cy="3427560"/>
          </a:xfrm>
          <a:prstGeom prst="rect">
            <a:avLst/>
          </a:prstGeom>
          <a:ln w="0">
            <a:noFill/>
          </a:ln>
        </p:spPr>
      </p:sp>
      <p:sp>
        <p:nvSpPr>
          <p:cNvPr id="138" name="PlaceHolder 2"/>
          <p:cNvSpPr>
            <a:spLocks noGrp="1"/>
          </p:cNvSpPr>
          <p:nvPr>
            <p:ph type="body"/>
          </p:nvPr>
        </p:nvSpPr>
        <p:spPr>
          <a:xfrm>
            <a:off x="685800" y="4400640"/>
            <a:ext cx="548496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de" sz="1100" spc="-1" strike="noStrike">
                <a:solidFill>
                  <a:srgbClr val="000000"/>
                </a:solidFill>
                <a:latin typeface="Arial"/>
                <a:ea typeface="Arial"/>
              </a:rPr>
              <a:t>20 minutes </a:t>
            </a:r>
            <a:endParaRPr b="0" lang="de-DE" sz="1100" spc="-1" strike="noStrike">
              <a:solidFill>
                <a:srgbClr val="000000"/>
              </a:solidFill>
              <a:latin typeface="Arial"/>
            </a:endParaRPr>
          </a:p>
          <a:p>
            <a:pPr marL="216000" indent="0">
              <a:lnSpc>
                <a:spcPct val="100000"/>
              </a:lnSpc>
              <a:buNone/>
              <a:tabLst>
                <a:tab algn="l" pos="0"/>
              </a:tabLst>
            </a:pPr>
            <a:endParaRPr b="0" lang="de-DE" sz="1100" spc="-1" strike="noStrike">
              <a:solidFill>
                <a:srgbClr val="000000"/>
              </a:solidFill>
              <a:latin typeface="Arial"/>
            </a:endParaRPr>
          </a:p>
          <a:p>
            <a:pPr marL="216000" indent="0">
              <a:lnSpc>
                <a:spcPct val="100000"/>
              </a:lnSpc>
              <a:buNone/>
              <a:tabLst>
                <a:tab algn="l" pos="0"/>
              </a:tabLst>
            </a:pPr>
            <a:r>
              <a:rPr b="0" lang="de" sz="1100" spc="-1" strike="noStrike">
                <a:solidFill>
                  <a:srgbClr val="000000"/>
                </a:solidFill>
                <a:latin typeface="Arial"/>
                <a:ea typeface="Arial"/>
              </a:rPr>
              <a:t>Remember, when you are done your first draft. YOU ARE NOT DONE.  COUNT YOUR WORDS, if you are over 20 or under 3 in any line of dialogue you must edit your own text to make it fit or expand on the world lore or to make the character speaking sound unique. </a:t>
            </a:r>
            <a:endParaRPr b="0" lang="de-DE" sz="11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sldImg"/>
          </p:nvPr>
        </p:nvSpPr>
        <p:spPr>
          <a:xfrm>
            <a:off x="380880" y="685800"/>
            <a:ext cx="6094440" cy="3427560"/>
          </a:xfrm>
          <a:prstGeom prst="rect">
            <a:avLst/>
          </a:prstGeom>
          <a:ln w="0">
            <a:noFill/>
          </a:ln>
        </p:spPr>
      </p:sp>
      <p:sp>
        <p:nvSpPr>
          <p:cNvPr id="140" name="PlaceHolder 2"/>
          <p:cNvSpPr>
            <a:spLocks noGrp="1"/>
          </p:cNvSpPr>
          <p:nvPr>
            <p:ph type="body"/>
          </p:nvPr>
        </p:nvSpPr>
        <p:spPr>
          <a:xfrm>
            <a:off x="685800" y="4400640"/>
            <a:ext cx="548496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de" sz="1100" spc="-1" strike="noStrike">
                <a:solidFill>
                  <a:srgbClr val="000000"/>
                </a:solidFill>
                <a:latin typeface="Arial"/>
                <a:ea typeface="Arial"/>
              </a:rPr>
              <a:t>20 minutes </a:t>
            </a:r>
            <a:endParaRPr b="0" lang="de-DE" sz="1100" spc="-1" strike="noStrike">
              <a:solidFill>
                <a:srgbClr val="000000"/>
              </a:solidFill>
              <a:latin typeface="Arial"/>
            </a:endParaRPr>
          </a:p>
          <a:p>
            <a:pPr marL="216000" indent="0">
              <a:lnSpc>
                <a:spcPct val="100000"/>
              </a:lnSpc>
              <a:buNone/>
              <a:tabLst>
                <a:tab algn="l" pos="0"/>
              </a:tabLst>
            </a:pPr>
            <a:endParaRPr b="0" lang="de-DE" sz="1100" spc="-1" strike="noStrike">
              <a:solidFill>
                <a:srgbClr val="000000"/>
              </a:solidFill>
              <a:latin typeface="Arial"/>
            </a:endParaRPr>
          </a:p>
          <a:p>
            <a:pPr marL="216000" indent="0">
              <a:lnSpc>
                <a:spcPct val="100000"/>
              </a:lnSpc>
              <a:buNone/>
              <a:tabLst>
                <a:tab algn="l" pos="0"/>
              </a:tabLst>
            </a:pPr>
            <a:r>
              <a:rPr b="0" lang="de" sz="1100" spc="-1" strike="noStrike">
                <a:solidFill>
                  <a:srgbClr val="000000"/>
                </a:solidFill>
                <a:latin typeface="Arial"/>
                <a:ea typeface="Arial"/>
              </a:rPr>
              <a:t>Remember, when you are done your first draft. YOU ARE NOT DONE.  COUNT YOUR WORDS, if you are over 20 or under 3 in any line of dialogue you must edit your own text to make it fit or expand on the world lore or to make the character speaking sound unique. </a:t>
            </a:r>
            <a:endParaRPr b="0" lang="de-DE" sz="11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de-DE" sz="4400" spc="-1" strike="noStrike">
              <a:solidFill>
                <a:srgbClr val="000000"/>
              </a:solidFill>
              <a:latin typeface="Arial"/>
            </a:endParaRPr>
          </a:p>
        </p:txBody>
      </p:sp>
      <p:sp>
        <p:nvSpPr>
          <p:cNvPr id="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de-DE" sz="3200" spc="-1" strike="noStrike">
              <a:solidFill>
                <a:srgbClr val="000000"/>
              </a:solidFill>
              <a:latin typeface="Arial"/>
            </a:endParaRPr>
          </a:p>
        </p:txBody>
      </p:sp>
      <p:sp>
        <p:nvSpPr>
          <p:cNvPr id="6"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de-DE" sz="3200" spc="-1" strike="noStrike">
              <a:solidFill>
                <a:srgbClr val="000000"/>
              </a:solidFill>
              <a:latin typeface="Arial"/>
            </a:endParaRPr>
          </a:p>
        </p:txBody>
      </p:sp>
      <p:sp>
        <p:nvSpPr>
          <p:cNvPr id="5" name="PlaceHolder 4"/>
          <p:cNvSpPr>
            <a:spLocks noGrp="1"/>
          </p:cNvSpPr>
          <p:nvPr>
            <p:ph type="sldNum" idx="1"/>
          </p:nvPr>
        </p:nvSpPr>
        <p:spPr/>
        <p:txBody>
          <a:bodyPr/>
          <a:p>
            <a:fld id="{C131965D-03AA-4162-8C0F-F1A26448BBE1}"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de-DE" sz="4400" spc="-1" strike="noStrike">
              <a:solidFill>
                <a:srgbClr val="000000"/>
              </a:solidFill>
              <a:latin typeface="Arial"/>
            </a:endParaRPr>
          </a:p>
        </p:txBody>
      </p:sp>
      <p:sp>
        <p:nvSpPr>
          <p:cNvPr id="3" name="PlaceHolder 2"/>
          <p:cNvSpPr>
            <a:spLocks noGrp="1"/>
          </p:cNvSpPr>
          <p:nvPr>
            <p:ph type="sldNum" idx="2"/>
          </p:nvPr>
        </p:nvSpPr>
        <p:spPr/>
        <p:txBody>
          <a:bodyPr/>
          <a:p>
            <a:fld id="{A6E577CA-07C6-4E1A-8161-EFB5A4E54E4F}"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1099EB92-0350-4489-8C4F-24A3158FF236}"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B424C3D4-42AA-4D26-B633-C86DD5016B12}"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0F3F5241-49D6-49E4-8978-9A56ED6A5B26}"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p>
            <a:fld id="{DC6C8086-8D1A-499E-83A1-4B91A7F7E746}"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de-DE" sz="4400" spc="-1" strike="noStrike">
              <a:solidFill>
                <a:srgbClr val="000000"/>
              </a:solidFill>
              <a:latin typeface="Arial"/>
            </a:endParaRPr>
          </a:p>
        </p:txBody>
      </p:sp>
      <p:sp>
        <p:nvSpPr>
          <p:cNvPr id="1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de-DE" sz="3200" spc="-1" strike="noStrike">
              <a:solidFill>
                <a:srgbClr val="000000"/>
              </a:solidFill>
              <a:latin typeface="Arial"/>
            </a:endParaRPr>
          </a:p>
        </p:txBody>
      </p:sp>
      <p:sp>
        <p:nvSpPr>
          <p:cNvPr id="4" name="PlaceHolder 3"/>
          <p:cNvSpPr>
            <a:spLocks noGrp="1"/>
          </p:cNvSpPr>
          <p:nvPr>
            <p:ph type="sldNum" idx="7"/>
          </p:nvPr>
        </p:nvSpPr>
        <p:spPr/>
        <p:txBody>
          <a:bodyPr/>
          <a:p>
            <a:fld id="{1AD4B603-E552-48E5-8BB1-CB15D447727E}"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p>
            <a:fld id="{4CFD5FCE-A4DF-4332-9FB3-ED4A7A0BC44C}"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p>
            <a:fld id="{B53E675D-CFC7-4993-8D0C-189FD65EB112}"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p>
            <a:fld id="{BC595602-D259-4C00-B4F5-EB97B9A46206}"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de-DE" sz="4400" spc="-1" strike="noStrike">
              <a:solidFill>
                <a:srgbClr val="000000"/>
              </a:solidFill>
              <a:latin typeface="Arial"/>
            </a:endParaRPr>
          </a:p>
        </p:txBody>
      </p:sp>
      <p:sp>
        <p:nvSpPr>
          <p:cNvPr id="2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de-DE" sz="3200" spc="-1" strike="noStrike">
              <a:solidFill>
                <a:srgbClr val="000000"/>
              </a:solidFill>
              <a:latin typeface="Arial"/>
            </a:endParaRPr>
          </a:p>
        </p:txBody>
      </p:sp>
      <p:sp>
        <p:nvSpPr>
          <p:cNvPr id="4" name="PlaceHolder 3"/>
          <p:cNvSpPr>
            <a:spLocks noGrp="1"/>
          </p:cNvSpPr>
          <p:nvPr>
            <p:ph type="sldNum" idx="11"/>
          </p:nvPr>
        </p:nvSpPr>
        <p:spPr/>
        <p:txBody>
          <a:bodyPr/>
          <a:p>
            <a:fld id="{A4EDD268-9234-4384-BDC7-5BEB1E7A3BE0}"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12"/>
          </p:nvPr>
        </p:nvSpPr>
        <p:spPr/>
        <p:txBody>
          <a:bodyPr/>
          <a:p>
            <a:r>
              <a:t>Footer</a:t>
            </a:r>
          </a:p>
        </p:txBody>
      </p:sp>
      <p:sp>
        <p:nvSpPr>
          <p:cNvPr id="3" name="PlaceHolder 2"/>
          <p:cNvSpPr>
            <a:spLocks noGrp="1"/>
          </p:cNvSpPr>
          <p:nvPr>
            <p:ph type="sldNum" idx="13"/>
          </p:nvPr>
        </p:nvSpPr>
        <p:spPr/>
        <p:txBody>
          <a:bodyPr/>
          <a:p>
            <a:fld id="{C48995A8-7FA8-4DFE-8D66-E8E6F06DEACC}" type="slidenum">
              <a:t>&lt;#&gt;</a:t>
            </a:fld>
          </a:p>
        </p:txBody>
      </p:sp>
      <p:sp>
        <p:nvSpPr>
          <p:cNvPr id="4" name="PlaceHolder 3"/>
          <p:cNvSpPr>
            <a:spLocks noGrp="1"/>
          </p:cNvSpPr>
          <p:nvPr>
            <p:ph type="dt" idx="14"/>
          </p:nvPr>
        </p:nvSpPr>
        <p:spPr/>
        <p:txBody>
          <a:bodyPr/>
          <a:p>
            <a:r>
              <a:rPr lang="de-DE"/>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15"/>
          </p:nvPr>
        </p:nvSpPr>
        <p:spPr/>
        <p:txBody>
          <a:bodyPr/>
          <a:p>
            <a:r>
              <a:t>Footer</a:t>
            </a:r>
          </a:p>
        </p:txBody>
      </p:sp>
      <p:sp>
        <p:nvSpPr>
          <p:cNvPr id="3" name="PlaceHolder 2"/>
          <p:cNvSpPr>
            <a:spLocks noGrp="1"/>
          </p:cNvSpPr>
          <p:nvPr>
            <p:ph type="sldNum" idx="16"/>
          </p:nvPr>
        </p:nvSpPr>
        <p:spPr/>
        <p:txBody>
          <a:bodyPr/>
          <a:p>
            <a:fld id="{42254F5E-EBA6-4789-B8F8-A90884E07A68}" type="slidenum">
              <a:t>&lt;#&gt;</a:t>
            </a:fld>
          </a:p>
        </p:txBody>
      </p:sp>
      <p:sp>
        <p:nvSpPr>
          <p:cNvPr id="4" name="PlaceHolder 3"/>
          <p:cNvSpPr>
            <a:spLocks noGrp="1"/>
          </p:cNvSpPr>
          <p:nvPr>
            <p:ph type="dt" idx="17"/>
          </p:nvPr>
        </p:nvSpPr>
        <p:spPr/>
        <p:txBody>
          <a:bodyPr/>
          <a:p>
            <a:r>
              <a:rPr lang="de-DE"/>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spTree>
      <p:nvGrpSpPr>
        <p:cNvPr id="1" name=""/>
        <p:cNvGrpSpPr/>
        <p:nvPr/>
      </p:nvGrpSpPr>
      <p:grpSpPr>
        <a:xfrm>
          <a:off x="0" y="0"/>
          <a:ext cx="0" cy="0"/>
          <a:chOff x="0" y="0"/>
          <a:chExt cx="0" cy="0"/>
        </a:xfrm>
      </p:grpSpPr>
      <p:sp>
        <p:nvSpPr>
          <p:cNvPr id="2" name="PlaceHolder 1"/>
          <p:cNvSpPr>
            <a:spLocks noGrp="1"/>
          </p:cNvSpPr>
          <p:nvPr>
            <p:ph type="ftr" idx="18"/>
          </p:nvPr>
        </p:nvSpPr>
        <p:spPr/>
        <p:txBody>
          <a:bodyPr/>
          <a:p>
            <a:r>
              <a:t>Footer</a:t>
            </a:r>
          </a:p>
        </p:txBody>
      </p:sp>
      <p:sp>
        <p:nvSpPr>
          <p:cNvPr id="3" name="PlaceHolder 2"/>
          <p:cNvSpPr>
            <a:spLocks noGrp="1"/>
          </p:cNvSpPr>
          <p:nvPr>
            <p:ph type="sldNum" idx="19"/>
          </p:nvPr>
        </p:nvSpPr>
        <p:spPr/>
        <p:txBody>
          <a:bodyPr/>
          <a:p>
            <a:fld id="{2574DAFA-CF89-4B61-964B-EF0886587422}" type="slidenum">
              <a:t>&lt;#&gt;</a:t>
            </a:fld>
          </a:p>
        </p:txBody>
      </p:sp>
      <p:sp>
        <p:nvSpPr>
          <p:cNvPr id="4" name="PlaceHolder 3"/>
          <p:cNvSpPr>
            <a:spLocks noGrp="1"/>
          </p:cNvSpPr>
          <p:nvPr>
            <p:ph type="dt" idx="20"/>
          </p:nvPr>
        </p:nvSpPr>
        <p:spPr/>
        <p:txBody>
          <a:bodyPr/>
          <a:p>
            <a:r>
              <a:rPr lang="de-DE"/>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sp>
        <p:nvSpPr>
          <p:cNvPr id="2" name="PlaceHolder 1"/>
          <p:cNvSpPr>
            <a:spLocks noGrp="1"/>
          </p:cNvSpPr>
          <p:nvPr>
            <p:ph type="sldNum" idx="21"/>
          </p:nvPr>
        </p:nvSpPr>
        <p:spPr/>
        <p:txBody>
          <a:bodyPr/>
          <a:p>
            <a:fld id="{9FEFC5DA-311A-472D-A739-1988513A37AD}"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de-DE" sz="4400" spc="-1" strike="noStrike">
              <a:solidFill>
                <a:srgbClr val="000000"/>
              </a:solidFill>
              <a:latin typeface="Arial"/>
            </a:endParaRPr>
          </a:p>
        </p:txBody>
      </p:sp>
      <p:sp>
        <p:nvSpPr>
          <p:cNvPr id="4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de-DE"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8CAD9800-06FC-40ED-BA1A-626C4DF3830F}" type="slidenum">
              <a:t>&lt;#&gt;</a:t>
            </a:fld>
          </a:p>
        </p:txBody>
      </p:sp>
      <p:sp>
        <p:nvSpPr>
          <p:cNvPr id="6" name="PlaceHolder 5"/>
          <p:cNvSpPr>
            <a:spLocks noGrp="1"/>
          </p:cNvSpPr>
          <p:nvPr>
            <p:ph type="dt" idx="24"/>
          </p:nvPr>
        </p:nvSpPr>
        <p:spPr/>
        <p:txBody>
          <a:bodyPr/>
          <a:p>
            <a:r>
              <a:rPr lang="de-DE"/>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de-DE" sz="4400" spc="-1" strike="noStrike">
              <a:solidFill>
                <a:srgbClr val="000000"/>
              </a:solidFill>
              <a:latin typeface="Arial"/>
            </a:endParaRPr>
          </a:p>
        </p:txBody>
      </p:sp>
      <p:sp>
        <p:nvSpPr>
          <p:cNvPr id="5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de-DE" sz="3200" spc="-1" strike="noStrike">
              <a:solidFill>
                <a:srgbClr val="000000"/>
              </a:solidFill>
              <a:latin typeface="Arial"/>
            </a:endParaRPr>
          </a:p>
        </p:txBody>
      </p:sp>
      <p:sp>
        <p:nvSpPr>
          <p:cNvPr id="4" name="PlaceHolder 3"/>
          <p:cNvSpPr>
            <a:spLocks noGrp="1"/>
          </p:cNvSpPr>
          <p:nvPr>
            <p:ph type="sldNum" idx="25"/>
          </p:nvPr>
        </p:nvSpPr>
        <p:spPr/>
        <p:txBody>
          <a:bodyPr/>
          <a:p>
            <a:fld id="{61E3BA9A-6304-41CF-A605-F5A54F83DEB6}"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909CE891-4E97-4D2C-9680-A8E579CED938}" type="slidenum">
              <a:t>&lt;#&gt;</a:t>
            </a:fld>
          </a:p>
        </p:txBody>
      </p:sp>
      <p:sp>
        <p:nvSpPr>
          <p:cNvPr id="4" name="PlaceHolder 3"/>
          <p:cNvSpPr>
            <a:spLocks noGrp="1"/>
          </p:cNvSpPr>
          <p:nvPr>
            <p:ph type="dt" idx="28"/>
          </p:nvPr>
        </p:nvSpPr>
        <p:spPr/>
        <p:txBody>
          <a:bodyPr/>
          <a:p>
            <a:r>
              <a:rPr lang="de-DE"/>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de-DE" sz="4400" spc="-1" strike="noStrike">
              <a:solidFill>
                <a:srgbClr val="000000"/>
              </a:solidFill>
              <a:latin typeface="Arial"/>
            </a:endParaRPr>
          </a:p>
        </p:txBody>
      </p:sp>
      <p:sp>
        <p:nvSpPr>
          <p:cNvPr id="6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de-DE" sz="3200" spc="-1" strike="noStrike">
              <a:solidFill>
                <a:srgbClr val="000000"/>
              </a:solidFill>
              <a:latin typeface="Arial"/>
            </a:endParaRPr>
          </a:p>
        </p:txBody>
      </p:sp>
      <p:sp>
        <p:nvSpPr>
          <p:cNvPr id="6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de-DE" sz="3200" spc="-1" strike="noStrike">
              <a:solidFill>
                <a:srgbClr val="000000"/>
              </a:solidFill>
              <a:latin typeface="Arial"/>
            </a:endParaRPr>
          </a:p>
        </p:txBody>
      </p:sp>
      <p:sp>
        <p:nvSpPr>
          <p:cNvPr id="5" name="PlaceHolder 4"/>
          <p:cNvSpPr>
            <a:spLocks noGrp="1"/>
          </p:cNvSpPr>
          <p:nvPr>
            <p:ph type="ftr" idx="29"/>
          </p:nvPr>
        </p:nvSpPr>
        <p:spPr/>
        <p:txBody>
          <a:bodyPr/>
          <a:p>
            <a:r>
              <a:t>Footer</a:t>
            </a:r>
          </a:p>
        </p:txBody>
      </p:sp>
      <p:sp>
        <p:nvSpPr>
          <p:cNvPr id="6" name="PlaceHolder 5"/>
          <p:cNvSpPr>
            <a:spLocks noGrp="1"/>
          </p:cNvSpPr>
          <p:nvPr>
            <p:ph type="sldNum" idx="30"/>
          </p:nvPr>
        </p:nvSpPr>
        <p:spPr/>
        <p:txBody>
          <a:bodyPr/>
          <a:p>
            <a:fld id="{45AAF654-D6D3-41B5-8D58-6D5557E2F530}" type="slidenum">
              <a:t>&lt;#&gt;</a:t>
            </a:fld>
          </a:p>
        </p:txBody>
      </p:sp>
      <p:sp>
        <p:nvSpPr>
          <p:cNvPr id="7" name="PlaceHolder 6"/>
          <p:cNvSpPr>
            <a:spLocks noGrp="1"/>
          </p:cNvSpPr>
          <p:nvPr>
            <p:ph type="dt" idx="31"/>
          </p:nvPr>
        </p:nvSpPr>
        <p:spPr/>
        <p:txBody>
          <a:bodyPr/>
          <a:p>
            <a:r>
              <a:rPr lang="de-DE"/>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98E5D448-F0F6-4F18-BF5C-0679706D9A37}" type="slidenum">
              <a:t>&lt;#&gt;</a:t>
            </a:fld>
          </a:p>
        </p:txBody>
      </p:sp>
      <p:sp>
        <p:nvSpPr>
          <p:cNvPr id="4" name="PlaceHolder 3"/>
          <p:cNvSpPr>
            <a:spLocks noGrp="1"/>
          </p:cNvSpPr>
          <p:nvPr>
            <p:ph type="dt" idx="34"/>
          </p:nvPr>
        </p:nvSpPr>
        <p:spPr/>
        <p:txBody>
          <a:bodyPr/>
          <a:p>
            <a:r>
              <a:rPr lang="de-DE"/>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de-DE" sz="4400" spc="-1" strike="noStrike">
              <a:solidFill>
                <a:srgbClr val="000000"/>
              </a:solidFill>
              <a:latin typeface="Arial"/>
            </a:endParaRPr>
          </a:p>
        </p:txBody>
      </p:sp>
      <p:sp>
        <p:nvSpPr>
          <p:cNvPr id="3" name="PlaceHolder 2"/>
          <p:cNvSpPr>
            <a:spLocks noGrp="1"/>
          </p:cNvSpPr>
          <p:nvPr>
            <p:ph type="ftr" idx="35"/>
          </p:nvPr>
        </p:nvSpPr>
        <p:spPr/>
        <p:txBody>
          <a:bodyPr/>
          <a:p>
            <a:r>
              <a:t>Footer</a:t>
            </a:r>
          </a:p>
        </p:txBody>
      </p:sp>
      <p:sp>
        <p:nvSpPr>
          <p:cNvPr id="4" name="PlaceHolder 3"/>
          <p:cNvSpPr>
            <a:spLocks noGrp="1"/>
          </p:cNvSpPr>
          <p:nvPr>
            <p:ph type="sldNum" idx="36"/>
          </p:nvPr>
        </p:nvSpPr>
        <p:spPr/>
        <p:txBody>
          <a:bodyPr/>
          <a:p>
            <a:fld id="{A36115D2-9EAC-42A4-99BB-B99D1313A219}" type="slidenum">
              <a:t>&lt;#&gt;</a:t>
            </a:fld>
          </a:p>
        </p:txBody>
      </p:sp>
      <p:sp>
        <p:nvSpPr>
          <p:cNvPr id="5" name="PlaceHolder 4"/>
          <p:cNvSpPr>
            <a:spLocks noGrp="1"/>
          </p:cNvSpPr>
          <p:nvPr>
            <p:ph type="dt" idx="37"/>
          </p:nvPr>
        </p:nvSpPr>
        <p:spPr/>
        <p:txBody>
          <a:bodyPr/>
          <a:p>
            <a:r>
              <a:rPr lang="de-DE"/>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de-DE" sz="4400" spc="-1" strike="noStrike">
              <a:solidFill>
                <a:srgbClr val="000000"/>
              </a:solidFill>
              <a:latin typeface="Arial"/>
            </a:endParaRPr>
          </a:p>
        </p:txBody>
      </p:sp>
      <p:sp>
        <p:nvSpPr>
          <p:cNvPr id="77"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de-DE" sz="3200" spc="-1" strike="noStrike">
              <a:solidFill>
                <a:srgbClr val="000000"/>
              </a:solidFill>
              <a:latin typeface="Arial"/>
            </a:endParaRPr>
          </a:p>
        </p:txBody>
      </p:sp>
      <p:sp>
        <p:nvSpPr>
          <p:cNvPr id="4" name="PlaceHolder 3"/>
          <p:cNvSpPr>
            <a:spLocks noGrp="1"/>
          </p:cNvSpPr>
          <p:nvPr>
            <p:ph type="ftr" idx="38"/>
          </p:nvPr>
        </p:nvSpPr>
        <p:spPr/>
        <p:txBody>
          <a:bodyPr/>
          <a:p>
            <a:r>
              <a:t>Footer</a:t>
            </a:r>
          </a:p>
        </p:txBody>
      </p:sp>
      <p:sp>
        <p:nvSpPr>
          <p:cNvPr id="5" name="PlaceHolder 4"/>
          <p:cNvSpPr>
            <a:spLocks noGrp="1"/>
          </p:cNvSpPr>
          <p:nvPr>
            <p:ph type="sldNum" idx="39"/>
          </p:nvPr>
        </p:nvSpPr>
        <p:spPr/>
        <p:txBody>
          <a:bodyPr/>
          <a:p>
            <a:fld id="{E2DCB7D1-5A68-4755-8FD0-CDA0C98BAB76}" type="slidenum">
              <a:t>&lt;#&gt;</a:t>
            </a:fld>
          </a:p>
        </p:txBody>
      </p:sp>
      <p:sp>
        <p:nvSpPr>
          <p:cNvPr id="6" name="PlaceHolder 5"/>
          <p:cNvSpPr>
            <a:spLocks noGrp="1"/>
          </p:cNvSpPr>
          <p:nvPr>
            <p:ph type="dt" idx="40"/>
          </p:nvPr>
        </p:nvSpPr>
        <p:spPr/>
        <p:txBody>
          <a:bodyPr/>
          <a:p>
            <a:r>
              <a:rPr lang="de-DE"/>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41"/>
          </p:nvPr>
        </p:nvSpPr>
        <p:spPr/>
        <p:txBody>
          <a:bodyPr/>
          <a:p>
            <a:r>
              <a:t>Footer</a:t>
            </a:r>
          </a:p>
        </p:txBody>
      </p:sp>
      <p:sp>
        <p:nvSpPr>
          <p:cNvPr id="3" name="PlaceHolder 2"/>
          <p:cNvSpPr>
            <a:spLocks noGrp="1"/>
          </p:cNvSpPr>
          <p:nvPr>
            <p:ph type="sldNum" idx="42"/>
          </p:nvPr>
        </p:nvSpPr>
        <p:spPr/>
        <p:txBody>
          <a:bodyPr/>
          <a:p>
            <a:fld id="{0526AA88-1221-4C7F-8DAB-44E0D86638A7}" type="slidenum">
              <a:t>&lt;#&gt;</a:t>
            </a:fld>
          </a:p>
        </p:txBody>
      </p:sp>
      <p:sp>
        <p:nvSpPr>
          <p:cNvPr id="4" name="PlaceHolder 3"/>
          <p:cNvSpPr>
            <a:spLocks noGrp="1"/>
          </p:cNvSpPr>
          <p:nvPr>
            <p:ph type="dt" idx="43"/>
          </p:nvPr>
        </p:nvSpPr>
        <p:spPr/>
        <p:txBody>
          <a:bodyPr/>
          <a:p>
            <a:r>
              <a:rPr lang="de-DE"/>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p>
            <a:r>
              <a:t>Footer</a:t>
            </a:r>
          </a:p>
        </p:txBody>
      </p:sp>
      <p:sp>
        <p:nvSpPr>
          <p:cNvPr id="3" name="PlaceHolder 2"/>
          <p:cNvSpPr>
            <a:spLocks noGrp="1"/>
          </p:cNvSpPr>
          <p:nvPr>
            <p:ph type="sldNum" idx="45"/>
          </p:nvPr>
        </p:nvSpPr>
        <p:spPr/>
        <p:txBody>
          <a:bodyPr/>
          <a:p>
            <a:fld id="{83C62C96-ECCA-4CB4-97FA-958CC1F893E3}" type="slidenum">
              <a:t>&lt;#&gt;</a:t>
            </a:fld>
          </a:p>
        </p:txBody>
      </p:sp>
      <p:sp>
        <p:nvSpPr>
          <p:cNvPr id="4" name="PlaceHolder 3"/>
          <p:cNvSpPr>
            <a:spLocks noGrp="1"/>
          </p:cNvSpPr>
          <p:nvPr>
            <p:ph type="dt" idx="46"/>
          </p:nvPr>
        </p:nvSpPr>
        <p:spPr/>
        <p:txBody>
          <a:bodyPr/>
          <a:p>
            <a:r>
              <a:rPr lang="de-DE"/>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8160" cy="857520"/>
          </a:xfrm>
          <a:prstGeom prst="rect">
            <a:avLst/>
          </a:prstGeom>
          <a:noFill/>
          <a:ln w="0">
            <a:noFill/>
          </a:ln>
        </p:spPr>
        <p:txBody>
          <a:bodyPr lIns="0" rIns="0" tIns="0" bIns="0" anchor="ctr">
            <a:noAutofit/>
          </a:bodyPr>
          <a:p>
            <a:pPr indent="0">
              <a:buNone/>
            </a:pPr>
            <a:r>
              <a:rPr b="0" lang="de-DE" sz="1800" spc="-1" strike="noStrike">
                <a:solidFill>
                  <a:srgbClr val="000000"/>
                </a:solidFill>
                <a:latin typeface="Arial"/>
              </a:rPr>
              <a:t>Format des Titeltextes durch Klicken bearbeiten</a:t>
            </a:r>
            <a:endParaRPr b="0" lang="de-DE" sz="1800" spc="-1" strike="noStrike">
              <a:solidFill>
                <a:srgbClr val="000000"/>
              </a:solidFill>
              <a:latin typeface="Arial"/>
            </a:endParaRPr>
          </a:p>
        </p:txBody>
      </p:sp>
      <p:sp>
        <p:nvSpPr>
          <p:cNvPr id="1" name="PlaceHolder 2"/>
          <p:cNvSpPr>
            <a:spLocks noGrp="1"/>
          </p:cNvSpPr>
          <p:nvPr>
            <p:ph type="body"/>
          </p:nvPr>
        </p:nvSpPr>
        <p:spPr>
          <a:xfrm>
            <a:off x="457200" y="1203480"/>
            <a:ext cx="4015080" cy="2981880"/>
          </a:xfrm>
          <a:prstGeom prst="rect">
            <a:avLst/>
          </a:prstGeom>
          <a:noFill/>
          <a:ln w="0">
            <a:noFill/>
          </a:ln>
        </p:spPr>
        <p:txBody>
          <a:bodyPr lIns="0" rIns="0" tIns="0" bIns="0" anchor="t">
            <a:normAutofit fontScale="75000" lnSpcReduction="10000"/>
          </a:bodyPr>
          <a:p>
            <a:pPr marL="432000" indent="-324000">
              <a:spcBef>
                <a:spcPts val="1417"/>
              </a:spcBef>
              <a:buClr>
                <a:srgbClr val="000000"/>
              </a:buClr>
              <a:buSzPct val="45000"/>
              <a:buFont typeface="Wingdings" charset="2"/>
              <a:buChar char=""/>
            </a:pPr>
            <a:r>
              <a:rPr b="0" lang="de-DE" sz="1800" spc="-1" strike="noStrike">
                <a:solidFill>
                  <a:srgbClr val="000000"/>
                </a:solidFill>
                <a:latin typeface="Arial"/>
              </a:rPr>
              <a:t>Format des Gliederungstextes durch Klicken bearbeiten</a:t>
            </a:r>
            <a:endParaRPr b="0" lang="de-D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de-DE" sz="1800" spc="-1" strike="noStrike">
                <a:solidFill>
                  <a:srgbClr val="000000"/>
                </a:solidFill>
                <a:latin typeface="Arial"/>
              </a:rPr>
              <a:t>Zweite Gliederungsebene</a:t>
            </a:r>
            <a:endParaRPr b="0" lang="de-D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de-DE" sz="1800" spc="-1" strike="noStrike">
                <a:solidFill>
                  <a:srgbClr val="000000"/>
                </a:solidFill>
                <a:latin typeface="Arial"/>
              </a:rPr>
              <a:t>Dritte Gliederungsebene</a:t>
            </a:r>
            <a:endParaRPr b="0" lang="de-D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de-DE" sz="1800" spc="-1" strike="noStrike">
                <a:solidFill>
                  <a:srgbClr val="000000"/>
                </a:solidFill>
                <a:latin typeface="Arial"/>
              </a:rPr>
              <a:t>Vierte Gliederungsebene</a:t>
            </a:r>
            <a:endParaRPr b="0" lang="de-D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de-DE" sz="1800" spc="-1" strike="noStrike">
                <a:solidFill>
                  <a:srgbClr val="000000"/>
                </a:solidFill>
                <a:latin typeface="Arial"/>
              </a:rPr>
              <a:t>Fünfte Gliederungsebene</a:t>
            </a:r>
            <a:endParaRPr b="0" lang="de-D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de-DE" sz="1800" spc="-1" strike="noStrike">
                <a:solidFill>
                  <a:srgbClr val="000000"/>
                </a:solidFill>
                <a:latin typeface="Arial"/>
              </a:rPr>
              <a:t>Sechste Gliederungsebene</a:t>
            </a:r>
            <a:endParaRPr b="0" lang="de-D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de-DE" sz="1800" spc="-1" strike="noStrike">
                <a:solidFill>
                  <a:srgbClr val="000000"/>
                </a:solidFill>
                <a:latin typeface="Arial"/>
              </a:rPr>
              <a:t>Siebte Gliederungsebene</a:t>
            </a:r>
            <a:endParaRPr b="0" lang="de-DE" sz="1800" spc="-1" strike="noStrike">
              <a:solidFill>
                <a:srgbClr val="000000"/>
              </a:solidFill>
              <a:latin typeface="Arial"/>
            </a:endParaRPr>
          </a:p>
        </p:txBody>
      </p:sp>
      <p:sp>
        <p:nvSpPr>
          <p:cNvPr id="2" name="PlaceHolder 3"/>
          <p:cNvSpPr>
            <a:spLocks noGrp="1"/>
          </p:cNvSpPr>
          <p:nvPr>
            <p:ph type="body"/>
          </p:nvPr>
        </p:nvSpPr>
        <p:spPr>
          <a:xfrm>
            <a:off x="4673880" y="1203480"/>
            <a:ext cx="4015080" cy="2981880"/>
          </a:xfrm>
          <a:prstGeom prst="rect">
            <a:avLst/>
          </a:prstGeom>
          <a:noFill/>
          <a:ln w="0">
            <a:noFill/>
          </a:ln>
        </p:spPr>
        <p:txBody>
          <a:bodyPr lIns="0" rIns="0" tIns="0" bIns="0" anchor="t">
            <a:normAutofit fontScale="75000" lnSpcReduction="10000"/>
          </a:bodyPr>
          <a:p>
            <a:pPr marL="432000" indent="-324000">
              <a:spcBef>
                <a:spcPts val="1417"/>
              </a:spcBef>
              <a:buClr>
                <a:srgbClr val="000000"/>
              </a:buClr>
              <a:buSzPct val="45000"/>
              <a:buFont typeface="Wingdings" charset="2"/>
              <a:buChar char=""/>
            </a:pPr>
            <a:r>
              <a:rPr b="0" lang="de-DE" sz="1800" spc="-1" strike="noStrike">
                <a:solidFill>
                  <a:srgbClr val="000000"/>
                </a:solidFill>
                <a:latin typeface="Arial"/>
              </a:rPr>
              <a:t>Format des Gliederungstextes durch Klicken bearbeiten</a:t>
            </a:r>
            <a:endParaRPr b="0" lang="de-D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de-DE" sz="1800" spc="-1" strike="noStrike">
                <a:solidFill>
                  <a:srgbClr val="000000"/>
                </a:solidFill>
                <a:latin typeface="Arial"/>
              </a:rPr>
              <a:t>Zweite Gliederungsebene</a:t>
            </a:r>
            <a:endParaRPr b="0" lang="de-D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de-DE" sz="1800" spc="-1" strike="noStrike">
                <a:solidFill>
                  <a:srgbClr val="000000"/>
                </a:solidFill>
                <a:latin typeface="Arial"/>
              </a:rPr>
              <a:t>Dritte Gliederungsebene</a:t>
            </a:r>
            <a:endParaRPr b="0" lang="de-D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de-DE" sz="1800" spc="-1" strike="noStrike">
                <a:solidFill>
                  <a:srgbClr val="000000"/>
                </a:solidFill>
                <a:latin typeface="Arial"/>
              </a:rPr>
              <a:t>Vierte Gliederungsebene</a:t>
            </a:r>
            <a:endParaRPr b="0" lang="de-D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de-DE" sz="1800" spc="-1" strike="noStrike">
                <a:solidFill>
                  <a:srgbClr val="000000"/>
                </a:solidFill>
                <a:latin typeface="Arial"/>
              </a:rPr>
              <a:t>Fünfte Gliederungsebene</a:t>
            </a:r>
            <a:endParaRPr b="0" lang="de-D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de-DE" sz="1800" spc="-1" strike="noStrike">
                <a:solidFill>
                  <a:srgbClr val="000000"/>
                </a:solidFill>
                <a:latin typeface="Arial"/>
              </a:rPr>
              <a:t>Sechste Gliederungsebene</a:t>
            </a:r>
            <a:endParaRPr b="0" lang="de-D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de-DE" sz="1800" spc="-1" strike="noStrike">
                <a:solidFill>
                  <a:srgbClr val="000000"/>
                </a:solidFill>
                <a:latin typeface="Arial"/>
              </a:rPr>
              <a:t>Siebte Gliederungsebene</a:t>
            </a:r>
            <a:endParaRPr b="0" lang="de-DE" sz="1800" spc="-1" strike="noStrike">
              <a:solidFill>
                <a:srgbClr val="000000"/>
              </a:solidFill>
              <a:latin typeface="Arial"/>
            </a:endParaRPr>
          </a:p>
        </p:txBody>
      </p:sp>
      <p:sp>
        <p:nvSpPr>
          <p:cNvPr id="3" name="PlaceHolder 4"/>
          <p:cNvSpPr>
            <a:spLocks noGrp="1"/>
          </p:cNvSpPr>
          <p:nvPr>
            <p:ph type="sldNum" idx="1"/>
          </p:nvPr>
        </p:nvSpPr>
        <p:spPr>
          <a:xfrm>
            <a:off x="8472600" y="4663080"/>
            <a:ext cx="547200" cy="3920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de" sz="1000" spc="-1" strike="noStrike">
                <a:solidFill>
                  <a:schemeClr val="dk2"/>
                </a:solidFill>
                <a:latin typeface="Arial"/>
                <a:ea typeface="Arial"/>
              </a:defRPr>
            </a:lvl1pPr>
          </a:lstStyle>
          <a:p>
            <a:pPr indent="0" algn="r">
              <a:lnSpc>
                <a:spcPct val="100000"/>
              </a:lnSpc>
              <a:buNone/>
              <a:tabLst>
                <a:tab algn="l" pos="0"/>
              </a:tabLst>
            </a:pPr>
            <a:fld id="{48C86F88-8DA9-4D53-B5C6-2B05702C1316}" type="slidenum">
              <a:rPr b="0" lang="de" sz="1000" spc="-1" strike="noStrike">
                <a:solidFill>
                  <a:schemeClr val="dk2"/>
                </a:solidFill>
                <a:latin typeface="Arial"/>
                <a:ea typeface="Arial"/>
              </a:rPr>
              <a:t>&lt;Foliennummer&gt;</a:t>
            </a:fld>
            <a:endParaRPr b="0" lang="de-DE"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05200"/>
            <a:ext cx="8228160" cy="857520"/>
          </a:xfrm>
          <a:prstGeom prst="rect">
            <a:avLst/>
          </a:prstGeom>
          <a:noFill/>
          <a:ln w="0">
            <a:noFill/>
          </a:ln>
        </p:spPr>
        <p:txBody>
          <a:bodyPr lIns="0" rIns="0" tIns="0" bIns="0" anchor="ctr">
            <a:noAutofit/>
          </a:bodyPr>
          <a:p>
            <a:pPr indent="0">
              <a:buNone/>
            </a:pPr>
            <a:r>
              <a:rPr b="0" lang="de-DE" sz="1800" spc="-1" strike="noStrike">
                <a:solidFill>
                  <a:srgbClr val="000000"/>
                </a:solidFill>
                <a:latin typeface="Arial"/>
              </a:rPr>
              <a:t>Format des Titeltextes durch Klicken bearbeiten</a:t>
            </a:r>
            <a:endParaRPr b="0" lang="de-DE" sz="1800" spc="-1" strike="noStrike">
              <a:solidFill>
                <a:srgbClr val="000000"/>
              </a:solidFill>
              <a:latin typeface="Arial"/>
            </a:endParaRPr>
          </a:p>
        </p:txBody>
      </p:sp>
      <p:sp>
        <p:nvSpPr>
          <p:cNvPr id="8" name="PlaceHolder 2"/>
          <p:cNvSpPr>
            <a:spLocks noGrp="1"/>
          </p:cNvSpPr>
          <p:nvPr>
            <p:ph type="sldNum" idx="2"/>
          </p:nvPr>
        </p:nvSpPr>
        <p:spPr>
          <a:xfrm>
            <a:off x="8472600" y="4663080"/>
            <a:ext cx="547200" cy="3920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de" sz="1000" spc="-1" strike="noStrike">
                <a:solidFill>
                  <a:schemeClr val="dk2"/>
                </a:solidFill>
                <a:latin typeface="Arial"/>
                <a:ea typeface="Arial"/>
              </a:defRPr>
            </a:lvl1pPr>
          </a:lstStyle>
          <a:p>
            <a:pPr indent="0" algn="r">
              <a:lnSpc>
                <a:spcPct val="100000"/>
              </a:lnSpc>
              <a:buNone/>
              <a:tabLst>
                <a:tab algn="l" pos="0"/>
              </a:tabLst>
            </a:pPr>
            <a:fld id="{7C6F38D0-094C-4E98-94E3-71B5B9909AFB}" type="slidenum">
              <a:rPr b="0" lang="de" sz="1000" spc="-1" strike="noStrike">
                <a:solidFill>
                  <a:schemeClr val="dk2"/>
                </a:solidFill>
                <a:latin typeface="Arial"/>
                <a:ea typeface="Arial"/>
              </a:rPr>
              <a:t>&lt;Foliennummer&gt;</a:t>
            </a:fld>
            <a:endParaRPr b="0" lang="de-DE"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 name="PlaceHolder 1"/>
          <p:cNvSpPr>
            <a:spLocks noGrp="1"/>
          </p:cNvSpPr>
          <p:nvPr>
            <p:ph type="sldNum" idx="3"/>
          </p:nvPr>
        </p:nvSpPr>
        <p:spPr>
          <a:xfrm>
            <a:off x="8472600" y="4663080"/>
            <a:ext cx="547200" cy="3920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de" sz="1000" spc="-1" strike="noStrike">
                <a:solidFill>
                  <a:schemeClr val="dk2"/>
                </a:solidFill>
                <a:latin typeface="Arial"/>
                <a:ea typeface="Arial"/>
              </a:defRPr>
            </a:lvl1pPr>
          </a:lstStyle>
          <a:p>
            <a:pPr indent="0" algn="r">
              <a:lnSpc>
                <a:spcPct val="100000"/>
              </a:lnSpc>
              <a:buNone/>
              <a:tabLst>
                <a:tab algn="l" pos="0"/>
              </a:tabLst>
            </a:pPr>
            <a:fld id="{AE3DC71A-9E94-435A-A6F4-AF88F43EEA6A}" type="slidenum">
              <a:rPr b="0" lang="de" sz="1000" spc="-1" strike="noStrike">
                <a:solidFill>
                  <a:schemeClr val="dk2"/>
                </a:solidFill>
                <a:latin typeface="Arial"/>
                <a:ea typeface="Arial"/>
              </a:rPr>
              <a:t>&lt;Foliennummer&gt;</a:t>
            </a:fld>
            <a:endParaRPr b="0" lang="de-DE"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 name="PlaceHolder 1"/>
          <p:cNvSpPr>
            <a:spLocks noGrp="1"/>
          </p:cNvSpPr>
          <p:nvPr>
            <p:ph type="sldNum" idx="4"/>
          </p:nvPr>
        </p:nvSpPr>
        <p:spPr>
          <a:xfrm>
            <a:off x="8472600" y="4663080"/>
            <a:ext cx="547200" cy="3920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de" sz="1000" spc="-1" strike="noStrike">
                <a:solidFill>
                  <a:schemeClr val="dk2"/>
                </a:solidFill>
                <a:latin typeface="Arial"/>
                <a:ea typeface="Arial"/>
              </a:defRPr>
            </a:lvl1pPr>
          </a:lstStyle>
          <a:p>
            <a:pPr indent="0" algn="r">
              <a:lnSpc>
                <a:spcPct val="100000"/>
              </a:lnSpc>
              <a:buNone/>
              <a:tabLst>
                <a:tab algn="l" pos="0"/>
              </a:tabLst>
            </a:pPr>
            <a:fld id="{2627AE6E-EEF1-43D4-B0E3-7E13FEC515AD}" type="slidenum">
              <a:rPr b="0" lang="de" sz="1000" spc="-1" strike="noStrike">
                <a:solidFill>
                  <a:schemeClr val="dk2"/>
                </a:solidFill>
                <a:latin typeface="Arial"/>
                <a:ea typeface="Arial"/>
              </a:rPr>
              <a:t>&lt;Foliennummer&gt;</a:t>
            </a:fld>
            <a:endParaRPr b="0" lang="de-DE"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 name="Google Shape;36;p31"/>
          <p:cNvSpPr/>
          <p:nvPr/>
        </p:nvSpPr>
        <p:spPr>
          <a:xfrm>
            <a:off x="4572000" y="0"/>
            <a:ext cx="4570560" cy="5142240"/>
          </a:xfrm>
          <a:prstGeom prst="rect">
            <a:avLst/>
          </a:prstGeom>
          <a:solidFill>
            <a:schemeClr val="lt2"/>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n-GB" sz="1400" spc="-1" strike="noStrike">
              <a:solidFill>
                <a:srgbClr val="000000"/>
              </a:solidFill>
              <a:latin typeface="Arial"/>
              <a:ea typeface="Arial"/>
            </a:endParaRPr>
          </a:p>
        </p:txBody>
      </p:sp>
      <p:sp>
        <p:nvSpPr>
          <p:cNvPr id="13" name="PlaceHolder 1"/>
          <p:cNvSpPr>
            <a:spLocks noGrp="1"/>
          </p:cNvSpPr>
          <p:nvPr>
            <p:ph type="sldNum" idx="5"/>
          </p:nvPr>
        </p:nvSpPr>
        <p:spPr>
          <a:xfrm>
            <a:off x="8472600" y="4663080"/>
            <a:ext cx="547200" cy="3920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de" sz="1000" spc="-1" strike="noStrike">
                <a:solidFill>
                  <a:schemeClr val="dk2"/>
                </a:solidFill>
                <a:latin typeface="Arial"/>
                <a:ea typeface="Arial"/>
              </a:defRPr>
            </a:lvl1pPr>
          </a:lstStyle>
          <a:p>
            <a:pPr indent="0" algn="r">
              <a:lnSpc>
                <a:spcPct val="100000"/>
              </a:lnSpc>
              <a:buNone/>
              <a:tabLst>
                <a:tab algn="l" pos="0"/>
              </a:tabLst>
            </a:pPr>
            <a:fld id="{F61BC310-33D7-4A44-85D7-45FDDA5B1D94}" type="slidenum">
              <a:rPr b="0" lang="de" sz="1000" spc="-1" strike="noStrike">
                <a:solidFill>
                  <a:schemeClr val="dk2"/>
                </a:solidFill>
                <a:latin typeface="Arial"/>
                <a:ea typeface="Arial"/>
              </a:rPr>
              <a:t>&lt;Foliennummer&gt;</a:t>
            </a:fld>
            <a:endParaRPr b="0" lang="de-DE"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sldNum" idx="6"/>
          </p:nvPr>
        </p:nvSpPr>
        <p:spPr>
          <a:xfrm>
            <a:off x="8472600" y="4663080"/>
            <a:ext cx="547200" cy="3920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de" sz="1000" spc="-1" strike="noStrike">
                <a:solidFill>
                  <a:schemeClr val="dk2"/>
                </a:solidFill>
                <a:latin typeface="Arial"/>
                <a:ea typeface="Arial"/>
              </a:defRPr>
            </a:lvl1pPr>
          </a:lstStyle>
          <a:p>
            <a:pPr indent="0" algn="r">
              <a:lnSpc>
                <a:spcPct val="100000"/>
              </a:lnSpc>
              <a:buNone/>
              <a:tabLst>
                <a:tab algn="l" pos="0"/>
              </a:tabLst>
            </a:pPr>
            <a:fld id="{8E0306E6-78E9-4896-ACC1-037D32C582C9}" type="slidenum">
              <a:rPr b="0" lang="de" sz="1000" spc="-1" strike="noStrike">
                <a:solidFill>
                  <a:schemeClr val="dk2"/>
                </a:solidFill>
                <a:latin typeface="Arial"/>
                <a:ea typeface="Arial"/>
              </a:rPr>
              <a:t>&lt;Foliennummer&gt;</a:t>
            </a:fld>
            <a:endParaRPr b="0" lang="de-DE"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8160" cy="857520"/>
          </a:xfrm>
          <a:prstGeom prst="rect">
            <a:avLst/>
          </a:prstGeom>
          <a:noFill/>
          <a:ln w="0">
            <a:noFill/>
          </a:ln>
        </p:spPr>
        <p:txBody>
          <a:bodyPr lIns="0" rIns="0" tIns="0" bIns="0" anchor="ctr">
            <a:noAutofit/>
          </a:bodyPr>
          <a:p>
            <a:pPr indent="0">
              <a:buNone/>
            </a:pPr>
            <a:r>
              <a:rPr b="0" lang="de-DE" sz="1800" spc="-1" strike="noStrike">
                <a:solidFill>
                  <a:srgbClr val="000000"/>
                </a:solidFill>
                <a:latin typeface="Arial"/>
              </a:rPr>
              <a:t>Format des Titeltextes durch Klicken bearbeiten</a:t>
            </a:r>
            <a:endParaRPr b="0" lang="de-DE" sz="1800" spc="-1" strike="noStrike">
              <a:solidFill>
                <a:srgbClr val="000000"/>
              </a:solidFill>
              <a:latin typeface="Arial"/>
            </a:endParaRPr>
          </a:p>
        </p:txBody>
      </p:sp>
      <p:sp>
        <p:nvSpPr>
          <p:cNvPr id="16" name="PlaceHolder 2"/>
          <p:cNvSpPr>
            <a:spLocks noGrp="1"/>
          </p:cNvSpPr>
          <p:nvPr>
            <p:ph type="sldNum" idx="7"/>
          </p:nvPr>
        </p:nvSpPr>
        <p:spPr>
          <a:xfrm>
            <a:off x="8472600" y="4663080"/>
            <a:ext cx="547200" cy="3920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de" sz="1000" spc="-1" strike="noStrike">
                <a:solidFill>
                  <a:schemeClr val="dk2"/>
                </a:solidFill>
                <a:latin typeface="Arial"/>
                <a:ea typeface="Arial"/>
              </a:defRPr>
            </a:lvl1pPr>
          </a:lstStyle>
          <a:p>
            <a:pPr indent="0" algn="r">
              <a:lnSpc>
                <a:spcPct val="100000"/>
              </a:lnSpc>
              <a:buNone/>
              <a:tabLst>
                <a:tab algn="l" pos="0"/>
              </a:tabLst>
            </a:pPr>
            <a:fld id="{A089BDC8-6C83-4915-AF8F-D4C8ED4874BF}" type="slidenum">
              <a:rPr b="0" lang="de" sz="1000" spc="-1" strike="noStrike">
                <a:solidFill>
                  <a:schemeClr val="dk2"/>
                </a:solidFill>
                <a:latin typeface="Arial"/>
                <a:ea typeface="Arial"/>
              </a:rPr>
              <a:t>&lt;Foliennummer&gt;</a:t>
            </a:fld>
            <a:endParaRPr b="0" lang="de-DE"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9" name="PlaceHolder 1"/>
          <p:cNvSpPr>
            <a:spLocks noGrp="1"/>
          </p:cNvSpPr>
          <p:nvPr>
            <p:ph type="sldNum" idx="8"/>
          </p:nvPr>
        </p:nvSpPr>
        <p:spPr>
          <a:xfrm>
            <a:off x="8472600" y="4663080"/>
            <a:ext cx="547200" cy="3920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de" sz="1000" spc="-1" strike="noStrike">
                <a:solidFill>
                  <a:schemeClr val="dk2"/>
                </a:solidFill>
                <a:latin typeface="Arial"/>
                <a:ea typeface="Arial"/>
              </a:defRPr>
            </a:lvl1pPr>
          </a:lstStyle>
          <a:p>
            <a:pPr indent="0" algn="r">
              <a:lnSpc>
                <a:spcPct val="100000"/>
              </a:lnSpc>
              <a:buNone/>
              <a:tabLst>
                <a:tab algn="l" pos="0"/>
              </a:tabLst>
            </a:pPr>
            <a:fld id="{39C8D85C-F25C-4904-A71D-3FA22EB84D28}" type="slidenum">
              <a:rPr b="0" lang="de" sz="1000" spc="-1" strike="noStrike">
                <a:solidFill>
                  <a:schemeClr val="dk2"/>
                </a:solidFill>
                <a:latin typeface="Arial"/>
                <a:ea typeface="Arial"/>
              </a:rPr>
              <a:t>&lt;Foliennummer&gt;</a:t>
            </a:fld>
            <a:endParaRPr b="0" lang="de-DE"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0" name="PlaceHolder 1"/>
          <p:cNvSpPr>
            <a:spLocks noGrp="1"/>
          </p:cNvSpPr>
          <p:nvPr>
            <p:ph type="sldNum" idx="9"/>
          </p:nvPr>
        </p:nvSpPr>
        <p:spPr>
          <a:xfrm>
            <a:off x="8472600" y="4663080"/>
            <a:ext cx="547200" cy="3920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de" sz="1000" spc="-1" strike="noStrike">
                <a:solidFill>
                  <a:schemeClr val="dk2"/>
                </a:solidFill>
                <a:latin typeface="Arial"/>
                <a:ea typeface="Arial"/>
              </a:defRPr>
            </a:lvl1pPr>
          </a:lstStyle>
          <a:p>
            <a:pPr indent="0" algn="r">
              <a:lnSpc>
                <a:spcPct val="100000"/>
              </a:lnSpc>
              <a:buNone/>
              <a:tabLst>
                <a:tab algn="l" pos="0"/>
              </a:tabLst>
            </a:pPr>
            <a:fld id="{8BFA257C-4953-4BC9-83B2-0EB59FF3C739}" type="slidenum">
              <a:rPr b="0" lang="de" sz="1000" spc="-1" strike="noStrike">
                <a:solidFill>
                  <a:schemeClr val="dk2"/>
                </a:solidFill>
                <a:latin typeface="Arial"/>
                <a:ea typeface="Arial"/>
              </a:rPr>
              <a:t>&lt;Foliennummer&gt;</a:t>
            </a:fld>
            <a:endParaRPr b="0" lang="de-DE"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 name="PlaceHolder 1"/>
          <p:cNvSpPr>
            <a:spLocks noGrp="1"/>
          </p:cNvSpPr>
          <p:nvPr>
            <p:ph type="sldNum" idx="10"/>
          </p:nvPr>
        </p:nvSpPr>
        <p:spPr>
          <a:xfrm>
            <a:off x="8472600" y="4663080"/>
            <a:ext cx="547200" cy="3920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de" sz="1000" spc="-1" strike="noStrike">
                <a:solidFill>
                  <a:schemeClr val="dk2"/>
                </a:solidFill>
                <a:latin typeface="Arial"/>
                <a:ea typeface="Arial"/>
              </a:defRPr>
            </a:lvl1pPr>
          </a:lstStyle>
          <a:p>
            <a:pPr indent="0" algn="r">
              <a:lnSpc>
                <a:spcPct val="100000"/>
              </a:lnSpc>
              <a:buNone/>
              <a:tabLst>
                <a:tab algn="l" pos="0"/>
              </a:tabLst>
            </a:pPr>
            <a:fld id="{4F17A3FA-1F2B-4FFF-A178-D39913E0E54B}" type="slidenum">
              <a:rPr b="0" lang="de" sz="1000" spc="-1" strike="noStrike">
                <a:solidFill>
                  <a:schemeClr val="dk2"/>
                </a:solidFill>
                <a:latin typeface="Arial"/>
                <a:ea typeface="Arial"/>
              </a:rPr>
              <a:t>&lt;Foliennummer&gt;</a:t>
            </a:fld>
            <a:endParaRPr b="0" lang="de-DE"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05200"/>
            <a:ext cx="8228160" cy="857520"/>
          </a:xfrm>
          <a:prstGeom prst="rect">
            <a:avLst/>
          </a:prstGeom>
          <a:noFill/>
          <a:ln w="0">
            <a:noFill/>
          </a:ln>
        </p:spPr>
        <p:txBody>
          <a:bodyPr lIns="0" rIns="0" tIns="0" bIns="0" anchor="ctr">
            <a:noAutofit/>
          </a:bodyPr>
          <a:p>
            <a:pPr indent="0">
              <a:buNone/>
            </a:pPr>
            <a:r>
              <a:rPr b="0" lang="de-DE" sz="1800" spc="-1" strike="noStrike">
                <a:solidFill>
                  <a:srgbClr val="000000"/>
                </a:solidFill>
                <a:latin typeface="Arial"/>
              </a:rPr>
              <a:t>Format des Titeltextes durch Klicken bearbeiten</a:t>
            </a:r>
            <a:endParaRPr b="0" lang="de-DE" sz="1800" spc="-1" strike="noStrike">
              <a:solidFill>
                <a:srgbClr val="000000"/>
              </a:solidFill>
              <a:latin typeface="Arial"/>
            </a:endParaRPr>
          </a:p>
        </p:txBody>
      </p:sp>
      <p:sp>
        <p:nvSpPr>
          <p:cNvPr id="23" name="PlaceHolder 2"/>
          <p:cNvSpPr>
            <a:spLocks noGrp="1"/>
          </p:cNvSpPr>
          <p:nvPr>
            <p:ph type="body"/>
          </p:nvPr>
        </p:nvSpPr>
        <p:spPr>
          <a:xfrm>
            <a:off x="457200" y="1203480"/>
            <a:ext cx="8228160" cy="2981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de-DE" sz="1800" spc="-1" strike="noStrike">
                <a:solidFill>
                  <a:srgbClr val="000000"/>
                </a:solidFill>
                <a:latin typeface="Arial"/>
              </a:rPr>
              <a:t>Format des Gliederungstextes durch Klicken bearbeiten</a:t>
            </a:r>
            <a:endParaRPr b="0" lang="de-D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de-DE" sz="1800" spc="-1" strike="noStrike">
                <a:solidFill>
                  <a:srgbClr val="000000"/>
                </a:solidFill>
                <a:latin typeface="Arial"/>
              </a:rPr>
              <a:t>Zweite Gliederungsebene</a:t>
            </a:r>
            <a:endParaRPr b="0" lang="de-D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de-DE" sz="1800" spc="-1" strike="noStrike">
                <a:solidFill>
                  <a:srgbClr val="000000"/>
                </a:solidFill>
                <a:latin typeface="Arial"/>
              </a:rPr>
              <a:t>Dritte Gliederungsebene</a:t>
            </a:r>
            <a:endParaRPr b="0" lang="de-D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de-DE" sz="1800" spc="-1" strike="noStrike">
                <a:solidFill>
                  <a:srgbClr val="000000"/>
                </a:solidFill>
                <a:latin typeface="Arial"/>
              </a:rPr>
              <a:t>Vierte Gliederungsebene</a:t>
            </a:r>
            <a:endParaRPr b="0" lang="de-D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de-DE" sz="1800" spc="-1" strike="noStrike">
                <a:solidFill>
                  <a:srgbClr val="000000"/>
                </a:solidFill>
                <a:latin typeface="Arial"/>
              </a:rPr>
              <a:t>Fünfte Gliederungsebene</a:t>
            </a:r>
            <a:endParaRPr b="0" lang="de-D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de-DE" sz="1800" spc="-1" strike="noStrike">
                <a:solidFill>
                  <a:srgbClr val="000000"/>
                </a:solidFill>
                <a:latin typeface="Arial"/>
              </a:rPr>
              <a:t>Sechste Gliederungsebene</a:t>
            </a:r>
            <a:endParaRPr b="0" lang="de-D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de-DE" sz="1800" spc="-1" strike="noStrike">
                <a:solidFill>
                  <a:srgbClr val="000000"/>
                </a:solidFill>
                <a:latin typeface="Arial"/>
              </a:rPr>
              <a:t>Siebte Gliederungsebene</a:t>
            </a:r>
            <a:endParaRPr b="0" lang="de-DE" sz="1800" spc="-1" strike="noStrike">
              <a:solidFill>
                <a:srgbClr val="000000"/>
              </a:solidFill>
              <a:latin typeface="Arial"/>
            </a:endParaRPr>
          </a:p>
        </p:txBody>
      </p:sp>
      <p:sp>
        <p:nvSpPr>
          <p:cNvPr id="24" name="PlaceHolder 3"/>
          <p:cNvSpPr>
            <a:spLocks noGrp="1"/>
          </p:cNvSpPr>
          <p:nvPr>
            <p:ph type="sldNum" idx="11"/>
          </p:nvPr>
        </p:nvSpPr>
        <p:spPr>
          <a:xfrm>
            <a:off x="8472600" y="4663080"/>
            <a:ext cx="547200" cy="3920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de" sz="1000" spc="-1" strike="noStrike">
                <a:solidFill>
                  <a:schemeClr val="dk2"/>
                </a:solidFill>
                <a:latin typeface="Arial"/>
                <a:ea typeface="Arial"/>
              </a:defRPr>
            </a:lvl1pPr>
          </a:lstStyle>
          <a:p>
            <a:pPr indent="0" algn="r">
              <a:lnSpc>
                <a:spcPct val="100000"/>
              </a:lnSpc>
              <a:buNone/>
              <a:tabLst>
                <a:tab algn="l" pos="0"/>
              </a:tabLst>
            </a:pPr>
            <a:fld id="{5A85BF2E-ED63-4DA8-959D-152858910A3E}" type="slidenum">
              <a:rPr b="0" lang="de" sz="1000" spc="-1" strike="noStrike">
                <a:solidFill>
                  <a:schemeClr val="dk2"/>
                </a:solidFill>
                <a:latin typeface="Arial"/>
                <a:ea typeface="Arial"/>
              </a:rPr>
              <a:t>&lt;Foliennummer&gt;</a:t>
            </a:fld>
            <a:endParaRPr b="0" lang="de-DE"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7" name="PlaceHolder 1"/>
          <p:cNvSpPr>
            <a:spLocks noGrp="1"/>
          </p:cNvSpPr>
          <p:nvPr>
            <p:ph type="ftr" idx="12"/>
          </p:nvPr>
        </p:nvSpPr>
        <p:spPr>
          <a:xfrm>
            <a:off x="3029040" y="4767120"/>
            <a:ext cx="3084840" cy="27252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&lt;Fußzeile&gt;</a:t>
            </a:r>
            <a:endParaRPr b="0" lang="de-DE" sz="1400" spc="-1" strike="noStrike">
              <a:solidFill>
                <a:srgbClr val="000000"/>
              </a:solidFill>
              <a:latin typeface="Times New Roman"/>
            </a:endParaRPr>
          </a:p>
        </p:txBody>
      </p:sp>
      <p:sp>
        <p:nvSpPr>
          <p:cNvPr id="28" name="PlaceHolder 2"/>
          <p:cNvSpPr>
            <a:spLocks noGrp="1"/>
          </p:cNvSpPr>
          <p:nvPr>
            <p:ph type="sldNum" idx="13"/>
          </p:nvPr>
        </p:nvSpPr>
        <p:spPr>
          <a:xfrm>
            <a:off x="6458040" y="4767120"/>
            <a:ext cx="2055960" cy="272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de" sz="900" spc="-1" strike="noStrike">
                <a:solidFill>
                  <a:srgbClr val="888888"/>
                </a:solidFill>
                <a:latin typeface="Calibri"/>
                <a:ea typeface="Calibri"/>
              </a:defRPr>
            </a:lvl1pPr>
          </a:lstStyle>
          <a:p>
            <a:pPr indent="0" algn="r">
              <a:lnSpc>
                <a:spcPct val="100000"/>
              </a:lnSpc>
              <a:buNone/>
              <a:tabLst>
                <a:tab algn="l" pos="0"/>
              </a:tabLst>
            </a:pPr>
            <a:fld id="{149E179E-9C04-489E-BCC2-F058DF301D4D}" type="slidenum">
              <a:rPr b="0" lang="de" sz="900" spc="-1" strike="noStrike">
                <a:solidFill>
                  <a:srgbClr val="888888"/>
                </a:solidFill>
                <a:latin typeface="Calibri"/>
                <a:ea typeface="Calibri"/>
              </a:rPr>
              <a:t>&lt;Foliennummer&gt;</a:t>
            </a:fld>
            <a:endParaRPr b="0" lang="de-DE" sz="900" spc="-1" strike="noStrike">
              <a:solidFill>
                <a:srgbClr val="000000"/>
              </a:solidFill>
              <a:latin typeface="Times New Roman"/>
            </a:endParaRPr>
          </a:p>
        </p:txBody>
      </p:sp>
      <p:sp>
        <p:nvSpPr>
          <p:cNvPr id="29" name="PlaceHolder 3"/>
          <p:cNvSpPr>
            <a:spLocks noGrp="1"/>
          </p:cNvSpPr>
          <p:nvPr>
            <p:ph type="dt" idx="14"/>
          </p:nvPr>
        </p:nvSpPr>
        <p:spPr>
          <a:xfrm>
            <a:off x="628560" y="4767120"/>
            <a:ext cx="2055960" cy="272520"/>
          </a:xfrm>
          <a:prstGeom prst="rect">
            <a:avLst/>
          </a:prstGeom>
          <a:noFill/>
          <a:ln w="0">
            <a:noFill/>
          </a:ln>
        </p:spPr>
        <p:txBody>
          <a:bodyPr lIns="68400" rIns="68400" tIns="34200" bIns="34200" anchor="ctr">
            <a:noAutofit/>
          </a:bodyPr>
          <a:lstStyle>
            <a:lvl1pPr indent="0">
              <a:buNone/>
              <a:defRPr b="0" lang="de-DE" sz="1400" spc="-1" strike="noStrike">
                <a:solidFill>
                  <a:srgbClr val="000000"/>
                </a:solidFill>
                <a:latin typeface="Times New Roman"/>
              </a:defRPr>
            </a:lvl1pPr>
          </a:lstStyle>
          <a:p>
            <a:pPr indent="0">
              <a:buNone/>
            </a:pPr>
            <a:r>
              <a:rPr b="0" lang="de-DE" sz="1400" spc="-1" strike="noStrike">
                <a:solidFill>
                  <a:srgbClr val="000000"/>
                </a:solidFill>
                <a:latin typeface="Times New Roman"/>
              </a:rPr>
              <a:t>&lt;Datum/Uhrzeit&gt;</a:t>
            </a:r>
            <a:endParaRPr b="0" lang="de-D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0" name="PlaceHolder 1"/>
          <p:cNvSpPr>
            <a:spLocks noGrp="1"/>
          </p:cNvSpPr>
          <p:nvPr>
            <p:ph type="ftr" idx="15"/>
          </p:nvPr>
        </p:nvSpPr>
        <p:spPr>
          <a:xfrm>
            <a:off x="3029040" y="4767120"/>
            <a:ext cx="3084840" cy="27252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&lt;Fußzeile&gt;</a:t>
            </a:r>
            <a:endParaRPr b="0" lang="de-DE" sz="1400" spc="-1" strike="noStrike">
              <a:solidFill>
                <a:srgbClr val="000000"/>
              </a:solidFill>
              <a:latin typeface="Times New Roman"/>
            </a:endParaRPr>
          </a:p>
        </p:txBody>
      </p:sp>
      <p:sp>
        <p:nvSpPr>
          <p:cNvPr id="31" name="PlaceHolder 2"/>
          <p:cNvSpPr>
            <a:spLocks noGrp="1"/>
          </p:cNvSpPr>
          <p:nvPr>
            <p:ph type="sldNum" idx="16"/>
          </p:nvPr>
        </p:nvSpPr>
        <p:spPr>
          <a:xfrm>
            <a:off x="6458040" y="4767120"/>
            <a:ext cx="2055960" cy="272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de" sz="900" spc="-1" strike="noStrike">
                <a:solidFill>
                  <a:srgbClr val="888888"/>
                </a:solidFill>
                <a:latin typeface="Calibri"/>
                <a:ea typeface="Calibri"/>
              </a:defRPr>
            </a:lvl1pPr>
          </a:lstStyle>
          <a:p>
            <a:pPr indent="0" algn="r">
              <a:lnSpc>
                <a:spcPct val="100000"/>
              </a:lnSpc>
              <a:buNone/>
              <a:tabLst>
                <a:tab algn="l" pos="0"/>
              </a:tabLst>
            </a:pPr>
            <a:fld id="{12E83D2D-4519-421B-8409-57C9A424A113}" type="slidenum">
              <a:rPr b="0" lang="de" sz="900" spc="-1" strike="noStrike">
                <a:solidFill>
                  <a:srgbClr val="888888"/>
                </a:solidFill>
                <a:latin typeface="Calibri"/>
                <a:ea typeface="Calibri"/>
              </a:rPr>
              <a:t>&lt;Foliennummer&gt;</a:t>
            </a:fld>
            <a:endParaRPr b="0" lang="de-DE" sz="900" spc="-1" strike="noStrike">
              <a:solidFill>
                <a:srgbClr val="000000"/>
              </a:solidFill>
              <a:latin typeface="Times New Roman"/>
            </a:endParaRPr>
          </a:p>
        </p:txBody>
      </p:sp>
      <p:sp>
        <p:nvSpPr>
          <p:cNvPr id="32" name="PlaceHolder 3"/>
          <p:cNvSpPr>
            <a:spLocks noGrp="1"/>
          </p:cNvSpPr>
          <p:nvPr>
            <p:ph type="dt" idx="17"/>
          </p:nvPr>
        </p:nvSpPr>
        <p:spPr>
          <a:xfrm>
            <a:off x="628560" y="4767120"/>
            <a:ext cx="2055960" cy="272520"/>
          </a:xfrm>
          <a:prstGeom prst="rect">
            <a:avLst/>
          </a:prstGeom>
          <a:noFill/>
          <a:ln w="0">
            <a:noFill/>
          </a:ln>
        </p:spPr>
        <p:txBody>
          <a:bodyPr lIns="68400" rIns="68400" tIns="34200" bIns="34200" anchor="ctr">
            <a:noAutofit/>
          </a:bodyPr>
          <a:lstStyle>
            <a:lvl1pPr indent="0">
              <a:buNone/>
              <a:defRPr b="0" lang="de-DE" sz="1400" spc="-1" strike="noStrike">
                <a:solidFill>
                  <a:srgbClr val="000000"/>
                </a:solidFill>
                <a:latin typeface="Times New Roman"/>
              </a:defRPr>
            </a:lvl1pPr>
          </a:lstStyle>
          <a:p>
            <a:pPr indent="0">
              <a:buNone/>
            </a:pPr>
            <a:r>
              <a:rPr b="0" lang="de-DE" sz="1400" spc="-1" strike="noStrike">
                <a:solidFill>
                  <a:srgbClr val="000000"/>
                </a:solidFill>
                <a:latin typeface="Times New Roman"/>
              </a:rPr>
              <a:t>&lt;Datum/Uhrzeit&gt;</a:t>
            </a:r>
            <a:endParaRPr b="0" lang="de-D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3" name="PlaceHolder 1"/>
          <p:cNvSpPr>
            <a:spLocks noGrp="1"/>
          </p:cNvSpPr>
          <p:nvPr>
            <p:ph type="ftr" idx="18"/>
          </p:nvPr>
        </p:nvSpPr>
        <p:spPr>
          <a:xfrm>
            <a:off x="3029040" y="4767120"/>
            <a:ext cx="3084840" cy="27252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&lt;Fußzeile&gt;</a:t>
            </a:r>
            <a:endParaRPr b="0" lang="de-DE" sz="1400" spc="-1" strike="noStrike">
              <a:solidFill>
                <a:srgbClr val="000000"/>
              </a:solidFill>
              <a:latin typeface="Times New Roman"/>
            </a:endParaRPr>
          </a:p>
        </p:txBody>
      </p:sp>
      <p:sp>
        <p:nvSpPr>
          <p:cNvPr id="34" name="PlaceHolder 2"/>
          <p:cNvSpPr>
            <a:spLocks noGrp="1"/>
          </p:cNvSpPr>
          <p:nvPr>
            <p:ph type="sldNum" idx="19"/>
          </p:nvPr>
        </p:nvSpPr>
        <p:spPr>
          <a:xfrm>
            <a:off x="6458040" y="4767120"/>
            <a:ext cx="2055960" cy="272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de" sz="900" spc="-1" strike="noStrike">
                <a:solidFill>
                  <a:srgbClr val="888888"/>
                </a:solidFill>
                <a:latin typeface="Calibri"/>
                <a:ea typeface="Calibri"/>
              </a:defRPr>
            </a:lvl1pPr>
          </a:lstStyle>
          <a:p>
            <a:pPr indent="0" algn="r">
              <a:lnSpc>
                <a:spcPct val="100000"/>
              </a:lnSpc>
              <a:buNone/>
              <a:tabLst>
                <a:tab algn="l" pos="0"/>
              </a:tabLst>
            </a:pPr>
            <a:fld id="{1183973B-C98F-4991-A347-EB782567E4FC}" type="slidenum">
              <a:rPr b="0" lang="de" sz="900" spc="-1" strike="noStrike">
                <a:solidFill>
                  <a:srgbClr val="888888"/>
                </a:solidFill>
                <a:latin typeface="Calibri"/>
                <a:ea typeface="Calibri"/>
              </a:rPr>
              <a:t>&lt;Foliennummer&gt;</a:t>
            </a:fld>
            <a:endParaRPr b="0" lang="de-DE" sz="900" spc="-1" strike="noStrike">
              <a:solidFill>
                <a:srgbClr val="000000"/>
              </a:solidFill>
              <a:latin typeface="Times New Roman"/>
            </a:endParaRPr>
          </a:p>
        </p:txBody>
      </p:sp>
      <p:sp>
        <p:nvSpPr>
          <p:cNvPr id="35" name="PlaceHolder 3"/>
          <p:cNvSpPr>
            <a:spLocks noGrp="1"/>
          </p:cNvSpPr>
          <p:nvPr>
            <p:ph type="dt" idx="20"/>
          </p:nvPr>
        </p:nvSpPr>
        <p:spPr>
          <a:xfrm>
            <a:off x="628560" y="4767120"/>
            <a:ext cx="2055960" cy="272520"/>
          </a:xfrm>
          <a:prstGeom prst="rect">
            <a:avLst/>
          </a:prstGeom>
          <a:noFill/>
          <a:ln w="0">
            <a:noFill/>
          </a:ln>
        </p:spPr>
        <p:txBody>
          <a:bodyPr lIns="68400" rIns="68400" tIns="34200" bIns="34200" anchor="ctr">
            <a:noAutofit/>
          </a:bodyPr>
          <a:lstStyle>
            <a:lvl1pPr indent="0">
              <a:buNone/>
              <a:defRPr b="0" lang="de-DE" sz="1400" spc="-1" strike="noStrike">
                <a:solidFill>
                  <a:srgbClr val="000000"/>
                </a:solidFill>
                <a:latin typeface="Times New Roman"/>
              </a:defRPr>
            </a:lvl1pPr>
          </a:lstStyle>
          <a:p>
            <a:pPr indent="0">
              <a:buNone/>
            </a:pPr>
            <a:r>
              <a:rPr b="0" lang="de-DE" sz="1400" spc="-1" strike="noStrike">
                <a:solidFill>
                  <a:srgbClr val="000000"/>
                </a:solidFill>
                <a:latin typeface="Times New Roman"/>
              </a:rPr>
              <a:t>&lt;Datum/Uhrzeit&gt;</a:t>
            </a:r>
            <a:endParaRPr b="0" lang="de-DE" sz="1400" spc="-1" strike="noStrike">
              <a:solidFill>
                <a:srgbClr val="000000"/>
              </a:solidFill>
              <a:latin typeface="Times New Roman"/>
            </a:endParaRPr>
          </a:p>
        </p:txBody>
      </p:sp>
      <p:sp>
        <p:nvSpPr>
          <p:cNvPr id="36" name="PlaceHolder 4"/>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de-DE" sz="4400" spc="-1" strike="noStrike">
                <a:solidFill>
                  <a:srgbClr val="000000"/>
                </a:solidFill>
                <a:latin typeface="Arial"/>
              </a:rPr>
              <a:t>Format des Titeltextes durch Klicken bearbeiten</a:t>
            </a:r>
            <a:endParaRPr b="0" lang="de-DE" sz="4400" spc="-1" strike="noStrike">
              <a:solidFill>
                <a:srgbClr val="000000"/>
              </a:solidFill>
              <a:latin typeface="Arial"/>
            </a:endParaRPr>
          </a:p>
        </p:txBody>
      </p:sp>
      <p:sp>
        <p:nvSpPr>
          <p:cNvPr id="37" name="PlaceHolder 5"/>
          <p:cNvSpPr>
            <a:spLocks noGrp="1"/>
          </p:cNvSpPr>
          <p:nvPr>
            <p:ph type="body"/>
          </p:nvPr>
        </p:nvSpPr>
        <p:spPr>
          <a:xfrm>
            <a:off x="457200" y="1203480"/>
            <a:ext cx="8229240" cy="2982960"/>
          </a:xfrm>
          <a:prstGeom prst="rect">
            <a:avLst/>
          </a:prstGeom>
          <a:noFill/>
          <a:ln w="0">
            <a:noFill/>
          </a:ln>
        </p:spPr>
        <p:txBody>
          <a:bodyPr lIns="0" rIns="0" tIns="0" bIns="0" anchor="t">
            <a:normAutofit fontScale="92490"/>
          </a:bodyPr>
          <a:p>
            <a:pPr marL="432000" indent="-324000">
              <a:spcBef>
                <a:spcPts val="1417"/>
              </a:spcBef>
              <a:buClr>
                <a:srgbClr val="000000"/>
              </a:buClr>
              <a:buSzPct val="45000"/>
              <a:buFont typeface="Wingdings" charset="2"/>
              <a:buChar char=""/>
            </a:pPr>
            <a:r>
              <a:rPr b="0" lang="de-DE" sz="3200" spc="-1" strike="noStrike">
                <a:solidFill>
                  <a:srgbClr val="000000"/>
                </a:solidFill>
                <a:latin typeface="Arial"/>
              </a:rPr>
              <a:t>Format des Gliederungstextes durch Klicken bearbeiten</a:t>
            </a:r>
            <a:endParaRPr b="0" lang="de-DE"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de-DE" sz="2800" spc="-1" strike="noStrike">
                <a:solidFill>
                  <a:srgbClr val="000000"/>
                </a:solidFill>
                <a:latin typeface="Arial"/>
              </a:rPr>
              <a:t>Zweite Gliederungsebene</a:t>
            </a:r>
            <a:endParaRPr b="0" lang="de-DE"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de-DE" sz="2400" spc="-1" strike="noStrike">
                <a:solidFill>
                  <a:srgbClr val="000000"/>
                </a:solidFill>
                <a:latin typeface="Arial"/>
              </a:rPr>
              <a:t>Dritte Gliederungsebene</a:t>
            </a:r>
            <a:endParaRPr b="0" lang="de-DE"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de-DE" sz="2000" spc="-1" strike="noStrike">
                <a:solidFill>
                  <a:srgbClr val="000000"/>
                </a:solidFill>
                <a:latin typeface="Arial"/>
              </a:rPr>
              <a:t>Vierte Gliederungsebene</a:t>
            </a:r>
            <a:endParaRPr b="0" lang="de-DE"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de-DE" sz="2000" spc="-1" strike="noStrike">
                <a:solidFill>
                  <a:srgbClr val="000000"/>
                </a:solidFill>
                <a:latin typeface="Arial"/>
              </a:rPr>
              <a:t>Fünfte Gliederungsebene</a:t>
            </a:r>
            <a:endParaRPr b="0" lang="de-DE"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de-DE" sz="2000" spc="-1" strike="noStrike">
                <a:solidFill>
                  <a:srgbClr val="000000"/>
                </a:solidFill>
                <a:latin typeface="Arial"/>
              </a:rPr>
              <a:t>Sechste Gliederungsebene</a:t>
            </a:r>
            <a:endParaRPr b="0" lang="de-DE"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de-DE" sz="2000" spc="-1" strike="noStrike">
                <a:solidFill>
                  <a:srgbClr val="000000"/>
                </a:solidFill>
                <a:latin typeface="Arial"/>
              </a:rPr>
              <a:t>Siebte Gliederungsebene</a:t>
            </a:r>
            <a:endParaRPr b="0" lang="de-DE"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8" name="PlaceHolder 1"/>
          <p:cNvSpPr>
            <a:spLocks noGrp="1"/>
          </p:cNvSpPr>
          <p:nvPr>
            <p:ph type="sldNum" idx="21"/>
          </p:nvPr>
        </p:nvSpPr>
        <p:spPr>
          <a:xfrm>
            <a:off x="8472600" y="4663080"/>
            <a:ext cx="547200" cy="392040"/>
          </a:xfrm>
          <a:prstGeom prst="rect">
            <a:avLst/>
          </a:prstGeom>
          <a:noFill/>
          <a:ln w="0">
            <a:noFill/>
          </a:ln>
        </p:spPr>
        <p:txBody>
          <a:bodyPr lIns="68400" rIns="68400" tIns="68400" bIns="68400" anchor="ctr">
            <a:noAutofit/>
          </a:bodyPr>
          <a:lstStyle>
            <a:lvl1pPr indent="0" algn="r">
              <a:lnSpc>
                <a:spcPct val="100000"/>
              </a:lnSpc>
              <a:buNone/>
              <a:tabLst>
                <a:tab algn="l" pos="0"/>
              </a:tabLst>
              <a:defRPr b="0" lang="de" sz="900" spc="-1" strike="noStrike">
                <a:solidFill>
                  <a:srgbClr val="888888"/>
                </a:solidFill>
                <a:latin typeface="Calibri"/>
                <a:ea typeface="Calibri"/>
              </a:defRPr>
            </a:lvl1pPr>
          </a:lstStyle>
          <a:p>
            <a:pPr indent="0" algn="r">
              <a:lnSpc>
                <a:spcPct val="100000"/>
              </a:lnSpc>
              <a:buNone/>
              <a:tabLst>
                <a:tab algn="l" pos="0"/>
              </a:tabLst>
            </a:pPr>
            <a:fld id="{B587E8CC-FA7A-4AF9-B01E-AAB25B808CA9}" type="slidenum">
              <a:rPr b="0" lang="de" sz="900" spc="-1" strike="noStrike">
                <a:solidFill>
                  <a:srgbClr val="888888"/>
                </a:solidFill>
                <a:latin typeface="Calibri"/>
                <a:ea typeface="Calibri"/>
              </a:rPr>
              <a:t>&lt;Foliennummer&gt;</a:t>
            </a:fld>
            <a:endParaRPr b="0" lang="de-DE"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05200"/>
            <a:ext cx="8228160" cy="857520"/>
          </a:xfrm>
          <a:prstGeom prst="rect">
            <a:avLst/>
          </a:prstGeom>
          <a:noFill/>
          <a:ln w="0">
            <a:noFill/>
          </a:ln>
        </p:spPr>
        <p:txBody>
          <a:bodyPr lIns="0" rIns="0" tIns="0" bIns="0" anchor="ctr">
            <a:noAutofit/>
          </a:bodyPr>
          <a:p>
            <a:pPr indent="0">
              <a:buNone/>
            </a:pPr>
            <a:r>
              <a:rPr b="0" lang="de-DE" sz="1800" spc="-1" strike="noStrike">
                <a:solidFill>
                  <a:srgbClr val="000000"/>
                </a:solidFill>
                <a:latin typeface="Arial"/>
              </a:rPr>
              <a:t>Format des Titeltextes durch Klicken bearbeiten</a:t>
            </a:r>
            <a:endParaRPr b="0" lang="de-DE" sz="1800" spc="-1" strike="noStrike">
              <a:solidFill>
                <a:srgbClr val="000000"/>
              </a:solidFill>
              <a:latin typeface="Arial"/>
            </a:endParaRPr>
          </a:p>
        </p:txBody>
      </p:sp>
      <p:sp>
        <p:nvSpPr>
          <p:cNvPr id="40" name="PlaceHolder 2"/>
          <p:cNvSpPr>
            <a:spLocks noGrp="1"/>
          </p:cNvSpPr>
          <p:nvPr>
            <p:ph type="body"/>
          </p:nvPr>
        </p:nvSpPr>
        <p:spPr>
          <a:xfrm>
            <a:off x="457200" y="1203480"/>
            <a:ext cx="8228160" cy="2981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de-DE" sz="1800" spc="-1" strike="noStrike">
                <a:solidFill>
                  <a:srgbClr val="000000"/>
                </a:solidFill>
                <a:latin typeface="Arial"/>
              </a:rPr>
              <a:t>Format des Gliederungstextes durch Klicken bearbeiten</a:t>
            </a:r>
            <a:endParaRPr b="0" lang="de-D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de-DE" sz="1800" spc="-1" strike="noStrike">
                <a:solidFill>
                  <a:srgbClr val="000000"/>
                </a:solidFill>
                <a:latin typeface="Arial"/>
              </a:rPr>
              <a:t>Zweite Gliederungsebene</a:t>
            </a:r>
            <a:endParaRPr b="0" lang="de-D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de-DE" sz="1800" spc="-1" strike="noStrike">
                <a:solidFill>
                  <a:srgbClr val="000000"/>
                </a:solidFill>
                <a:latin typeface="Arial"/>
              </a:rPr>
              <a:t>Dritte Gliederungsebene</a:t>
            </a:r>
            <a:endParaRPr b="0" lang="de-D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de-DE" sz="1800" spc="-1" strike="noStrike">
                <a:solidFill>
                  <a:srgbClr val="000000"/>
                </a:solidFill>
                <a:latin typeface="Arial"/>
              </a:rPr>
              <a:t>Vierte Gliederungsebene</a:t>
            </a:r>
            <a:endParaRPr b="0" lang="de-D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de-DE" sz="1800" spc="-1" strike="noStrike">
                <a:solidFill>
                  <a:srgbClr val="000000"/>
                </a:solidFill>
                <a:latin typeface="Arial"/>
              </a:rPr>
              <a:t>Fünfte Gliederungsebene</a:t>
            </a:r>
            <a:endParaRPr b="0" lang="de-D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de-DE" sz="1800" spc="-1" strike="noStrike">
                <a:solidFill>
                  <a:srgbClr val="000000"/>
                </a:solidFill>
                <a:latin typeface="Arial"/>
              </a:rPr>
              <a:t>Sechste Gliederungsebene</a:t>
            </a:r>
            <a:endParaRPr b="0" lang="de-D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de-DE" sz="1800" spc="-1" strike="noStrike">
                <a:solidFill>
                  <a:srgbClr val="000000"/>
                </a:solidFill>
                <a:latin typeface="Arial"/>
              </a:rPr>
              <a:t>Siebte Gliederungsebene</a:t>
            </a:r>
            <a:endParaRPr b="0" lang="de-DE" sz="1800" spc="-1" strike="noStrike">
              <a:solidFill>
                <a:srgbClr val="000000"/>
              </a:solidFill>
              <a:latin typeface="Arial"/>
            </a:endParaRPr>
          </a:p>
        </p:txBody>
      </p:sp>
      <p:sp>
        <p:nvSpPr>
          <p:cNvPr id="41" name="PlaceHolder 3"/>
          <p:cNvSpPr>
            <a:spLocks noGrp="1"/>
          </p:cNvSpPr>
          <p:nvPr>
            <p:ph type="ftr" idx="22"/>
          </p:nvPr>
        </p:nvSpPr>
        <p:spPr>
          <a:xfrm>
            <a:off x="3029040" y="4767120"/>
            <a:ext cx="3084840" cy="27252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&lt;Fußzeile&gt;</a:t>
            </a:r>
            <a:endParaRPr b="0" lang="de-DE" sz="1400" spc="-1" strike="noStrike">
              <a:solidFill>
                <a:srgbClr val="000000"/>
              </a:solidFill>
              <a:latin typeface="Times New Roman"/>
            </a:endParaRPr>
          </a:p>
        </p:txBody>
      </p:sp>
      <p:sp>
        <p:nvSpPr>
          <p:cNvPr id="42" name="PlaceHolder 4"/>
          <p:cNvSpPr>
            <a:spLocks noGrp="1"/>
          </p:cNvSpPr>
          <p:nvPr>
            <p:ph type="sldNum" idx="23"/>
          </p:nvPr>
        </p:nvSpPr>
        <p:spPr>
          <a:xfrm>
            <a:off x="6458040" y="4767120"/>
            <a:ext cx="2055960" cy="272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de" sz="900" spc="-1" strike="noStrike">
                <a:solidFill>
                  <a:srgbClr val="888888"/>
                </a:solidFill>
                <a:latin typeface="Calibri"/>
                <a:ea typeface="Calibri"/>
              </a:defRPr>
            </a:lvl1pPr>
          </a:lstStyle>
          <a:p>
            <a:pPr indent="0" algn="r">
              <a:lnSpc>
                <a:spcPct val="100000"/>
              </a:lnSpc>
              <a:buNone/>
              <a:tabLst>
                <a:tab algn="l" pos="0"/>
              </a:tabLst>
            </a:pPr>
            <a:fld id="{9155A785-650D-4E30-842D-6AC2952AB6D9}" type="slidenum">
              <a:rPr b="0" lang="de" sz="900" spc="-1" strike="noStrike">
                <a:solidFill>
                  <a:srgbClr val="888888"/>
                </a:solidFill>
                <a:latin typeface="Calibri"/>
                <a:ea typeface="Calibri"/>
              </a:rPr>
              <a:t>&lt;Foliennummer&gt;</a:t>
            </a:fld>
            <a:endParaRPr b="0" lang="de-DE" sz="900" spc="-1" strike="noStrike">
              <a:solidFill>
                <a:srgbClr val="000000"/>
              </a:solidFill>
              <a:latin typeface="Times New Roman"/>
            </a:endParaRPr>
          </a:p>
        </p:txBody>
      </p:sp>
      <p:sp>
        <p:nvSpPr>
          <p:cNvPr id="43" name="PlaceHolder 5"/>
          <p:cNvSpPr>
            <a:spLocks noGrp="1"/>
          </p:cNvSpPr>
          <p:nvPr>
            <p:ph type="dt" idx="24"/>
          </p:nvPr>
        </p:nvSpPr>
        <p:spPr>
          <a:xfrm>
            <a:off x="628560" y="4767120"/>
            <a:ext cx="2055960" cy="272520"/>
          </a:xfrm>
          <a:prstGeom prst="rect">
            <a:avLst/>
          </a:prstGeom>
          <a:noFill/>
          <a:ln w="0">
            <a:noFill/>
          </a:ln>
        </p:spPr>
        <p:txBody>
          <a:bodyPr lIns="68400" rIns="68400" tIns="34200" bIns="34200" anchor="ctr">
            <a:noAutofit/>
          </a:bodyPr>
          <a:lstStyle>
            <a:lvl1pPr indent="0">
              <a:buNone/>
              <a:defRPr b="0" lang="de-DE" sz="1400" spc="-1" strike="noStrike">
                <a:solidFill>
                  <a:srgbClr val="000000"/>
                </a:solidFill>
                <a:latin typeface="Times New Roman"/>
              </a:defRPr>
            </a:lvl1pPr>
          </a:lstStyle>
          <a:p>
            <a:pPr indent="0">
              <a:buNone/>
            </a:pPr>
            <a:r>
              <a:rPr b="0" lang="de-DE" sz="1400" spc="-1" strike="noStrike">
                <a:solidFill>
                  <a:srgbClr val="000000"/>
                </a:solidFill>
                <a:latin typeface="Times New Roman"/>
              </a:rPr>
              <a:t>&lt;Datum/Uhrzeit&gt;</a:t>
            </a:r>
            <a:endParaRPr b="0" lang="de-D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8160" cy="857520"/>
          </a:xfrm>
          <a:prstGeom prst="rect">
            <a:avLst/>
          </a:prstGeom>
          <a:noFill/>
          <a:ln w="0">
            <a:noFill/>
          </a:ln>
        </p:spPr>
        <p:txBody>
          <a:bodyPr lIns="0" rIns="0" tIns="0" bIns="0" anchor="ctr">
            <a:noAutofit/>
          </a:bodyPr>
          <a:p>
            <a:pPr indent="0">
              <a:buNone/>
            </a:pPr>
            <a:r>
              <a:rPr b="0" lang="de-DE" sz="1800" spc="-1" strike="noStrike">
                <a:solidFill>
                  <a:srgbClr val="000000"/>
                </a:solidFill>
                <a:latin typeface="Arial"/>
              </a:rPr>
              <a:t>Format des Titeltextes durch Klicken bearbeiten</a:t>
            </a:r>
            <a:endParaRPr b="0" lang="de-DE" sz="1800" spc="-1" strike="noStrike">
              <a:solidFill>
                <a:srgbClr val="000000"/>
              </a:solidFill>
              <a:latin typeface="Arial"/>
            </a:endParaRPr>
          </a:p>
        </p:txBody>
      </p:sp>
      <p:sp>
        <p:nvSpPr>
          <p:cNvPr id="47" name="PlaceHolder 2"/>
          <p:cNvSpPr>
            <a:spLocks noGrp="1"/>
          </p:cNvSpPr>
          <p:nvPr>
            <p:ph type="body"/>
          </p:nvPr>
        </p:nvSpPr>
        <p:spPr>
          <a:xfrm>
            <a:off x="457200" y="1203480"/>
            <a:ext cx="8228160" cy="2981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de-DE" sz="1800" spc="-1" strike="noStrike">
                <a:solidFill>
                  <a:srgbClr val="000000"/>
                </a:solidFill>
                <a:latin typeface="Arial"/>
              </a:rPr>
              <a:t>Format des Gliederungstextes durch Klicken bearbeiten</a:t>
            </a:r>
            <a:endParaRPr b="0" lang="de-D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de-DE" sz="1800" spc="-1" strike="noStrike">
                <a:solidFill>
                  <a:srgbClr val="000000"/>
                </a:solidFill>
                <a:latin typeface="Arial"/>
              </a:rPr>
              <a:t>Zweite Gliederungsebene</a:t>
            </a:r>
            <a:endParaRPr b="0" lang="de-D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de-DE" sz="1800" spc="-1" strike="noStrike">
                <a:solidFill>
                  <a:srgbClr val="000000"/>
                </a:solidFill>
                <a:latin typeface="Arial"/>
              </a:rPr>
              <a:t>Dritte Gliederungsebene</a:t>
            </a:r>
            <a:endParaRPr b="0" lang="de-D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de-DE" sz="1800" spc="-1" strike="noStrike">
                <a:solidFill>
                  <a:srgbClr val="000000"/>
                </a:solidFill>
                <a:latin typeface="Arial"/>
              </a:rPr>
              <a:t>Vierte Gliederungsebene</a:t>
            </a:r>
            <a:endParaRPr b="0" lang="de-D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de-DE" sz="1800" spc="-1" strike="noStrike">
                <a:solidFill>
                  <a:srgbClr val="000000"/>
                </a:solidFill>
                <a:latin typeface="Arial"/>
              </a:rPr>
              <a:t>Fünfte Gliederungsebene</a:t>
            </a:r>
            <a:endParaRPr b="0" lang="de-D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de-DE" sz="1800" spc="-1" strike="noStrike">
                <a:solidFill>
                  <a:srgbClr val="000000"/>
                </a:solidFill>
                <a:latin typeface="Arial"/>
              </a:rPr>
              <a:t>Sechste Gliederungsebene</a:t>
            </a:r>
            <a:endParaRPr b="0" lang="de-D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de-DE" sz="1800" spc="-1" strike="noStrike">
                <a:solidFill>
                  <a:srgbClr val="000000"/>
                </a:solidFill>
                <a:latin typeface="Arial"/>
              </a:rPr>
              <a:t>Siebte Gliederungsebene</a:t>
            </a:r>
            <a:endParaRPr b="0" lang="de-DE" sz="1800" spc="-1" strike="noStrike">
              <a:solidFill>
                <a:srgbClr val="000000"/>
              </a:solidFill>
              <a:latin typeface="Arial"/>
            </a:endParaRPr>
          </a:p>
        </p:txBody>
      </p:sp>
      <p:sp>
        <p:nvSpPr>
          <p:cNvPr id="48" name="PlaceHolder 3"/>
          <p:cNvSpPr>
            <a:spLocks noGrp="1"/>
          </p:cNvSpPr>
          <p:nvPr>
            <p:ph type="sldNum" idx="25"/>
          </p:nvPr>
        </p:nvSpPr>
        <p:spPr>
          <a:xfrm>
            <a:off x="8472600" y="4663080"/>
            <a:ext cx="547200" cy="392040"/>
          </a:xfrm>
          <a:prstGeom prst="rect">
            <a:avLst/>
          </a:prstGeom>
          <a:noFill/>
          <a:ln w="0">
            <a:noFill/>
          </a:ln>
        </p:spPr>
        <p:txBody>
          <a:bodyPr lIns="68400" rIns="68400" tIns="68400" bIns="68400" anchor="ctr">
            <a:noAutofit/>
          </a:bodyPr>
          <a:lstStyle>
            <a:lvl1pPr indent="0" algn="r">
              <a:lnSpc>
                <a:spcPct val="100000"/>
              </a:lnSpc>
              <a:buNone/>
              <a:tabLst>
                <a:tab algn="l" pos="0"/>
              </a:tabLst>
              <a:defRPr b="0" lang="de" sz="900" spc="-1" strike="noStrike">
                <a:solidFill>
                  <a:srgbClr val="888888"/>
                </a:solidFill>
                <a:latin typeface="Calibri"/>
                <a:ea typeface="Calibri"/>
              </a:defRPr>
            </a:lvl1pPr>
          </a:lstStyle>
          <a:p>
            <a:pPr indent="0" algn="r">
              <a:lnSpc>
                <a:spcPct val="100000"/>
              </a:lnSpc>
              <a:buNone/>
              <a:tabLst>
                <a:tab algn="l" pos="0"/>
              </a:tabLst>
            </a:pPr>
            <a:fld id="{60A0F3AA-E220-41F8-96B5-E37388E2C7A1}" type="slidenum">
              <a:rPr b="0" lang="de" sz="900" spc="-1" strike="noStrike">
                <a:solidFill>
                  <a:srgbClr val="888888"/>
                </a:solidFill>
                <a:latin typeface="Calibri"/>
                <a:ea typeface="Calibri"/>
              </a:rPr>
              <a:t>&lt;Foliennummer&gt;</a:t>
            </a:fld>
            <a:endParaRPr b="0" lang="de-DE"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1" name="PlaceHolder 1"/>
          <p:cNvSpPr>
            <a:spLocks noGrp="1"/>
          </p:cNvSpPr>
          <p:nvPr>
            <p:ph type="ftr" idx="26"/>
          </p:nvPr>
        </p:nvSpPr>
        <p:spPr>
          <a:xfrm>
            <a:off x="3029040" y="4767120"/>
            <a:ext cx="3084840" cy="27252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&lt;Fußzeile&gt;</a:t>
            </a:r>
            <a:endParaRPr b="0" lang="de-DE" sz="1400" spc="-1" strike="noStrike">
              <a:solidFill>
                <a:srgbClr val="000000"/>
              </a:solidFill>
              <a:latin typeface="Times New Roman"/>
            </a:endParaRPr>
          </a:p>
        </p:txBody>
      </p:sp>
      <p:sp>
        <p:nvSpPr>
          <p:cNvPr id="52" name="PlaceHolder 2"/>
          <p:cNvSpPr>
            <a:spLocks noGrp="1"/>
          </p:cNvSpPr>
          <p:nvPr>
            <p:ph type="sldNum" idx="27"/>
          </p:nvPr>
        </p:nvSpPr>
        <p:spPr>
          <a:xfrm>
            <a:off x="6458040" y="4767120"/>
            <a:ext cx="2055960" cy="272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de" sz="900" spc="-1" strike="noStrike">
                <a:solidFill>
                  <a:srgbClr val="888888"/>
                </a:solidFill>
                <a:latin typeface="Calibri"/>
                <a:ea typeface="Calibri"/>
              </a:defRPr>
            </a:lvl1pPr>
          </a:lstStyle>
          <a:p>
            <a:pPr indent="0" algn="r">
              <a:lnSpc>
                <a:spcPct val="100000"/>
              </a:lnSpc>
              <a:buNone/>
              <a:tabLst>
                <a:tab algn="l" pos="0"/>
              </a:tabLst>
            </a:pPr>
            <a:fld id="{3588BF19-B260-46BB-BC98-59C2DB0CC018}" type="slidenum">
              <a:rPr b="0" lang="de" sz="900" spc="-1" strike="noStrike">
                <a:solidFill>
                  <a:srgbClr val="888888"/>
                </a:solidFill>
                <a:latin typeface="Calibri"/>
                <a:ea typeface="Calibri"/>
              </a:rPr>
              <a:t>&lt;Foliennummer&gt;</a:t>
            </a:fld>
            <a:endParaRPr b="0" lang="de-DE" sz="900" spc="-1" strike="noStrike">
              <a:solidFill>
                <a:srgbClr val="000000"/>
              </a:solidFill>
              <a:latin typeface="Times New Roman"/>
            </a:endParaRPr>
          </a:p>
        </p:txBody>
      </p:sp>
      <p:sp>
        <p:nvSpPr>
          <p:cNvPr id="53" name="PlaceHolder 3"/>
          <p:cNvSpPr>
            <a:spLocks noGrp="1"/>
          </p:cNvSpPr>
          <p:nvPr>
            <p:ph type="dt" idx="28"/>
          </p:nvPr>
        </p:nvSpPr>
        <p:spPr>
          <a:xfrm>
            <a:off x="628560" y="4767120"/>
            <a:ext cx="2055960" cy="272520"/>
          </a:xfrm>
          <a:prstGeom prst="rect">
            <a:avLst/>
          </a:prstGeom>
          <a:noFill/>
          <a:ln w="0">
            <a:noFill/>
          </a:ln>
        </p:spPr>
        <p:txBody>
          <a:bodyPr lIns="68400" rIns="68400" tIns="34200" bIns="34200" anchor="ctr">
            <a:noAutofit/>
          </a:bodyPr>
          <a:lstStyle>
            <a:lvl1pPr indent="0">
              <a:buNone/>
              <a:defRPr b="0" lang="de-DE" sz="1400" spc="-1" strike="noStrike">
                <a:solidFill>
                  <a:srgbClr val="000000"/>
                </a:solidFill>
                <a:latin typeface="Times New Roman"/>
              </a:defRPr>
            </a:lvl1pPr>
          </a:lstStyle>
          <a:p>
            <a:pPr indent="0">
              <a:buNone/>
            </a:pPr>
            <a:r>
              <a:rPr b="0" lang="de-DE" sz="1400" spc="-1" strike="noStrike">
                <a:solidFill>
                  <a:srgbClr val="000000"/>
                </a:solidFill>
                <a:latin typeface="Times New Roman"/>
              </a:rPr>
              <a:t>&lt;Datum/Uhrzeit&gt;</a:t>
            </a:r>
            <a:endParaRPr b="0" lang="de-D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8160" cy="857520"/>
          </a:xfrm>
          <a:prstGeom prst="rect">
            <a:avLst/>
          </a:prstGeom>
          <a:noFill/>
          <a:ln w="0">
            <a:noFill/>
          </a:ln>
        </p:spPr>
        <p:txBody>
          <a:bodyPr lIns="0" rIns="0" tIns="0" bIns="0" anchor="ctr">
            <a:noAutofit/>
          </a:bodyPr>
          <a:p>
            <a:pPr indent="0">
              <a:buNone/>
            </a:pPr>
            <a:r>
              <a:rPr b="0" lang="de-DE" sz="1800" spc="-1" strike="noStrike">
                <a:solidFill>
                  <a:srgbClr val="000000"/>
                </a:solidFill>
                <a:latin typeface="Arial"/>
              </a:rPr>
              <a:t>Format des Titeltextes durch Klicken bearbeiten</a:t>
            </a:r>
            <a:endParaRPr b="0" lang="de-DE" sz="1800" spc="-1" strike="noStrike">
              <a:solidFill>
                <a:srgbClr val="000000"/>
              </a:solidFill>
              <a:latin typeface="Arial"/>
            </a:endParaRPr>
          </a:p>
        </p:txBody>
      </p:sp>
      <p:sp>
        <p:nvSpPr>
          <p:cNvPr id="55" name="PlaceHolder 2"/>
          <p:cNvSpPr>
            <a:spLocks noGrp="1"/>
          </p:cNvSpPr>
          <p:nvPr>
            <p:ph type="body"/>
          </p:nvPr>
        </p:nvSpPr>
        <p:spPr>
          <a:xfrm>
            <a:off x="457200" y="1203480"/>
            <a:ext cx="4015080" cy="2981880"/>
          </a:xfrm>
          <a:prstGeom prst="rect">
            <a:avLst/>
          </a:prstGeom>
          <a:noFill/>
          <a:ln w="0">
            <a:noFill/>
          </a:ln>
        </p:spPr>
        <p:txBody>
          <a:bodyPr lIns="0" rIns="0" tIns="0" bIns="0" anchor="t">
            <a:normAutofit fontScale="75000" lnSpcReduction="10000"/>
          </a:bodyPr>
          <a:p>
            <a:pPr marL="432000" indent="-324000">
              <a:spcBef>
                <a:spcPts val="1417"/>
              </a:spcBef>
              <a:buClr>
                <a:srgbClr val="000000"/>
              </a:buClr>
              <a:buSzPct val="45000"/>
              <a:buFont typeface="Wingdings" charset="2"/>
              <a:buChar char=""/>
            </a:pPr>
            <a:r>
              <a:rPr b="0" lang="de-DE" sz="1800" spc="-1" strike="noStrike">
                <a:solidFill>
                  <a:srgbClr val="000000"/>
                </a:solidFill>
                <a:latin typeface="Arial"/>
              </a:rPr>
              <a:t>Format des Gliederungstextes durch Klicken bearbeiten</a:t>
            </a:r>
            <a:endParaRPr b="0" lang="de-D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de-DE" sz="1800" spc="-1" strike="noStrike">
                <a:solidFill>
                  <a:srgbClr val="000000"/>
                </a:solidFill>
                <a:latin typeface="Arial"/>
              </a:rPr>
              <a:t>Zweite Gliederungsebene</a:t>
            </a:r>
            <a:endParaRPr b="0" lang="de-D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de-DE" sz="1800" spc="-1" strike="noStrike">
                <a:solidFill>
                  <a:srgbClr val="000000"/>
                </a:solidFill>
                <a:latin typeface="Arial"/>
              </a:rPr>
              <a:t>Dritte Gliederungsebene</a:t>
            </a:r>
            <a:endParaRPr b="0" lang="de-D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de-DE" sz="1800" spc="-1" strike="noStrike">
                <a:solidFill>
                  <a:srgbClr val="000000"/>
                </a:solidFill>
                <a:latin typeface="Arial"/>
              </a:rPr>
              <a:t>Vierte Gliederungsebene</a:t>
            </a:r>
            <a:endParaRPr b="0" lang="de-D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de-DE" sz="1800" spc="-1" strike="noStrike">
                <a:solidFill>
                  <a:srgbClr val="000000"/>
                </a:solidFill>
                <a:latin typeface="Arial"/>
              </a:rPr>
              <a:t>Fünfte Gliederungsebene</a:t>
            </a:r>
            <a:endParaRPr b="0" lang="de-D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de-DE" sz="1800" spc="-1" strike="noStrike">
                <a:solidFill>
                  <a:srgbClr val="000000"/>
                </a:solidFill>
                <a:latin typeface="Arial"/>
              </a:rPr>
              <a:t>Sechste Gliederungsebene</a:t>
            </a:r>
            <a:endParaRPr b="0" lang="de-D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de-DE" sz="1800" spc="-1" strike="noStrike">
                <a:solidFill>
                  <a:srgbClr val="000000"/>
                </a:solidFill>
                <a:latin typeface="Arial"/>
              </a:rPr>
              <a:t>Siebte Gliederungsebene</a:t>
            </a:r>
            <a:endParaRPr b="0" lang="de-DE" sz="1800" spc="-1" strike="noStrike">
              <a:solidFill>
                <a:srgbClr val="000000"/>
              </a:solidFill>
              <a:latin typeface="Arial"/>
            </a:endParaRPr>
          </a:p>
        </p:txBody>
      </p:sp>
      <p:sp>
        <p:nvSpPr>
          <p:cNvPr id="56" name="PlaceHolder 3"/>
          <p:cNvSpPr>
            <a:spLocks noGrp="1"/>
          </p:cNvSpPr>
          <p:nvPr>
            <p:ph type="body"/>
          </p:nvPr>
        </p:nvSpPr>
        <p:spPr>
          <a:xfrm>
            <a:off x="4673880" y="1203480"/>
            <a:ext cx="4015080" cy="2981880"/>
          </a:xfrm>
          <a:prstGeom prst="rect">
            <a:avLst/>
          </a:prstGeom>
          <a:noFill/>
          <a:ln w="0">
            <a:noFill/>
          </a:ln>
        </p:spPr>
        <p:txBody>
          <a:bodyPr lIns="0" rIns="0" tIns="0" bIns="0" anchor="t">
            <a:normAutofit fontScale="75000" lnSpcReduction="10000"/>
          </a:bodyPr>
          <a:p>
            <a:pPr marL="432000" indent="-324000">
              <a:spcBef>
                <a:spcPts val="1417"/>
              </a:spcBef>
              <a:buClr>
                <a:srgbClr val="000000"/>
              </a:buClr>
              <a:buSzPct val="45000"/>
              <a:buFont typeface="Wingdings" charset="2"/>
              <a:buChar char=""/>
            </a:pPr>
            <a:r>
              <a:rPr b="0" lang="de-DE" sz="1800" spc="-1" strike="noStrike">
                <a:solidFill>
                  <a:srgbClr val="000000"/>
                </a:solidFill>
                <a:latin typeface="Arial"/>
              </a:rPr>
              <a:t>Format des Gliederungstextes durch Klicken bearbeiten</a:t>
            </a:r>
            <a:endParaRPr b="0" lang="de-DE"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de-DE" sz="1800" spc="-1" strike="noStrike">
                <a:solidFill>
                  <a:srgbClr val="000000"/>
                </a:solidFill>
                <a:latin typeface="Arial"/>
              </a:rPr>
              <a:t>Zweite Gliederungsebene</a:t>
            </a:r>
            <a:endParaRPr b="0" lang="de-DE"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de-DE" sz="1800" spc="-1" strike="noStrike">
                <a:solidFill>
                  <a:srgbClr val="000000"/>
                </a:solidFill>
                <a:latin typeface="Arial"/>
              </a:rPr>
              <a:t>Dritte Gliederungsebene</a:t>
            </a:r>
            <a:endParaRPr b="0" lang="de-DE"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de-DE" sz="1800" spc="-1" strike="noStrike">
                <a:solidFill>
                  <a:srgbClr val="000000"/>
                </a:solidFill>
                <a:latin typeface="Arial"/>
              </a:rPr>
              <a:t>Vierte Gliederungsebene</a:t>
            </a:r>
            <a:endParaRPr b="0" lang="de-DE"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de-DE" sz="1800" spc="-1" strike="noStrike">
                <a:solidFill>
                  <a:srgbClr val="000000"/>
                </a:solidFill>
                <a:latin typeface="Arial"/>
              </a:rPr>
              <a:t>Fünfte Gliederungsebene</a:t>
            </a:r>
            <a:endParaRPr b="0" lang="de-DE"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de-DE" sz="1800" spc="-1" strike="noStrike">
                <a:solidFill>
                  <a:srgbClr val="000000"/>
                </a:solidFill>
                <a:latin typeface="Arial"/>
              </a:rPr>
              <a:t>Sechste Gliederungsebene</a:t>
            </a:r>
            <a:endParaRPr b="0" lang="de-DE"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de-DE" sz="1800" spc="-1" strike="noStrike">
                <a:solidFill>
                  <a:srgbClr val="000000"/>
                </a:solidFill>
                <a:latin typeface="Arial"/>
              </a:rPr>
              <a:t>Siebte Gliederungsebene</a:t>
            </a:r>
            <a:endParaRPr b="0" lang="de-DE" sz="1800" spc="-1" strike="noStrike">
              <a:solidFill>
                <a:srgbClr val="000000"/>
              </a:solidFill>
              <a:latin typeface="Arial"/>
            </a:endParaRPr>
          </a:p>
        </p:txBody>
      </p:sp>
      <p:sp>
        <p:nvSpPr>
          <p:cNvPr id="57" name="PlaceHolder 4"/>
          <p:cNvSpPr>
            <a:spLocks noGrp="1"/>
          </p:cNvSpPr>
          <p:nvPr>
            <p:ph type="ftr" idx="29"/>
          </p:nvPr>
        </p:nvSpPr>
        <p:spPr>
          <a:xfrm>
            <a:off x="3029040" y="4767120"/>
            <a:ext cx="3084840" cy="27252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&lt;Fußzeile&gt;</a:t>
            </a:r>
            <a:endParaRPr b="0" lang="de-DE" sz="1400" spc="-1" strike="noStrike">
              <a:solidFill>
                <a:srgbClr val="000000"/>
              </a:solidFill>
              <a:latin typeface="Times New Roman"/>
            </a:endParaRPr>
          </a:p>
        </p:txBody>
      </p:sp>
      <p:sp>
        <p:nvSpPr>
          <p:cNvPr id="58" name="PlaceHolder 5"/>
          <p:cNvSpPr>
            <a:spLocks noGrp="1"/>
          </p:cNvSpPr>
          <p:nvPr>
            <p:ph type="sldNum" idx="30"/>
          </p:nvPr>
        </p:nvSpPr>
        <p:spPr>
          <a:xfrm>
            <a:off x="6458040" y="4767120"/>
            <a:ext cx="2055960" cy="272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de" sz="900" spc="-1" strike="noStrike">
                <a:solidFill>
                  <a:srgbClr val="888888"/>
                </a:solidFill>
                <a:latin typeface="Calibri"/>
                <a:ea typeface="Calibri"/>
              </a:defRPr>
            </a:lvl1pPr>
          </a:lstStyle>
          <a:p>
            <a:pPr indent="0" algn="r">
              <a:lnSpc>
                <a:spcPct val="100000"/>
              </a:lnSpc>
              <a:buNone/>
              <a:tabLst>
                <a:tab algn="l" pos="0"/>
              </a:tabLst>
            </a:pPr>
            <a:fld id="{DD543F7A-6665-4EB5-94B8-2B0D8272A5C9}" type="slidenum">
              <a:rPr b="0" lang="de" sz="900" spc="-1" strike="noStrike">
                <a:solidFill>
                  <a:srgbClr val="888888"/>
                </a:solidFill>
                <a:latin typeface="Calibri"/>
                <a:ea typeface="Calibri"/>
              </a:rPr>
              <a:t>&lt;Foliennummer&gt;</a:t>
            </a:fld>
            <a:endParaRPr b="0" lang="de-DE" sz="900" spc="-1" strike="noStrike">
              <a:solidFill>
                <a:srgbClr val="000000"/>
              </a:solidFill>
              <a:latin typeface="Times New Roman"/>
            </a:endParaRPr>
          </a:p>
        </p:txBody>
      </p:sp>
      <p:sp>
        <p:nvSpPr>
          <p:cNvPr id="59" name="PlaceHolder 6"/>
          <p:cNvSpPr>
            <a:spLocks noGrp="1"/>
          </p:cNvSpPr>
          <p:nvPr>
            <p:ph type="dt" idx="31"/>
          </p:nvPr>
        </p:nvSpPr>
        <p:spPr>
          <a:xfrm>
            <a:off x="628560" y="4767120"/>
            <a:ext cx="2055960" cy="272520"/>
          </a:xfrm>
          <a:prstGeom prst="rect">
            <a:avLst/>
          </a:prstGeom>
          <a:noFill/>
          <a:ln w="0">
            <a:noFill/>
          </a:ln>
        </p:spPr>
        <p:txBody>
          <a:bodyPr lIns="68400" rIns="68400" tIns="34200" bIns="34200" anchor="ctr">
            <a:noAutofit/>
          </a:bodyPr>
          <a:lstStyle>
            <a:lvl1pPr indent="0">
              <a:buNone/>
              <a:defRPr b="0" lang="de-DE" sz="1400" spc="-1" strike="noStrike">
                <a:solidFill>
                  <a:srgbClr val="000000"/>
                </a:solidFill>
                <a:latin typeface="Times New Roman"/>
              </a:defRPr>
            </a:lvl1pPr>
          </a:lstStyle>
          <a:p>
            <a:pPr indent="0">
              <a:buNone/>
            </a:pPr>
            <a:r>
              <a:rPr b="0" lang="de-DE" sz="1400" spc="-1" strike="noStrike">
                <a:solidFill>
                  <a:srgbClr val="000000"/>
                </a:solidFill>
                <a:latin typeface="Times New Roman"/>
              </a:rPr>
              <a:t>&lt;Datum/Uhrzeit&gt;</a:t>
            </a:r>
            <a:endParaRPr b="0" lang="de-D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3" name="PlaceHolder 1"/>
          <p:cNvSpPr>
            <a:spLocks noGrp="1"/>
          </p:cNvSpPr>
          <p:nvPr>
            <p:ph type="ftr" idx="32"/>
          </p:nvPr>
        </p:nvSpPr>
        <p:spPr>
          <a:xfrm>
            <a:off x="3029040" y="4767120"/>
            <a:ext cx="3084840" cy="27252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&lt;Fußzeile&gt;</a:t>
            </a:r>
            <a:endParaRPr b="0" lang="de-DE" sz="1400" spc="-1" strike="noStrike">
              <a:solidFill>
                <a:srgbClr val="000000"/>
              </a:solidFill>
              <a:latin typeface="Times New Roman"/>
            </a:endParaRPr>
          </a:p>
        </p:txBody>
      </p:sp>
      <p:sp>
        <p:nvSpPr>
          <p:cNvPr id="64" name="PlaceHolder 2"/>
          <p:cNvSpPr>
            <a:spLocks noGrp="1"/>
          </p:cNvSpPr>
          <p:nvPr>
            <p:ph type="sldNum" idx="33"/>
          </p:nvPr>
        </p:nvSpPr>
        <p:spPr>
          <a:xfrm>
            <a:off x="6458040" y="4767120"/>
            <a:ext cx="2055960" cy="272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de" sz="900" spc="-1" strike="noStrike">
                <a:solidFill>
                  <a:srgbClr val="888888"/>
                </a:solidFill>
                <a:latin typeface="Calibri"/>
                <a:ea typeface="Calibri"/>
              </a:defRPr>
            </a:lvl1pPr>
          </a:lstStyle>
          <a:p>
            <a:pPr indent="0" algn="r">
              <a:lnSpc>
                <a:spcPct val="100000"/>
              </a:lnSpc>
              <a:buNone/>
              <a:tabLst>
                <a:tab algn="l" pos="0"/>
              </a:tabLst>
            </a:pPr>
            <a:fld id="{2C748F84-92E2-4C7F-87C9-E5A51DCD9C86}" type="slidenum">
              <a:rPr b="0" lang="de" sz="900" spc="-1" strike="noStrike">
                <a:solidFill>
                  <a:srgbClr val="888888"/>
                </a:solidFill>
                <a:latin typeface="Calibri"/>
                <a:ea typeface="Calibri"/>
              </a:rPr>
              <a:t>&lt;Foliennummer&gt;</a:t>
            </a:fld>
            <a:endParaRPr b="0" lang="de-DE" sz="900" spc="-1" strike="noStrike">
              <a:solidFill>
                <a:srgbClr val="000000"/>
              </a:solidFill>
              <a:latin typeface="Times New Roman"/>
            </a:endParaRPr>
          </a:p>
        </p:txBody>
      </p:sp>
      <p:sp>
        <p:nvSpPr>
          <p:cNvPr id="65" name="PlaceHolder 3"/>
          <p:cNvSpPr>
            <a:spLocks noGrp="1"/>
          </p:cNvSpPr>
          <p:nvPr>
            <p:ph type="dt" idx="34"/>
          </p:nvPr>
        </p:nvSpPr>
        <p:spPr>
          <a:xfrm>
            <a:off x="628560" y="4767120"/>
            <a:ext cx="2055960" cy="272520"/>
          </a:xfrm>
          <a:prstGeom prst="rect">
            <a:avLst/>
          </a:prstGeom>
          <a:noFill/>
          <a:ln w="0">
            <a:noFill/>
          </a:ln>
        </p:spPr>
        <p:txBody>
          <a:bodyPr lIns="68400" rIns="68400" tIns="34200" bIns="34200" anchor="ctr">
            <a:noAutofit/>
          </a:bodyPr>
          <a:lstStyle>
            <a:lvl1pPr indent="0">
              <a:buNone/>
              <a:defRPr b="0" lang="de-DE" sz="1400" spc="-1" strike="noStrike">
                <a:solidFill>
                  <a:srgbClr val="000000"/>
                </a:solidFill>
                <a:latin typeface="Times New Roman"/>
              </a:defRPr>
            </a:lvl1pPr>
          </a:lstStyle>
          <a:p>
            <a:pPr indent="0">
              <a:buNone/>
            </a:pPr>
            <a:r>
              <a:rPr b="0" lang="de-DE" sz="1400" spc="-1" strike="noStrike">
                <a:solidFill>
                  <a:srgbClr val="000000"/>
                </a:solidFill>
                <a:latin typeface="Times New Roman"/>
              </a:rPr>
              <a:t>&lt;Datum/Uhrzeit&gt;</a:t>
            </a:r>
            <a:endParaRPr b="0" lang="de-D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05200"/>
            <a:ext cx="8228160" cy="857520"/>
          </a:xfrm>
          <a:prstGeom prst="rect">
            <a:avLst/>
          </a:prstGeom>
          <a:noFill/>
          <a:ln w="0">
            <a:noFill/>
          </a:ln>
        </p:spPr>
        <p:txBody>
          <a:bodyPr lIns="0" rIns="0" tIns="0" bIns="0" anchor="ctr">
            <a:noAutofit/>
          </a:bodyPr>
          <a:p>
            <a:pPr indent="0">
              <a:buNone/>
            </a:pPr>
            <a:r>
              <a:rPr b="0" lang="de-DE" sz="1800" spc="-1" strike="noStrike">
                <a:solidFill>
                  <a:srgbClr val="000000"/>
                </a:solidFill>
                <a:latin typeface="Arial"/>
              </a:rPr>
              <a:t>Format des Titeltextes durch Klicken bearbeiten</a:t>
            </a:r>
            <a:endParaRPr b="0" lang="de-DE" sz="1800" spc="-1" strike="noStrike">
              <a:solidFill>
                <a:srgbClr val="000000"/>
              </a:solidFill>
              <a:latin typeface="Arial"/>
            </a:endParaRPr>
          </a:p>
        </p:txBody>
      </p:sp>
      <p:sp>
        <p:nvSpPr>
          <p:cNvPr id="67" name="PlaceHolder 2"/>
          <p:cNvSpPr>
            <a:spLocks noGrp="1"/>
          </p:cNvSpPr>
          <p:nvPr>
            <p:ph type="ftr" idx="35"/>
          </p:nvPr>
        </p:nvSpPr>
        <p:spPr>
          <a:xfrm>
            <a:off x="3029040" y="4767120"/>
            <a:ext cx="3084840" cy="27252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&lt;Fußzeile&gt;</a:t>
            </a:r>
            <a:endParaRPr b="0" lang="de-DE" sz="1400" spc="-1" strike="noStrike">
              <a:solidFill>
                <a:srgbClr val="000000"/>
              </a:solidFill>
              <a:latin typeface="Times New Roman"/>
            </a:endParaRPr>
          </a:p>
        </p:txBody>
      </p:sp>
      <p:sp>
        <p:nvSpPr>
          <p:cNvPr id="68" name="PlaceHolder 3"/>
          <p:cNvSpPr>
            <a:spLocks noGrp="1"/>
          </p:cNvSpPr>
          <p:nvPr>
            <p:ph type="sldNum" idx="36"/>
          </p:nvPr>
        </p:nvSpPr>
        <p:spPr>
          <a:xfrm>
            <a:off x="6458040" y="4767120"/>
            <a:ext cx="2055960" cy="272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de" sz="900" spc="-1" strike="noStrike">
                <a:solidFill>
                  <a:srgbClr val="888888"/>
                </a:solidFill>
                <a:latin typeface="Calibri"/>
                <a:ea typeface="Calibri"/>
              </a:defRPr>
            </a:lvl1pPr>
          </a:lstStyle>
          <a:p>
            <a:pPr indent="0" algn="r">
              <a:lnSpc>
                <a:spcPct val="100000"/>
              </a:lnSpc>
              <a:buNone/>
              <a:tabLst>
                <a:tab algn="l" pos="0"/>
              </a:tabLst>
            </a:pPr>
            <a:fld id="{1EB1A871-DDCD-4B3F-B5A2-7EB001FEE154}" type="slidenum">
              <a:rPr b="0" lang="de" sz="900" spc="-1" strike="noStrike">
                <a:solidFill>
                  <a:srgbClr val="888888"/>
                </a:solidFill>
                <a:latin typeface="Calibri"/>
                <a:ea typeface="Calibri"/>
              </a:rPr>
              <a:t>&lt;Foliennummer&gt;</a:t>
            </a:fld>
            <a:endParaRPr b="0" lang="de-DE" sz="900" spc="-1" strike="noStrike">
              <a:solidFill>
                <a:srgbClr val="000000"/>
              </a:solidFill>
              <a:latin typeface="Times New Roman"/>
            </a:endParaRPr>
          </a:p>
        </p:txBody>
      </p:sp>
      <p:sp>
        <p:nvSpPr>
          <p:cNvPr id="69" name="PlaceHolder 4"/>
          <p:cNvSpPr>
            <a:spLocks noGrp="1"/>
          </p:cNvSpPr>
          <p:nvPr>
            <p:ph type="dt" idx="37"/>
          </p:nvPr>
        </p:nvSpPr>
        <p:spPr>
          <a:xfrm>
            <a:off x="628560" y="4767120"/>
            <a:ext cx="2055960" cy="272520"/>
          </a:xfrm>
          <a:prstGeom prst="rect">
            <a:avLst/>
          </a:prstGeom>
          <a:noFill/>
          <a:ln w="0">
            <a:noFill/>
          </a:ln>
        </p:spPr>
        <p:txBody>
          <a:bodyPr lIns="68400" rIns="68400" tIns="34200" bIns="34200" anchor="ctr">
            <a:noAutofit/>
          </a:bodyPr>
          <a:lstStyle>
            <a:lvl1pPr indent="0">
              <a:buNone/>
              <a:defRPr b="0" lang="de-DE" sz="1400" spc="-1" strike="noStrike">
                <a:solidFill>
                  <a:srgbClr val="000000"/>
                </a:solidFill>
                <a:latin typeface="Times New Roman"/>
              </a:defRPr>
            </a:lvl1pPr>
          </a:lstStyle>
          <a:p>
            <a:pPr indent="0">
              <a:buNone/>
            </a:pPr>
            <a:r>
              <a:rPr b="0" lang="de-DE" sz="1400" spc="-1" strike="noStrike">
                <a:solidFill>
                  <a:srgbClr val="000000"/>
                </a:solidFill>
                <a:latin typeface="Times New Roman"/>
              </a:rPr>
              <a:t>&lt;Datum/Uhrzeit&gt;</a:t>
            </a:r>
            <a:endParaRPr b="0" lang="de-D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05200"/>
            <a:ext cx="8228160" cy="857520"/>
          </a:xfrm>
          <a:prstGeom prst="rect">
            <a:avLst/>
          </a:prstGeom>
          <a:noFill/>
          <a:ln w="0">
            <a:noFill/>
          </a:ln>
        </p:spPr>
        <p:txBody>
          <a:bodyPr lIns="0" rIns="0" tIns="0" bIns="0" anchor="ctr">
            <a:noAutofit/>
          </a:bodyPr>
          <a:p>
            <a:pPr indent="0">
              <a:buNone/>
            </a:pPr>
            <a:r>
              <a:rPr b="0" lang="de-DE" sz="1800" spc="-1" strike="noStrike">
                <a:solidFill>
                  <a:srgbClr val="000000"/>
                </a:solidFill>
                <a:latin typeface="Arial"/>
              </a:rPr>
              <a:t>Format des Titeltextes durch Klicken bearbeiten</a:t>
            </a:r>
            <a:endParaRPr b="0" lang="de-DE" sz="1800" spc="-1" strike="noStrike">
              <a:solidFill>
                <a:srgbClr val="000000"/>
              </a:solidFill>
              <a:latin typeface="Arial"/>
            </a:endParaRPr>
          </a:p>
        </p:txBody>
      </p:sp>
      <p:sp>
        <p:nvSpPr>
          <p:cNvPr id="72" name="PlaceHolder 2"/>
          <p:cNvSpPr>
            <a:spLocks noGrp="1"/>
          </p:cNvSpPr>
          <p:nvPr>
            <p:ph type="ftr" idx="38"/>
          </p:nvPr>
        </p:nvSpPr>
        <p:spPr>
          <a:xfrm>
            <a:off x="3029040" y="4767120"/>
            <a:ext cx="3084840" cy="27252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&lt;Fußzeile&gt;</a:t>
            </a:r>
            <a:endParaRPr b="0" lang="de-DE" sz="1400" spc="-1" strike="noStrike">
              <a:solidFill>
                <a:srgbClr val="000000"/>
              </a:solidFill>
              <a:latin typeface="Times New Roman"/>
            </a:endParaRPr>
          </a:p>
        </p:txBody>
      </p:sp>
      <p:sp>
        <p:nvSpPr>
          <p:cNvPr id="73" name="PlaceHolder 3"/>
          <p:cNvSpPr>
            <a:spLocks noGrp="1"/>
          </p:cNvSpPr>
          <p:nvPr>
            <p:ph type="sldNum" idx="39"/>
          </p:nvPr>
        </p:nvSpPr>
        <p:spPr>
          <a:xfrm>
            <a:off x="6458040" y="4767120"/>
            <a:ext cx="2055960" cy="272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de" sz="900" spc="-1" strike="noStrike">
                <a:solidFill>
                  <a:srgbClr val="888888"/>
                </a:solidFill>
                <a:latin typeface="Calibri"/>
                <a:ea typeface="Calibri"/>
              </a:defRPr>
            </a:lvl1pPr>
          </a:lstStyle>
          <a:p>
            <a:pPr indent="0" algn="r">
              <a:lnSpc>
                <a:spcPct val="100000"/>
              </a:lnSpc>
              <a:buNone/>
              <a:tabLst>
                <a:tab algn="l" pos="0"/>
              </a:tabLst>
            </a:pPr>
            <a:fld id="{7FBDC5B4-7E2F-41AD-A5D6-7B5E82557C30}" type="slidenum">
              <a:rPr b="0" lang="de" sz="900" spc="-1" strike="noStrike">
                <a:solidFill>
                  <a:srgbClr val="888888"/>
                </a:solidFill>
                <a:latin typeface="Calibri"/>
                <a:ea typeface="Calibri"/>
              </a:rPr>
              <a:t>&lt;Foliennummer&gt;</a:t>
            </a:fld>
            <a:endParaRPr b="0" lang="de-DE" sz="900" spc="-1" strike="noStrike">
              <a:solidFill>
                <a:srgbClr val="000000"/>
              </a:solidFill>
              <a:latin typeface="Times New Roman"/>
            </a:endParaRPr>
          </a:p>
        </p:txBody>
      </p:sp>
      <p:sp>
        <p:nvSpPr>
          <p:cNvPr id="74" name="PlaceHolder 4"/>
          <p:cNvSpPr>
            <a:spLocks noGrp="1"/>
          </p:cNvSpPr>
          <p:nvPr>
            <p:ph type="dt" idx="40"/>
          </p:nvPr>
        </p:nvSpPr>
        <p:spPr>
          <a:xfrm>
            <a:off x="628560" y="4767120"/>
            <a:ext cx="2055960" cy="272520"/>
          </a:xfrm>
          <a:prstGeom prst="rect">
            <a:avLst/>
          </a:prstGeom>
          <a:noFill/>
          <a:ln w="0">
            <a:noFill/>
          </a:ln>
        </p:spPr>
        <p:txBody>
          <a:bodyPr lIns="68400" rIns="68400" tIns="34200" bIns="34200" anchor="ctr">
            <a:noAutofit/>
          </a:bodyPr>
          <a:lstStyle>
            <a:lvl1pPr indent="0">
              <a:buNone/>
              <a:defRPr b="0" lang="de-DE" sz="1400" spc="-1" strike="noStrike">
                <a:solidFill>
                  <a:srgbClr val="000000"/>
                </a:solidFill>
                <a:latin typeface="Times New Roman"/>
              </a:defRPr>
            </a:lvl1pPr>
          </a:lstStyle>
          <a:p>
            <a:pPr indent="0">
              <a:buNone/>
            </a:pPr>
            <a:r>
              <a:rPr b="0" lang="de-DE" sz="1400" spc="-1" strike="noStrike">
                <a:solidFill>
                  <a:srgbClr val="000000"/>
                </a:solidFill>
                <a:latin typeface="Times New Roman"/>
              </a:rPr>
              <a:t>&lt;Datum/Uhrzeit&gt;</a:t>
            </a:r>
            <a:endParaRPr b="0" lang="de-DE" sz="1400" spc="-1" strike="noStrike">
              <a:solidFill>
                <a:srgbClr val="000000"/>
              </a:solidFill>
              <a:latin typeface="Times New Roman"/>
            </a:endParaRPr>
          </a:p>
        </p:txBody>
      </p:sp>
      <p:sp>
        <p:nvSpPr>
          <p:cNvPr id="75" name="PlaceHolder 5"/>
          <p:cNvSpPr>
            <a:spLocks noGrp="1"/>
          </p:cNvSpPr>
          <p:nvPr>
            <p:ph type="body"/>
          </p:nvPr>
        </p:nvSpPr>
        <p:spPr>
          <a:xfrm>
            <a:off x="457200" y="1203480"/>
            <a:ext cx="8229240" cy="2982960"/>
          </a:xfrm>
          <a:prstGeom prst="rect">
            <a:avLst/>
          </a:prstGeom>
          <a:noFill/>
          <a:ln w="0">
            <a:noFill/>
          </a:ln>
        </p:spPr>
        <p:txBody>
          <a:bodyPr lIns="0" rIns="0" tIns="0" bIns="0" anchor="t">
            <a:normAutofit fontScale="92490"/>
          </a:bodyPr>
          <a:p>
            <a:pPr marL="432000" indent="-324000">
              <a:spcBef>
                <a:spcPts val="1417"/>
              </a:spcBef>
              <a:buClr>
                <a:srgbClr val="000000"/>
              </a:buClr>
              <a:buSzPct val="45000"/>
              <a:buFont typeface="Wingdings" charset="2"/>
              <a:buChar char=""/>
            </a:pPr>
            <a:r>
              <a:rPr b="0" lang="de-DE" sz="3200" spc="-1" strike="noStrike">
                <a:solidFill>
                  <a:srgbClr val="000000"/>
                </a:solidFill>
                <a:latin typeface="Arial"/>
              </a:rPr>
              <a:t>Format des Gliederungstextes durch Klicken bearbeiten</a:t>
            </a:r>
            <a:endParaRPr b="0" lang="de-DE"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de-DE" sz="2800" spc="-1" strike="noStrike">
                <a:solidFill>
                  <a:srgbClr val="000000"/>
                </a:solidFill>
                <a:latin typeface="Arial"/>
              </a:rPr>
              <a:t>Zweite Gliederungsebene</a:t>
            </a:r>
            <a:endParaRPr b="0" lang="de-DE"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de-DE" sz="2400" spc="-1" strike="noStrike">
                <a:solidFill>
                  <a:srgbClr val="000000"/>
                </a:solidFill>
                <a:latin typeface="Arial"/>
              </a:rPr>
              <a:t>Dritte Gliederungsebene</a:t>
            </a:r>
            <a:endParaRPr b="0" lang="de-DE"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de-DE" sz="2000" spc="-1" strike="noStrike">
                <a:solidFill>
                  <a:srgbClr val="000000"/>
                </a:solidFill>
                <a:latin typeface="Arial"/>
              </a:rPr>
              <a:t>Vierte Gliederungsebene</a:t>
            </a:r>
            <a:endParaRPr b="0" lang="de-DE"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de-DE" sz="2000" spc="-1" strike="noStrike">
                <a:solidFill>
                  <a:srgbClr val="000000"/>
                </a:solidFill>
                <a:latin typeface="Arial"/>
              </a:rPr>
              <a:t>Fünfte Gliederungsebene</a:t>
            </a:r>
            <a:endParaRPr b="0" lang="de-DE"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de-DE" sz="2000" spc="-1" strike="noStrike">
                <a:solidFill>
                  <a:srgbClr val="000000"/>
                </a:solidFill>
                <a:latin typeface="Arial"/>
              </a:rPr>
              <a:t>Sechste Gliederungsebene</a:t>
            </a:r>
            <a:endParaRPr b="0" lang="de-DE"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de-DE" sz="2000" spc="-1" strike="noStrike">
                <a:solidFill>
                  <a:srgbClr val="000000"/>
                </a:solidFill>
                <a:latin typeface="Arial"/>
              </a:rPr>
              <a:t>Siebte Gliederungsebene</a:t>
            </a:r>
            <a:endParaRPr b="0" lang="de-DE"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8" name="PlaceHolder 1"/>
          <p:cNvSpPr>
            <a:spLocks noGrp="1"/>
          </p:cNvSpPr>
          <p:nvPr>
            <p:ph type="ftr" idx="41"/>
          </p:nvPr>
        </p:nvSpPr>
        <p:spPr>
          <a:xfrm>
            <a:off x="3029040" y="4767120"/>
            <a:ext cx="3084840" cy="27252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&lt;Fußzeile&gt;</a:t>
            </a:r>
            <a:endParaRPr b="0" lang="de-DE" sz="1400" spc="-1" strike="noStrike">
              <a:solidFill>
                <a:srgbClr val="000000"/>
              </a:solidFill>
              <a:latin typeface="Times New Roman"/>
            </a:endParaRPr>
          </a:p>
        </p:txBody>
      </p:sp>
      <p:sp>
        <p:nvSpPr>
          <p:cNvPr id="79" name="PlaceHolder 2"/>
          <p:cNvSpPr>
            <a:spLocks noGrp="1"/>
          </p:cNvSpPr>
          <p:nvPr>
            <p:ph type="sldNum" idx="42"/>
          </p:nvPr>
        </p:nvSpPr>
        <p:spPr>
          <a:xfrm>
            <a:off x="6458040" y="4767120"/>
            <a:ext cx="2055960" cy="272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de" sz="900" spc="-1" strike="noStrike">
                <a:solidFill>
                  <a:srgbClr val="888888"/>
                </a:solidFill>
                <a:latin typeface="Calibri"/>
                <a:ea typeface="Calibri"/>
              </a:defRPr>
            </a:lvl1pPr>
          </a:lstStyle>
          <a:p>
            <a:pPr indent="0" algn="r">
              <a:lnSpc>
                <a:spcPct val="100000"/>
              </a:lnSpc>
              <a:buNone/>
              <a:tabLst>
                <a:tab algn="l" pos="0"/>
              </a:tabLst>
            </a:pPr>
            <a:fld id="{614F4E38-ECE9-48EE-A94A-66FE7710BD18}" type="slidenum">
              <a:rPr b="0" lang="de" sz="900" spc="-1" strike="noStrike">
                <a:solidFill>
                  <a:srgbClr val="888888"/>
                </a:solidFill>
                <a:latin typeface="Calibri"/>
                <a:ea typeface="Calibri"/>
              </a:rPr>
              <a:t>&lt;Foliennummer&gt;</a:t>
            </a:fld>
            <a:endParaRPr b="0" lang="de-DE" sz="900" spc="-1" strike="noStrike">
              <a:solidFill>
                <a:srgbClr val="000000"/>
              </a:solidFill>
              <a:latin typeface="Times New Roman"/>
            </a:endParaRPr>
          </a:p>
        </p:txBody>
      </p:sp>
      <p:sp>
        <p:nvSpPr>
          <p:cNvPr id="80" name="PlaceHolder 3"/>
          <p:cNvSpPr>
            <a:spLocks noGrp="1"/>
          </p:cNvSpPr>
          <p:nvPr>
            <p:ph type="dt" idx="43"/>
          </p:nvPr>
        </p:nvSpPr>
        <p:spPr>
          <a:xfrm>
            <a:off x="628560" y="4767120"/>
            <a:ext cx="2055960" cy="272520"/>
          </a:xfrm>
          <a:prstGeom prst="rect">
            <a:avLst/>
          </a:prstGeom>
          <a:noFill/>
          <a:ln w="0">
            <a:noFill/>
          </a:ln>
        </p:spPr>
        <p:txBody>
          <a:bodyPr lIns="68400" rIns="68400" tIns="34200" bIns="34200" anchor="ctr">
            <a:noAutofit/>
          </a:bodyPr>
          <a:lstStyle>
            <a:lvl1pPr indent="0">
              <a:buNone/>
              <a:defRPr b="0" lang="de-DE" sz="1400" spc="-1" strike="noStrike">
                <a:solidFill>
                  <a:srgbClr val="000000"/>
                </a:solidFill>
                <a:latin typeface="Times New Roman"/>
              </a:defRPr>
            </a:lvl1pPr>
          </a:lstStyle>
          <a:p>
            <a:pPr indent="0">
              <a:buNone/>
            </a:pPr>
            <a:r>
              <a:rPr b="0" lang="de-DE" sz="1400" spc="-1" strike="noStrike">
                <a:solidFill>
                  <a:srgbClr val="000000"/>
                </a:solidFill>
                <a:latin typeface="Times New Roman"/>
              </a:rPr>
              <a:t>&lt;Datum/Uhrzeit&gt;</a:t>
            </a:r>
            <a:endParaRPr b="0" lang="de-D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1" name="PlaceHolder 1"/>
          <p:cNvSpPr>
            <a:spLocks noGrp="1"/>
          </p:cNvSpPr>
          <p:nvPr>
            <p:ph type="ftr" idx="44"/>
          </p:nvPr>
        </p:nvSpPr>
        <p:spPr>
          <a:xfrm>
            <a:off x="3029040" y="4767120"/>
            <a:ext cx="3084840" cy="27252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GB" sz="1400" spc="-1" strike="noStrike">
                <a:solidFill>
                  <a:srgbClr val="000000"/>
                </a:solidFill>
                <a:latin typeface="Times New Roman"/>
              </a:defRPr>
            </a:lvl1pPr>
          </a:lstStyle>
          <a:p>
            <a:pPr indent="0" algn="ctr">
              <a:lnSpc>
                <a:spcPct val="100000"/>
              </a:lnSpc>
              <a:buNone/>
              <a:tabLst>
                <a:tab algn="l" pos="0"/>
              </a:tabLst>
            </a:pPr>
            <a:r>
              <a:rPr b="0" lang="en-GB" sz="1400" spc="-1" strike="noStrike">
                <a:solidFill>
                  <a:srgbClr val="000000"/>
                </a:solidFill>
                <a:latin typeface="Times New Roman"/>
              </a:rPr>
              <a:t>&lt;Fußzeile&gt;</a:t>
            </a:r>
            <a:endParaRPr b="0" lang="de-DE" sz="1400" spc="-1" strike="noStrike">
              <a:solidFill>
                <a:srgbClr val="000000"/>
              </a:solidFill>
              <a:latin typeface="Times New Roman"/>
            </a:endParaRPr>
          </a:p>
        </p:txBody>
      </p:sp>
      <p:sp>
        <p:nvSpPr>
          <p:cNvPr id="82" name="PlaceHolder 2"/>
          <p:cNvSpPr>
            <a:spLocks noGrp="1"/>
          </p:cNvSpPr>
          <p:nvPr>
            <p:ph type="sldNum" idx="45"/>
          </p:nvPr>
        </p:nvSpPr>
        <p:spPr>
          <a:xfrm>
            <a:off x="6458040" y="4767120"/>
            <a:ext cx="2055960" cy="27252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de" sz="900" spc="-1" strike="noStrike">
                <a:solidFill>
                  <a:srgbClr val="888888"/>
                </a:solidFill>
                <a:latin typeface="Calibri"/>
                <a:ea typeface="Calibri"/>
              </a:defRPr>
            </a:lvl1pPr>
          </a:lstStyle>
          <a:p>
            <a:pPr indent="0" algn="r">
              <a:lnSpc>
                <a:spcPct val="100000"/>
              </a:lnSpc>
              <a:buNone/>
              <a:tabLst>
                <a:tab algn="l" pos="0"/>
              </a:tabLst>
            </a:pPr>
            <a:fld id="{38810A47-84D8-49C9-977B-03C730A5430A}" type="slidenum">
              <a:rPr b="0" lang="de" sz="900" spc="-1" strike="noStrike">
                <a:solidFill>
                  <a:srgbClr val="888888"/>
                </a:solidFill>
                <a:latin typeface="Calibri"/>
                <a:ea typeface="Calibri"/>
              </a:rPr>
              <a:t>&lt;Foliennummer&gt;</a:t>
            </a:fld>
            <a:endParaRPr b="0" lang="de-DE" sz="900" spc="-1" strike="noStrike">
              <a:solidFill>
                <a:srgbClr val="000000"/>
              </a:solidFill>
              <a:latin typeface="Times New Roman"/>
            </a:endParaRPr>
          </a:p>
        </p:txBody>
      </p:sp>
      <p:sp>
        <p:nvSpPr>
          <p:cNvPr id="83" name="PlaceHolder 3"/>
          <p:cNvSpPr>
            <a:spLocks noGrp="1"/>
          </p:cNvSpPr>
          <p:nvPr>
            <p:ph type="dt" idx="46"/>
          </p:nvPr>
        </p:nvSpPr>
        <p:spPr>
          <a:xfrm>
            <a:off x="628560" y="4767120"/>
            <a:ext cx="2055960" cy="272520"/>
          </a:xfrm>
          <a:prstGeom prst="rect">
            <a:avLst/>
          </a:prstGeom>
          <a:noFill/>
          <a:ln w="0">
            <a:noFill/>
          </a:ln>
        </p:spPr>
        <p:txBody>
          <a:bodyPr lIns="68400" rIns="68400" tIns="34200" bIns="34200" anchor="ctr">
            <a:noAutofit/>
          </a:bodyPr>
          <a:lstStyle>
            <a:lvl1pPr indent="0">
              <a:buNone/>
              <a:defRPr b="0" lang="de-DE" sz="1400" spc="-1" strike="noStrike">
                <a:solidFill>
                  <a:srgbClr val="000000"/>
                </a:solidFill>
                <a:latin typeface="Times New Roman"/>
              </a:defRPr>
            </a:lvl1pPr>
          </a:lstStyle>
          <a:p>
            <a:pPr indent="0">
              <a:buNone/>
            </a:pPr>
            <a:r>
              <a:rPr b="0" lang="de-DE" sz="1400" spc="-1" strike="noStrike">
                <a:solidFill>
                  <a:srgbClr val="000000"/>
                </a:solidFill>
                <a:latin typeface="Times New Roman"/>
              </a:rPr>
              <a:t>&lt;Datum/Uhrzeit&gt;</a:t>
            </a:r>
            <a:endParaRPr b="0" lang="de-D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2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0" name="Google Shape;149;p2"/>
          <p:cNvGrpSpPr/>
          <p:nvPr/>
        </p:nvGrpSpPr>
        <p:grpSpPr>
          <a:xfrm>
            <a:off x="360" y="-1800"/>
            <a:ext cx="4419000" cy="777960"/>
            <a:chOff x="360" y="-1800"/>
            <a:chExt cx="4419000" cy="777960"/>
          </a:xfrm>
        </p:grpSpPr>
        <p:grpSp>
          <p:nvGrpSpPr>
            <p:cNvPr id="91" name="Google Shape;150;p2"/>
            <p:cNvGrpSpPr/>
            <p:nvPr/>
          </p:nvGrpSpPr>
          <p:grpSpPr>
            <a:xfrm>
              <a:off x="360" y="72000"/>
              <a:ext cx="4419000" cy="704160"/>
              <a:chOff x="360" y="72000"/>
              <a:chExt cx="4419000" cy="704160"/>
            </a:xfrm>
          </p:grpSpPr>
          <p:sp>
            <p:nvSpPr>
              <p:cNvPr id="92" name="Google Shape;151;p2"/>
              <p:cNvSpPr/>
              <p:nvPr/>
            </p:nvSpPr>
            <p:spPr>
              <a:xfrm>
                <a:off x="360" y="72000"/>
                <a:ext cx="3268080" cy="704160"/>
              </a:xfrm>
              <a:prstGeom prst="rec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sp>
            <p:nvSpPr>
              <p:cNvPr id="93" name="Google Shape;152;p2"/>
              <p:cNvSpPr/>
              <p:nvPr/>
            </p:nvSpPr>
            <p:spPr>
              <a:xfrm>
                <a:off x="2785680" y="72000"/>
                <a:ext cx="1633680" cy="704160"/>
              </a:xfrm>
              <a:prstGeom prst="flowChartInputOutpu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grpSp>
        <p:grpSp>
          <p:nvGrpSpPr>
            <p:cNvPr id="94" name="Google Shape;153;p2"/>
            <p:cNvGrpSpPr/>
            <p:nvPr/>
          </p:nvGrpSpPr>
          <p:grpSpPr>
            <a:xfrm>
              <a:off x="360" y="-1800"/>
              <a:ext cx="4332960" cy="704160"/>
              <a:chOff x="360" y="-1800"/>
              <a:chExt cx="4332960" cy="704160"/>
            </a:xfrm>
          </p:grpSpPr>
          <p:sp>
            <p:nvSpPr>
              <p:cNvPr id="95" name="Google Shape;154;p2"/>
              <p:cNvSpPr/>
              <p:nvPr/>
            </p:nvSpPr>
            <p:spPr>
              <a:xfrm>
                <a:off x="360" y="-1800"/>
                <a:ext cx="3235320" cy="704160"/>
              </a:xfrm>
              <a:prstGeom prst="rec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sp>
            <p:nvSpPr>
              <p:cNvPr id="96" name="Google Shape;155;p2"/>
              <p:cNvSpPr/>
              <p:nvPr/>
            </p:nvSpPr>
            <p:spPr>
              <a:xfrm>
                <a:off x="2715840" y="-1800"/>
                <a:ext cx="1617480" cy="704160"/>
              </a:xfrm>
              <a:prstGeom prst="flowChartInputOutpu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grpSp>
      </p:grpSp>
      <p:sp>
        <p:nvSpPr>
          <p:cNvPr id="97" name="Google Shape;156;p2"/>
          <p:cNvSpPr/>
          <p:nvPr/>
        </p:nvSpPr>
        <p:spPr>
          <a:xfrm flipH="1">
            <a:off x="11160" y="-82440"/>
            <a:ext cx="4089240" cy="871920"/>
          </a:xfrm>
          <a:prstGeom prst="rect">
            <a:avLst/>
          </a:prstGeom>
          <a:noFill/>
          <a:ln w="0">
            <a:noFill/>
          </a:ln>
        </p:spPr>
        <p:style>
          <a:lnRef idx="0"/>
          <a:fillRef idx="0"/>
          <a:effectRef idx="0"/>
          <a:fontRef idx="minor"/>
        </p:style>
        <p:txBody>
          <a:bodyPr lIns="68400" rIns="68400" tIns="34200" bIns="34200" anchor="ctr">
            <a:noAutofit/>
          </a:bodyPr>
          <a:p>
            <a:pPr>
              <a:lnSpc>
                <a:spcPct val="115000"/>
              </a:lnSpc>
            </a:pPr>
            <a:r>
              <a:rPr b="0" lang="de-DE" sz="1800" spc="-1" strike="noStrike">
                <a:solidFill>
                  <a:schemeClr val="lt1"/>
                </a:solidFill>
                <a:latin typeface="Montserrat ExtraBold"/>
                <a:ea typeface="Montserrat ExtraBold"/>
              </a:rPr>
              <a:t>Degoutant</a:t>
            </a:r>
            <a:endParaRPr b="0" lang="de-DE" sz="1800" spc="-1" strike="noStrike">
              <a:solidFill>
                <a:srgbClr val="000000"/>
              </a:solidFill>
              <a:latin typeface="Arial"/>
            </a:endParaRPr>
          </a:p>
          <a:p>
            <a:pPr>
              <a:lnSpc>
                <a:spcPct val="115000"/>
              </a:lnSpc>
            </a:pPr>
            <a:r>
              <a:rPr b="0" lang="de" sz="1800" spc="-1" strike="noStrike">
                <a:solidFill>
                  <a:srgbClr val="ffb951"/>
                </a:solidFill>
                <a:latin typeface="Montserrat ExtraBold"/>
                <a:ea typeface="Montserrat ExtraBold"/>
              </a:rPr>
              <a:t>Disgust Mask</a:t>
            </a:r>
            <a:endParaRPr b="0" lang="de-DE" sz="1800" spc="-1" strike="noStrike">
              <a:solidFill>
                <a:srgbClr val="000000"/>
              </a:solidFill>
              <a:latin typeface="Arial"/>
            </a:endParaRPr>
          </a:p>
        </p:txBody>
      </p:sp>
      <p:pic>
        <p:nvPicPr>
          <p:cNvPr id="98" name="Grafik 4" descr=""/>
          <p:cNvPicPr/>
          <p:nvPr/>
        </p:nvPicPr>
        <p:blipFill>
          <a:blip r:embed="rId1"/>
          <a:stretch/>
        </p:blipFill>
        <p:spPr>
          <a:xfrm>
            <a:off x="2757600" y="1275840"/>
            <a:ext cx="2290320" cy="3054240"/>
          </a:xfrm>
          <a:prstGeom prst="rect">
            <a:avLst/>
          </a:prstGeom>
          <a:ln w="0">
            <a:noFill/>
          </a:ln>
        </p:spPr>
      </p:pic>
      <p:sp>
        <p:nvSpPr>
          <p:cNvPr id="99" name="Kreuz 5"/>
          <p:cNvSpPr/>
          <p:nvPr/>
        </p:nvSpPr>
        <p:spPr>
          <a:xfrm>
            <a:off x="1924560" y="2473560"/>
            <a:ext cx="674640" cy="658080"/>
          </a:xfrm>
          <a:prstGeom prst="plus">
            <a:avLst>
              <a:gd name="adj" fmla="val 38580"/>
            </a:avLst>
          </a:prstGeom>
          <a:solidFill>
            <a:srgbClr val="4472c4"/>
          </a:solidFill>
          <a:ln>
            <a:solidFill>
              <a:srgbClr val="1d3155"/>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e-DE" sz="1400" spc="-1" strike="noStrike">
              <a:solidFill>
                <a:schemeClr val="lt1"/>
              </a:solidFill>
              <a:latin typeface="Arial"/>
              <a:ea typeface="Arial"/>
            </a:endParaRPr>
          </a:p>
        </p:txBody>
      </p:sp>
      <p:pic>
        <p:nvPicPr>
          <p:cNvPr id="100" name="Grafik 7" descr=""/>
          <p:cNvPicPr/>
          <p:nvPr/>
        </p:nvPicPr>
        <p:blipFill>
          <a:blip r:embed="rId2"/>
          <a:stretch/>
        </p:blipFill>
        <p:spPr>
          <a:xfrm>
            <a:off x="65880" y="1922040"/>
            <a:ext cx="1741680" cy="1760760"/>
          </a:xfrm>
          <a:prstGeom prst="rect">
            <a:avLst/>
          </a:prstGeom>
          <a:ln w="0">
            <a:noFill/>
          </a:ln>
        </p:spPr>
      </p:pic>
      <p:pic>
        <p:nvPicPr>
          <p:cNvPr id="101" name="Grafik 9" descr=""/>
          <p:cNvPicPr/>
          <p:nvPr/>
        </p:nvPicPr>
        <p:blipFill>
          <a:blip r:embed="rId3"/>
          <a:stretch/>
        </p:blipFill>
        <p:spPr>
          <a:xfrm>
            <a:off x="6041880" y="1233000"/>
            <a:ext cx="2353680" cy="3138840"/>
          </a:xfrm>
          <a:prstGeom prst="rect">
            <a:avLst/>
          </a:prstGeom>
          <a:ln w="0">
            <a:noFill/>
          </a:ln>
        </p:spPr>
      </p:pic>
      <p:sp>
        <p:nvSpPr>
          <p:cNvPr id="102" name="Kreuz 10"/>
          <p:cNvSpPr/>
          <p:nvPr/>
        </p:nvSpPr>
        <p:spPr>
          <a:xfrm>
            <a:off x="5206320" y="2473560"/>
            <a:ext cx="674640" cy="658080"/>
          </a:xfrm>
          <a:prstGeom prst="plus">
            <a:avLst>
              <a:gd name="adj" fmla="val 38580"/>
            </a:avLst>
          </a:prstGeom>
          <a:solidFill>
            <a:srgbClr val="4472c4"/>
          </a:solidFill>
          <a:ln>
            <a:solidFill>
              <a:srgbClr val="1d3155"/>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e-DE" sz="1400" spc="-1" strike="noStrike">
              <a:solidFill>
                <a:schemeClr val="lt1"/>
              </a:solidFill>
              <a:latin typeface="Arial"/>
              <a:ea typeface="Arial"/>
            </a:endParaRPr>
          </a:p>
        </p:txBody>
      </p:sp>
      <p:sp>
        <p:nvSpPr>
          <p:cNvPr id="103" name="Textfeld 11"/>
          <p:cNvSpPr/>
          <p:nvPr/>
        </p:nvSpPr>
        <p:spPr>
          <a:xfrm>
            <a:off x="65880" y="3684240"/>
            <a:ext cx="1741680" cy="730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1400" spc="-1" strike="noStrike">
                <a:solidFill>
                  <a:srgbClr val="000000"/>
                </a:solidFill>
                <a:latin typeface="Arial"/>
                <a:ea typeface="Arial"/>
              </a:rPr>
              <a:t>Vibe/Style (wachs-artig und etwas flüssig)</a:t>
            </a:r>
            <a:endParaRPr b="0" lang="de-DE" sz="1400" spc="-1" strike="noStrike">
              <a:solidFill>
                <a:srgbClr val="000000"/>
              </a:solidFill>
              <a:latin typeface="Arial"/>
            </a:endParaRPr>
          </a:p>
        </p:txBody>
      </p:sp>
      <p:sp>
        <p:nvSpPr>
          <p:cNvPr id="104" name="Textfeld 12"/>
          <p:cNvSpPr/>
          <p:nvPr/>
        </p:nvSpPr>
        <p:spPr>
          <a:xfrm>
            <a:off x="2598840" y="4331520"/>
            <a:ext cx="265212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1400" spc="-1" strike="noStrike">
                <a:solidFill>
                  <a:srgbClr val="000000"/>
                </a:solidFill>
                <a:latin typeface="Arial"/>
                <a:ea typeface="Arial"/>
              </a:rPr>
              <a:t>Frontale Shape (Schnabel muss nicht ganz so lang sein)</a:t>
            </a:r>
            <a:endParaRPr b="0" lang="de-DE" sz="1400" spc="-1" strike="noStrike">
              <a:solidFill>
                <a:srgbClr val="000000"/>
              </a:solidFill>
              <a:latin typeface="Arial"/>
            </a:endParaRPr>
          </a:p>
        </p:txBody>
      </p:sp>
      <p:sp>
        <p:nvSpPr>
          <p:cNvPr id="105" name="Textfeld 13"/>
          <p:cNvSpPr/>
          <p:nvPr/>
        </p:nvSpPr>
        <p:spPr>
          <a:xfrm>
            <a:off x="5132880" y="4373280"/>
            <a:ext cx="4009680" cy="730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de-DE" sz="1400" spc="-1" strike="noStrike">
                <a:solidFill>
                  <a:srgbClr val="000000"/>
                </a:solidFill>
                <a:latin typeface="Arial"/>
                <a:ea typeface="Arial"/>
              </a:rPr>
              <a:t>Referenz für asymmetrische Augenform (obere Augenlöcher dieser Maske; die Pestdoktormaske hat nur </a:t>
            </a:r>
            <a:r>
              <a:rPr b="1" i="1" lang="de-DE" sz="1400" spc="-1" strike="noStrike">
                <a:solidFill>
                  <a:srgbClr val="000000"/>
                </a:solidFill>
                <a:latin typeface="Arial"/>
                <a:ea typeface="Arial"/>
              </a:rPr>
              <a:t>ein </a:t>
            </a:r>
            <a:r>
              <a:rPr b="0" lang="de-DE" sz="1400" spc="-1" strike="noStrike">
                <a:solidFill>
                  <a:srgbClr val="000000"/>
                </a:solidFill>
                <a:latin typeface="Arial"/>
                <a:ea typeface="Arial"/>
              </a:rPr>
              <a:t>Paar Augenlöcher)</a:t>
            </a:r>
            <a:endParaRPr b="0" lang="de-DE"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6" name="Google Shape;161;g3b636e5de4b_0_32"/>
          <p:cNvGrpSpPr/>
          <p:nvPr/>
        </p:nvGrpSpPr>
        <p:grpSpPr>
          <a:xfrm>
            <a:off x="360" y="-1800"/>
            <a:ext cx="3489480" cy="777960"/>
            <a:chOff x="360" y="-1800"/>
            <a:chExt cx="3489480" cy="777960"/>
          </a:xfrm>
        </p:grpSpPr>
        <p:grpSp>
          <p:nvGrpSpPr>
            <p:cNvPr id="107" name="Google Shape;162;g3b636e5de4b_0_32"/>
            <p:cNvGrpSpPr/>
            <p:nvPr/>
          </p:nvGrpSpPr>
          <p:grpSpPr>
            <a:xfrm>
              <a:off x="360" y="72000"/>
              <a:ext cx="3489480" cy="704160"/>
              <a:chOff x="360" y="72000"/>
              <a:chExt cx="3489480" cy="704160"/>
            </a:xfrm>
          </p:grpSpPr>
          <p:sp>
            <p:nvSpPr>
              <p:cNvPr id="108" name="Google Shape;163;g3b636e5de4b_0_32"/>
              <p:cNvSpPr/>
              <p:nvPr/>
            </p:nvSpPr>
            <p:spPr>
              <a:xfrm>
                <a:off x="360" y="72000"/>
                <a:ext cx="2580480" cy="704160"/>
              </a:xfrm>
              <a:prstGeom prst="rec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sp>
            <p:nvSpPr>
              <p:cNvPr id="109" name="Google Shape;164;g3b636e5de4b_0_32"/>
              <p:cNvSpPr/>
              <p:nvPr/>
            </p:nvSpPr>
            <p:spPr>
              <a:xfrm>
                <a:off x="2199960" y="72000"/>
                <a:ext cx="1289880" cy="704160"/>
              </a:xfrm>
              <a:prstGeom prst="flowChartInputOutpu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grpSp>
        <p:grpSp>
          <p:nvGrpSpPr>
            <p:cNvPr id="110" name="Google Shape;165;g3b636e5de4b_0_32"/>
            <p:cNvGrpSpPr/>
            <p:nvPr/>
          </p:nvGrpSpPr>
          <p:grpSpPr>
            <a:xfrm>
              <a:off x="360" y="-1800"/>
              <a:ext cx="3421440" cy="704160"/>
              <a:chOff x="360" y="-1800"/>
              <a:chExt cx="3421440" cy="704160"/>
            </a:xfrm>
          </p:grpSpPr>
          <p:sp>
            <p:nvSpPr>
              <p:cNvPr id="111" name="Google Shape;166;g3b636e5de4b_0_32"/>
              <p:cNvSpPr/>
              <p:nvPr/>
            </p:nvSpPr>
            <p:spPr>
              <a:xfrm>
                <a:off x="360" y="-1800"/>
                <a:ext cx="2554560" cy="704160"/>
              </a:xfrm>
              <a:prstGeom prst="rec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sp>
            <p:nvSpPr>
              <p:cNvPr id="112" name="Google Shape;167;g3b636e5de4b_0_32"/>
              <p:cNvSpPr/>
              <p:nvPr/>
            </p:nvSpPr>
            <p:spPr>
              <a:xfrm>
                <a:off x="2144880" y="-1800"/>
                <a:ext cx="1276920" cy="704160"/>
              </a:xfrm>
              <a:prstGeom prst="flowChartInputOutpu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grpSp>
      </p:grpSp>
      <p:sp>
        <p:nvSpPr>
          <p:cNvPr id="113" name="Google Shape;168;g3b636e5de4b_0_32"/>
          <p:cNvSpPr/>
          <p:nvPr/>
        </p:nvSpPr>
        <p:spPr>
          <a:xfrm flipH="1">
            <a:off x="11520" y="-82440"/>
            <a:ext cx="3754080" cy="871920"/>
          </a:xfrm>
          <a:prstGeom prst="rect">
            <a:avLst/>
          </a:prstGeom>
          <a:noFill/>
          <a:ln w="0">
            <a:noFill/>
          </a:ln>
        </p:spPr>
        <p:style>
          <a:lnRef idx="0"/>
          <a:fillRef idx="0"/>
          <a:effectRef idx="0"/>
          <a:fontRef idx="minor"/>
        </p:style>
        <p:txBody>
          <a:bodyPr lIns="68400" rIns="68400" tIns="34200" bIns="34200" anchor="ctr">
            <a:noAutofit/>
          </a:bodyPr>
          <a:p>
            <a:pPr>
              <a:lnSpc>
                <a:spcPct val="115000"/>
              </a:lnSpc>
              <a:tabLst>
                <a:tab algn="l" pos="0"/>
              </a:tabLst>
            </a:pPr>
            <a:r>
              <a:rPr b="0" lang="de-DE" sz="1800" spc="-1" strike="noStrike">
                <a:solidFill>
                  <a:schemeClr val="lt1"/>
                </a:solidFill>
                <a:latin typeface="Montserrat ExtraBold"/>
                <a:ea typeface="Montserrat ExtraBold"/>
              </a:rPr>
              <a:t>Degoutant</a:t>
            </a:r>
            <a:endParaRPr b="0" lang="de-DE" sz="1800" spc="-1" strike="noStrike">
              <a:solidFill>
                <a:srgbClr val="000000"/>
              </a:solidFill>
              <a:latin typeface="Arial"/>
            </a:endParaRPr>
          </a:p>
          <a:p>
            <a:pPr>
              <a:lnSpc>
                <a:spcPct val="115000"/>
              </a:lnSpc>
              <a:tabLst>
                <a:tab algn="l" pos="0"/>
              </a:tabLst>
            </a:pPr>
            <a:r>
              <a:rPr b="0" lang="de" sz="1800" spc="-1" strike="noStrike">
                <a:solidFill>
                  <a:srgbClr val="ffb951"/>
                </a:solidFill>
                <a:latin typeface="Montserrat ExtraBold"/>
                <a:ea typeface="Montserrat ExtraBold"/>
              </a:rPr>
              <a:t>Character Checklist</a:t>
            </a:r>
            <a:endParaRPr b="0" lang="de-DE" sz="1800" spc="-1" strike="noStrike">
              <a:solidFill>
                <a:srgbClr val="000000"/>
              </a:solidFill>
              <a:latin typeface="Arial"/>
            </a:endParaRPr>
          </a:p>
        </p:txBody>
      </p:sp>
      <p:graphicFrame>
        <p:nvGraphicFramePr>
          <p:cNvPr id="114" name="Google Shape;169;g3b636e5de4b_0_32"/>
          <p:cNvGraphicFramePr/>
          <p:nvPr/>
        </p:nvGraphicFramePr>
        <p:xfrm>
          <a:off x="21960" y="851400"/>
          <a:ext cx="9078840" cy="5236200"/>
        </p:xfrm>
        <a:graphic>
          <a:graphicData uri="http://schemas.openxmlformats.org/drawingml/2006/table">
            <a:tbl>
              <a:tblPr/>
              <a:tblGrid>
                <a:gridCol w="2269800"/>
                <a:gridCol w="2269800"/>
                <a:gridCol w="2269800"/>
                <a:gridCol w="2269800"/>
              </a:tblGrid>
              <a:tr h="829080">
                <a:tc>
                  <a:txBody>
                    <a:bodyPr lIns="36000" rIns="36000" anchor="t">
                      <a:noAutofit/>
                    </a:bodyPr>
                    <a:p>
                      <a:pPr>
                        <a:lnSpc>
                          <a:spcPct val="100000"/>
                        </a:lnSpc>
                        <a:tabLst>
                          <a:tab algn="l" pos="0"/>
                        </a:tabLst>
                      </a:pPr>
                      <a:r>
                        <a:rPr b="1" lang="de" sz="1400" spc="-1" strike="noStrike">
                          <a:solidFill>
                            <a:schemeClr val="dk1"/>
                          </a:solidFill>
                          <a:latin typeface="Arial"/>
                          <a:ea typeface="Arial"/>
                        </a:rPr>
                        <a:t>Goal</a:t>
                      </a:r>
                      <a:endParaRPr b="0" lang="de-DE" sz="1400" spc="-1" strike="noStrike">
                        <a:solidFill>
                          <a:srgbClr val="ffffff"/>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860d"/>
                    </a:solidFill>
                  </a:tcPr>
                </a:tc>
                <a:tc>
                  <a:txBody>
                    <a:bodyPr lIns="36000" rIns="36000" anchor="t">
                      <a:noAutofit/>
                    </a:bodyPr>
                    <a:p>
                      <a:pPr>
                        <a:lnSpc>
                          <a:spcPct val="100000"/>
                        </a:lnSpc>
                        <a:tabLst>
                          <a:tab algn="l" pos="0"/>
                        </a:tabLst>
                      </a:pPr>
                      <a:r>
                        <a:rPr b="0" lang="de" sz="1400" spc="-1" strike="noStrike">
                          <a:solidFill>
                            <a:schemeClr val="dk1"/>
                          </a:solidFill>
                          <a:latin typeface="Arial"/>
                          <a:ea typeface="Arial"/>
                        </a:rPr>
                        <a:t>Allen aus der Misere ihrer ‘mittelmäßigen’ Existenz zu helfen. </a:t>
                      </a:r>
                      <a:endParaRPr b="0" lang="de-DE" sz="1400" spc="-1" strike="noStrike">
                        <a:solidFill>
                          <a:srgbClr val="ffffff"/>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860d"/>
                    </a:solidFill>
                  </a:tcPr>
                </a:tc>
                <a:tc>
                  <a:txBody>
                    <a:bodyPr lIns="36000" rIns="36000" anchor="t">
                      <a:noAutofit/>
                    </a:bodyPr>
                    <a:p>
                      <a:pPr>
                        <a:lnSpc>
                          <a:spcPct val="100000"/>
                        </a:lnSpc>
                        <a:tabLst>
                          <a:tab algn="l" pos="0"/>
                        </a:tabLst>
                      </a:pPr>
                      <a:r>
                        <a:rPr b="1" lang="de" sz="1400" spc="-1" strike="noStrike">
                          <a:solidFill>
                            <a:schemeClr val="dk1"/>
                          </a:solidFill>
                          <a:latin typeface="Arial"/>
                          <a:ea typeface="Arial"/>
                        </a:rPr>
                        <a:t>A specific personality / Universal Behaviour</a:t>
                      </a:r>
                      <a:endParaRPr b="0" lang="de-DE" sz="1400" spc="-1" strike="noStrike">
                        <a:solidFill>
                          <a:srgbClr val="ffffff"/>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860d"/>
                    </a:solidFill>
                  </a:tcPr>
                </a:tc>
                <a:tc>
                  <a:txBody>
                    <a:bodyPr lIns="36000" rIns="36000" anchor="t">
                      <a:noAutofit/>
                    </a:bodyPr>
                    <a:p>
                      <a:pPr>
                        <a:lnSpc>
                          <a:spcPct val="100000"/>
                        </a:lnSpc>
                        <a:tabLst>
                          <a:tab algn="l" pos="0"/>
                        </a:tabLst>
                      </a:pPr>
                      <a:r>
                        <a:rPr b="0" lang="de" sz="1400" spc="-1" strike="noStrike">
                          <a:solidFill>
                            <a:srgbClr val="000000"/>
                          </a:solidFill>
                          <a:latin typeface="Arial"/>
                          <a:ea typeface="Arial"/>
                        </a:rPr>
                        <a:t>Kratzt sich häufig an der Nase/am Schnabel. </a:t>
                      </a:r>
                      <a:endParaRPr b="0" lang="de-DE" sz="1400" spc="-1" strike="noStrike">
                        <a:solidFill>
                          <a:srgbClr val="ffffff"/>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860d"/>
                    </a:solidFill>
                  </a:tcPr>
                </a:tc>
              </a:tr>
              <a:tr h="829080">
                <a:tc>
                  <a:txBody>
                    <a:bodyPr lIns="36000" rIns="36000" anchor="t">
                      <a:noAutofit/>
                    </a:bodyPr>
                    <a:p>
                      <a:pPr>
                        <a:lnSpc>
                          <a:spcPct val="100000"/>
                        </a:lnSpc>
                        <a:tabLst>
                          <a:tab algn="l" pos="0"/>
                        </a:tabLst>
                      </a:pPr>
                      <a:r>
                        <a:rPr b="1" lang="de" sz="1400" spc="-1" strike="noStrike">
                          <a:solidFill>
                            <a:schemeClr val="dk1"/>
                          </a:solidFill>
                          <a:latin typeface="Arial"/>
                          <a:ea typeface="Arial"/>
                        </a:rPr>
                        <a:t>Flaw</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anchor="t">
                      <a:noAutofit/>
                    </a:bodyPr>
                    <a:p>
                      <a:pPr>
                        <a:lnSpc>
                          <a:spcPct val="100000"/>
                        </a:lnSpc>
                        <a:tabLst>
                          <a:tab algn="l" pos="0"/>
                        </a:tabLst>
                      </a:pPr>
                      <a:r>
                        <a:rPr b="0" lang="de" sz="1400" spc="-1" strike="noStrike">
                          <a:solidFill>
                            <a:schemeClr val="dk1"/>
                          </a:solidFill>
                          <a:latin typeface="Arial"/>
                          <a:ea typeface="Arial"/>
                        </a:rPr>
                        <a:t>Für ihn gibt es keinen Unterschied zwischen ehrlich und gemein.  </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anchor="t">
                      <a:noAutofit/>
                    </a:bodyPr>
                    <a:p>
                      <a:pPr>
                        <a:lnSpc>
                          <a:spcPct val="100000"/>
                        </a:lnSpc>
                        <a:tabLst>
                          <a:tab algn="l" pos="0"/>
                        </a:tabLst>
                      </a:pPr>
                      <a:r>
                        <a:rPr b="1" lang="de" sz="1400" spc="-1" strike="noStrike">
                          <a:solidFill>
                            <a:schemeClr val="dk1"/>
                          </a:solidFill>
                          <a:latin typeface="Arial"/>
                          <a:ea typeface="Arial"/>
                        </a:rPr>
                        <a:t>Secrets</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anchor="t">
                      <a:noAutofit/>
                    </a:bodyPr>
                    <a:p>
                      <a:pPr>
                        <a:lnSpc>
                          <a:spcPct val="100000"/>
                        </a:lnSpc>
                        <a:tabLst>
                          <a:tab algn="l" pos="0"/>
                        </a:tabLst>
                      </a:pPr>
                      <a:r>
                        <a:rPr b="0" lang="de" sz="1400" spc="-1" strike="noStrike">
                          <a:solidFill>
                            <a:srgbClr val="000000"/>
                          </a:solidFill>
                          <a:latin typeface="Arial"/>
                          <a:ea typeface="Arial"/>
                        </a:rPr>
                        <a:t>Er wollte schon immer Tango tanzen, </a:t>
                      </a:r>
                      <a:r>
                        <a:rPr b="0" i="1" lang="de" sz="1400" spc="-1" strike="noStrike">
                          <a:solidFill>
                            <a:srgbClr val="000000"/>
                          </a:solidFill>
                          <a:latin typeface="Arial"/>
                          <a:ea typeface="Arial"/>
                        </a:rPr>
                        <a:t>aber er hat keine Beine. </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r>
              <a:tr h="829080">
                <a:tc>
                  <a:txBody>
                    <a:bodyPr lIns="36000" rIns="36000" anchor="t">
                      <a:noAutofit/>
                    </a:bodyPr>
                    <a:p>
                      <a:pPr>
                        <a:lnSpc>
                          <a:spcPct val="100000"/>
                        </a:lnSpc>
                        <a:tabLst>
                          <a:tab algn="l" pos="0"/>
                        </a:tabLst>
                      </a:pPr>
                      <a:r>
                        <a:rPr b="1" lang="de" sz="1400" spc="-1" strike="noStrike">
                          <a:solidFill>
                            <a:schemeClr val="dk1"/>
                          </a:solidFill>
                          <a:latin typeface="Arial"/>
                          <a:ea typeface="Arial"/>
                        </a:rPr>
                        <a:t>Belonging</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c>
                  <a:txBody>
                    <a:bodyPr lIns="36000" rIns="36000" anchor="t">
                      <a:noAutofit/>
                    </a:bodyPr>
                    <a:p>
                      <a:pPr>
                        <a:lnSpc>
                          <a:spcPct val="100000"/>
                        </a:lnSpc>
                        <a:tabLst>
                          <a:tab algn="l" pos="0"/>
                        </a:tabLst>
                      </a:pPr>
                      <a:r>
                        <a:rPr b="0" lang="de" sz="1400" spc="-1" strike="noStrike">
                          <a:solidFill>
                            <a:schemeClr val="dk1"/>
                          </a:solidFill>
                          <a:latin typeface="Arial"/>
                          <a:ea typeface="Arial"/>
                        </a:rPr>
                        <a:t>Sleep Department</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c>
                  <a:txBody>
                    <a:bodyPr lIns="36000" rIns="36000" anchor="t">
                      <a:noAutofit/>
                    </a:bodyPr>
                    <a:p>
                      <a:pPr>
                        <a:lnSpc>
                          <a:spcPct val="100000"/>
                        </a:lnSpc>
                        <a:tabLst>
                          <a:tab algn="l" pos="0"/>
                        </a:tabLst>
                      </a:pPr>
                      <a:r>
                        <a:rPr b="1" lang="de" sz="1400" spc="-1" strike="noStrike">
                          <a:solidFill>
                            <a:schemeClr val="dk1"/>
                          </a:solidFill>
                          <a:latin typeface="Arial"/>
                          <a:ea typeface="Arial"/>
                        </a:rPr>
                        <a:t>Assertiveness</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c>
                  <a:txBody>
                    <a:bodyPr lIns="36000" rIns="36000" anchor="t">
                      <a:noAutofit/>
                    </a:bodyPr>
                    <a:p>
                      <a:pPr>
                        <a:lnSpc>
                          <a:spcPct val="100000"/>
                        </a:lnSpc>
                        <a:tabLst>
                          <a:tab algn="l" pos="0"/>
                        </a:tabLst>
                      </a:pPr>
                      <a:r>
                        <a:rPr b="0" lang="de" sz="1400" spc="-1" strike="noStrike">
                          <a:solidFill>
                            <a:srgbClr val="000000"/>
                          </a:solidFill>
                          <a:latin typeface="Arial"/>
                          <a:ea typeface="Arial"/>
                        </a:rPr>
                        <a:t>Selbssicher, gehoben und mit Klasse</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r>
              <a:tr h="829080">
                <a:tc>
                  <a:txBody>
                    <a:bodyPr lIns="36000" rIns="36000" anchor="t">
                      <a:noAutofit/>
                    </a:bodyPr>
                    <a:p>
                      <a:pPr>
                        <a:lnSpc>
                          <a:spcPct val="100000"/>
                        </a:lnSpc>
                        <a:tabLst>
                          <a:tab algn="l" pos="0"/>
                        </a:tabLst>
                      </a:pPr>
                      <a:r>
                        <a:rPr b="1" lang="de" sz="1400" spc="-1" strike="noStrike">
                          <a:solidFill>
                            <a:schemeClr val="dk1"/>
                          </a:solidFill>
                          <a:latin typeface="Arial"/>
                          <a:ea typeface="Arial"/>
                        </a:rPr>
                        <a:t>Believe</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anchor="t">
                      <a:noAutofit/>
                    </a:bodyPr>
                    <a:p>
                      <a:pPr>
                        <a:lnSpc>
                          <a:spcPct val="100000"/>
                        </a:lnSpc>
                        <a:tabLst>
                          <a:tab algn="l" pos="0"/>
                        </a:tabLst>
                      </a:pPr>
                      <a:r>
                        <a:rPr b="0" lang="de" sz="1400" spc="-1" strike="noStrike">
                          <a:solidFill>
                            <a:schemeClr val="dk1"/>
                          </a:solidFill>
                          <a:latin typeface="Arial"/>
                          <a:ea typeface="Arial"/>
                        </a:rPr>
                        <a:t>Es gibt immer etwas an einem, das man verbessern kann.  </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anchor="t">
                      <a:noAutofit/>
                    </a:bodyPr>
                    <a:p>
                      <a:pPr>
                        <a:lnSpc>
                          <a:spcPct val="100000"/>
                        </a:lnSpc>
                        <a:tabLst>
                          <a:tab algn="l" pos="0"/>
                        </a:tabLst>
                      </a:pPr>
                      <a:r>
                        <a:rPr b="1" lang="de" sz="1400" spc="-1" strike="noStrike">
                          <a:solidFill>
                            <a:schemeClr val="dk1"/>
                          </a:solidFill>
                          <a:latin typeface="Arial"/>
                          <a:ea typeface="Arial"/>
                        </a:rPr>
                        <a:t>Specific Tastes and professions</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anchor="t">
                      <a:noAutofit/>
                    </a:bodyPr>
                    <a:p>
                      <a:pPr>
                        <a:lnSpc>
                          <a:spcPct val="100000"/>
                        </a:lnSpc>
                        <a:tabLst>
                          <a:tab algn="l" pos="0"/>
                        </a:tabLst>
                      </a:pPr>
                      <a:r>
                        <a:rPr b="0" lang="de" sz="1400" spc="-1" strike="noStrike">
                          <a:solidFill>
                            <a:srgbClr val="000000"/>
                          </a:solidFill>
                          <a:latin typeface="Arial"/>
                          <a:ea typeface="Arial"/>
                        </a:rPr>
                        <a:t>Warme Temperaturen</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r>
              <a:tr h="829080">
                <a:tc>
                  <a:txBody>
                    <a:bodyPr lIns="36000" rIns="36000" anchor="t">
                      <a:noAutofit/>
                    </a:bodyPr>
                    <a:p>
                      <a:pPr>
                        <a:lnSpc>
                          <a:spcPct val="100000"/>
                        </a:lnSpc>
                        <a:tabLst>
                          <a:tab algn="l" pos="0"/>
                        </a:tabLst>
                      </a:pPr>
                      <a:r>
                        <a:rPr b="1" lang="de" sz="1400" spc="-1" strike="noStrike">
                          <a:solidFill>
                            <a:schemeClr val="dk1"/>
                          </a:solidFill>
                          <a:latin typeface="Arial"/>
                          <a:ea typeface="Arial"/>
                        </a:rPr>
                        <a:t>Information</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c>
                  <a:txBody>
                    <a:bodyPr lIns="36000" rIns="36000" anchor="t">
                      <a:noAutofit/>
                    </a:bodyPr>
                    <a:p>
                      <a:pPr>
                        <a:lnSpc>
                          <a:spcPct val="100000"/>
                        </a:lnSpc>
                        <a:tabLst>
                          <a:tab algn="l" pos="0"/>
                        </a:tabLst>
                      </a:pPr>
                      <a:r>
                        <a:rPr b="0" lang="de" sz="1400" spc="-1" strike="noStrike">
                          <a:solidFill>
                            <a:srgbClr val="000000"/>
                          </a:solidFill>
                          <a:latin typeface="Arial"/>
                          <a:ea typeface="Arial"/>
                        </a:rPr>
                        <a:t>Gibt seinem Träger ein Gefühl von Überlegenheit, mit dem man Distanz zu seinen Problemen aufbauen kann. </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c>
                  <a:txBody>
                    <a:bodyPr lIns="36000" rIns="36000" anchor="t">
                      <a:noAutofit/>
                    </a:bodyPr>
                    <a:p>
                      <a:pPr>
                        <a:lnSpc>
                          <a:spcPct val="100000"/>
                        </a:lnSpc>
                        <a:tabLst>
                          <a:tab algn="l" pos="0"/>
                        </a:tabLst>
                      </a:pPr>
                      <a:r>
                        <a:rPr b="1" lang="de" sz="1400" spc="-1" strike="noStrike">
                          <a:solidFill>
                            <a:schemeClr val="dk1"/>
                          </a:solidFill>
                          <a:latin typeface="Arial"/>
                          <a:ea typeface="Arial"/>
                        </a:rPr>
                        <a:t>Hurt Them</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c>
                  <a:txBody>
                    <a:bodyPr lIns="36000" rIns="36000" anchor="t">
                      <a:noAutofit/>
                    </a:bodyPr>
                    <a:p>
                      <a:pPr>
                        <a:lnSpc>
                          <a:spcPct val="100000"/>
                        </a:lnSpc>
                        <a:tabLst>
                          <a:tab algn="l" pos="0"/>
                        </a:tabLst>
                      </a:pPr>
                      <a:r>
                        <a:rPr b="0" lang="de" sz="1400" spc="-1" strike="noStrike">
                          <a:solidFill>
                            <a:srgbClr val="000000"/>
                          </a:solidFill>
                          <a:latin typeface="Arial"/>
                          <a:ea typeface="Arial"/>
                        </a:rPr>
                        <a:t>Als er an der angesehensten Tanzschule Frankreichs abgelehnt wurde. </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dbb6"/>
                    </a:solidFill>
                  </a:tcPr>
                </a:tc>
              </a:tr>
              <a:tr h="829080">
                <a:tc>
                  <a:txBody>
                    <a:bodyPr lIns="36000" rIns="36000" anchor="t">
                      <a:noAutofit/>
                    </a:bodyPr>
                    <a:p>
                      <a:pPr>
                        <a:lnSpc>
                          <a:spcPct val="100000"/>
                        </a:lnSpc>
                        <a:tabLst>
                          <a:tab algn="l" pos="0"/>
                        </a:tabLst>
                      </a:pPr>
                      <a:r>
                        <a:rPr b="1" lang="de" sz="1400" spc="-1" strike="noStrike">
                          <a:solidFill>
                            <a:schemeClr val="dk1"/>
                          </a:solidFill>
                          <a:latin typeface="Arial"/>
                          <a:ea typeface="Arial"/>
                        </a:rPr>
                        <a:t>Special Skill</a:t>
                      </a:r>
                      <a:endParaRPr b="0" lang="de-DE" sz="14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anchor="t">
                      <a:noAutofit/>
                    </a:bodyPr>
                    <a:p>
                      <a:pPr>
                        <a:lnSpc>
                          <a:spcPct val="100000"/>
                        </a:lnSpc>
                        <a:tabLst>
                          <a:tab algn="l" pos="0"/>
                        </a:tabLst>
                      </a:pPr>
                      <a:r>
                        <a:rPr b="0" lang="de" sz="1100" spc="-1" strike="noStrike">
                          <a:solidFill>
                            <a:srgbClr val="000000"/>
                          </a:solidFill>
                          <a:latin typeface="Arial"/>
                          <a:ea typeface="Arial"/>
                        </a:rPr>
                        <a:t>Kann eine Sprache innerhalb von maximal 4 Tagen lernen</a:t>
                      </a:r>
                      <a:endParaRPr b="0" lang="de-DE" sz="11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anchor="t">
                      <a:noAutofit/>
                    </a:bodyPr>
                    <a:p>
                      <a:endParaRPr b="1" lang="en-GB" sz="1400" spc="-1" strike="noStrike">
                        <a:solidFill>
                          <a:schemeClr val="dk1"/>
                        </a:solidFill>
                        <a:latin typeface="Arial"/>
                        <a:ea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c>
                  <a:txBody>
                    <a:bodyPr lIns="36000" rIns="36000" anchor="t">
                      <a:noAutofit/>
                    </a:bodyPr>
                    <a:p>
                      <a:endParaRPr b="0" lang="en-GB" sz="1100" spc="-1" strike="noStrike">
                        <a:solidFill>
                          <a:schemeClr val="dk1"/>
                        </a:solidFill>
                        <a:latin typeface="Arial"/>
                        <a:ea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fb66c"/>
                    </a:solidFill>
                  </a:tcPr>
                </a:tc>
              </a:tr>
            </a:tbl>
          </a:graphicData>
        </a:graphic>
      </p:graphicFrame>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15" name="Google Shape;175;p3"/>
          <p:cNvGrpSpPr/>
          <p:nvPr/>
        </p:nvGrpSpPr>
        <p:grpSpPr>
          <a:xfrm>
            <a:off x="360" y="-1800"/>
            <a:ext cx="3489480" cy="777960"/>
            <a:chOff x="360" y="-1800"/>
            <a:chExt cx="3489480" cy="777960"/>
          </a:xfrm>
        </p:grpSpPr>
        <p:grpSp>
          <p:nvGrpSpPr>
            <p:cNvPr id="116" name="Google Shape;176;p3"/>
            <p:cNvGrpSpPr/>
            <p:nvPr/>
          </p:nvGrpSpPr>
          <p:grpSpPr>
            <a:xfrm>
              <a:off x="360" y="72000"/>
              <a:ext cx="3489480" cy="704160"/>
              <a:chOff x="360" y="72000"/>
              <a:chExt cx="3489480" cy="704160"/>
            </a:xfrm>
          </p:grpSpPr>
          <p:sp>
            <p:nvSpPr>
              <p:cNvPr id="117" name="Google Shape;177;p3"/>
              <p:cNvSpPr/>
              <p:nvPr/>
            </p:nvSpPr>
            <p:spPr>
              <a:xfrm>
                <a:off x="360" y="72000"/>
                <a:ext cx="2580480" cy="704160"/>
              </a:xfrm>
              <a:prstGeom prst="rec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sp>
            <p:nvSpPr>
              <p:cNvPr id="118" name="Google Shape;178;p3"/>
              <p:cNvSpPr/>
              <p:nvPr/>
            </p:nvSpPr>
            <p:spPr>
              <a:xfrm>
                <a:off x="2199960" y="72000"/>
                <a:ext cx="1289880" cy="704160"/>
              </a:xfrm>
              <a:prstGeom prst="flowChartInputOutpu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grpSp>
        <p:grpSp>
          <p:nvGrpSpPr>
            <p:cNvPr id="119" name="Google Shape;179;p3"/>
            <p:cNvGrpSpPr/>
            <p:nvPr/>
          </p:nvGrpSpPr>
          <p:grpSpPr>
            <a:xfrm>
              <a:off x="360" y="-1800"/>
              <a:ext cx="3421440" cy="704160"/>
              <a:chOff x="360" y="-1800"/>
              <a:chExt cx="3421440" cy="704160"/>
            </a:xfrm>
          </p:grpSpPr>
          <p:sp>
            <p:nvSpPr>
              <p:cNvPr id="120" name="Google Shape;180;p3"/>
              <p:cNvSpPr/>
              <p:nvPr/>
            </p:nvSpPr>
            <p:spPr>
              <a:xfrm>
                <a:off x="360" y="-1800"/>
                <a:ext cx="2554560" cy="704160"/>
              </a:xfrm>
              <a:prstGeom prst="rec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sp>
            <p:nvSpPr>
              <p:cNvPr id="121" name="Google Shape;181;p3"/>
              <p:cNvSpPr/>
              <p:nvPr/>
            </p:nvSpPr>
            <p:spPr>
              <a:xfrm>
                <a:off x="2144880" y="-1800"/>
                <a:ext cx="1276920" cy="704160"/>
              </a:xfrm>
              <a:prstGeom prst="flowChartInputOutpu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grpSp>
      </p:grpSp>
      <p:sp>
        <p:nvSpPr>
          <p:cNvPr id="122" name="Google Shape;174;p3"/>
          <p:cNvSpPr/>
          <p:nvPr/>
        </p:nvSpPr>
        <p:spPr>
          <a:xfrm>
            <a:off x="21960" y="703800"/>
            <a:ext cx="9120600" cy="3651480"/>
          </a:xfrm>
          <a:prstGeom prst="rect">
            <a:avLst/>
          </a:prstGeom>
          <a:noFill/>
          <a:ln w="0">
            <a:noFill/>
          </a:ln>
        </p:spPr>
        <p:style>
          <a:lnRef idx="0"/>
          <a:fillRef idx="0"/>
          <a:effectRef idx="0"/>
          <a:fontRef idx="minor"/>
        </p:style>
        <p:txBody>
          <a:bodyPr lIns="90000" rIns="90000" tIns="91440" bIns="91440" anchor="t">
            <a:spAutoFit/>
          </a:bodyPr>
          <a:p>
            <a:pPr>
              <a:lnSpc>
                <a:spcPct val="115000"/>
              </a:lnSpc>
              <a:tabLst>
                <a:tab algn="l" pos="0"/>
              </a:tabLst>
            </a:pPr>
            <a:r>
              <a:rPr b="1" lang="de" sz="1800" spc="-1" strike="noStrike">
                <a:solidFill>
                  <a:srgbClr val="ff0000"/>
                </a:solidFill>
                <a:latin typeface="Calibri"/>
                <a:ea typeface="Calibri"/>
              </a:rPr>
              <a:t>Name: </a:t>
            </a:r>
            <a:r>
              <a:rPr b="1" lang="de" sz="1800" spc="-1" strike="noStrike">
                <a:solidFill>
                  <a:srgbClr val="000000"/>
                </a:solidFill>
                <a:latin typeface="Calibri"/>
                <a:ea typeface="Calibri"/>
              </a:rPr>
              <a:t>Degoutant</a:t>
            </a:r>
            <a:r>
              <a:rPr b="1" lang="de" sz="1800" spc="-1" strike="noStrike">
                <a:solidFill>
                  <a:srgbClr val="ff0000"/>
                </a:solidFill>
                <a:latin typeface="Calibri"/>
                <a:ea typeface="Calibri"/>
              </a:rPr>
              <a:t> </a:t>
            </a:r>
            <a:endParaRPr b="0" lang="de-DE" sz="1800" spc="-1" strike="noStrike">
              <a:solidFill>
                <a:srgbClr val="000000"/>
              </a:solidFill>
              <a:latin typeface="Arial"/>
            </a:endParaRPr>
          </a:p>
          <a:p>
            <a:pPr>
              <a:lnSpc>
                <a:spcPct val="115000"/>
              </a:lnSpc>
              <a:tabLst>
                <a:tab algn="l" pos="0"/>
              </a:tabLst>
            </a:pPr>
            <a:r>
              <a:rPr b="1" lang="de" sz="1800" spc="-1" strike="noStrike">
                <a:solidFill>
                  <a:srgbClr val="ff0000"/>
                </a:solidFill>
                <a:latin typeface="Calibri"/>
                <a:ea typeface="Calibri"/>
              </a:rPr>
              <a:t>Gender: </a:t>
            </a:r>
            <a:r>
              <a:rPr b="1" lang="de" sz="1800" spc="-1" strike="noStrike">
                <a:solidFill>
                  <a:srgbClr val="000000"/>
                </a:solidFill>
                <a:latin typeface="Calibri"/>
                <a:ea typeface="Calibri"/>
              </a:rPr>
              <a:t>Agender</a:t>
            </a:r>
            <a:r>
              <a:rPr b="1" lang="de" sz="1800" spc="-1" strike="noStrike">
                <a:solidFill>
                  <a:srgbClr val="ff0000"/>
                </a:solidFill>
                <a:latin typeface="Calibri"/>
                <a:ea typeface="Calibri"/>
              </a:rPr>
              <a:t> </a:t>
            </a:r>
            <a:endParaRPr b="0" lang="de-DE" sz="1800" spc="-1" strike="noStrike">
              <a:solidFill>
                <a:srgbClr val="000000"/>
              </a:solidFill>
              <a:latin typeface="Arial"/>
            </a:endParaRPr>
          </a:p>
          <a:p>
            <a:pPr>
              <a:lnSpc>
                <a:spcPct val="115000"/>
              </a:lnSpc>
              <a:tabLst>
                <a:tab algn="l" pos="0"/>
              </a:tabLst>
            </a:pPr>
            <a:r>
              <a:rPr b="1" lang="de" sz="1800" spc="-1" strike="noStrike">
                <a:solidFill>
                  <a:srgbClr val="ff0000"/>
                </a:solidFill>
                <a:latin typeface="Calibri"/>
                <a:ea typeface="Calibri"/>
              </a:rPr>
              <a:t>Age: </a:t>
            </a:r>
            <a:r>
              <a:rPr b="1" lang="de" sz="1800" spc="-1" strike="noStrike">
                <a:solidFill>
                  <a:srgbClr val="000000"/>
                </a:solidFill>
                <a:latin typeface="Calibri"/>
                <a:ea typeface="Calibri"/>
              </a:rPr>
              <a:t>400</a:t>
            </a:r>
            <a:endParaRPr b="0" lang="de-DE" sz="1800" spc="-1" strike="noStrike">
              <a:solidFill>
                <a:srgbClr val="000000"/>
              </a:solidFill>
              <a:latin typeface="Arial"/>
            </a:endParaRPr>
          </a:p>
          <a:p>
            <a:pPr>
              <a:lnSpc>
                <a:spcPct val="115000"/>
              </a:lnSpc>
              <a:tabLst>
                <a:tab algn="l" pos="0"/>
              </a:tabLst>
            </a:pPr>
            <a:r>
              <a:rPr b="1" lang="de" sz="1800" spc="-1" strike="noStrike">
                <a:solidFill>
                  <a:srgbClr val="ff0000"/>
                </a:solidFill>
                <a:latin typeface="Calibri"/>
                <a:ea typeface="Calibri"/>
              </a:rPr>
              <a:t>Personality: </a:t>
            </a:r>
            <a:r>
              <a:rPr b="1" lang="de" sz="1800" spc="-1" strike="noStrike">
                <a:solidFill>
                  <a:srgbClr val="000000"/>
                </a:solidFill>
                <a:latin typeface="Calibri"/>
                <a:ea typeface="Calibri"/>
              </a:rPr>
              <a:t>The Sage, The Explorer </a:t>
            </a:r>
            <a:endParaRPr b="0" lang="de-DE" sz="1800" spc="-1" strike="noStrike">
              <a:solidFill>
                <a:srgbClr val="000000"/>
              </a:solidFill>
              <a:latin typeface="Arial"/>
            </a:endParaRPr>
          </a:p>
          <a:p>
            <a:pPr>
              <a:lnSpc>
                <a:spcPct val="115000"/>
              </a:lnSpc>
              <a:tabLst>
                <a:tab algn="l" pos="0"/>
              </a:tabLst>
            </a:pPr>
            <a:r>
              <a:rPr b="1" lang="de" sz="1800" spc="-1" strike="noStrike">
                <a:solidFill>
                  <a:srgbClr val="ff0000"/>
                </a:solidFill>
                <a:latin typeface="Calibri"/>
                <a:ea typeface="Calibri"/>
              </a:rPr>
              <a:t>Alignment: </a:t>
            </a:r>
            <a:r>
              <a:rPr b="1" lang="de" sz="1800" spc="-1" strike="noStrike">
                <a:solidFill>
                  <a:srgbClr val="000000"/>
                </a:solidFill>
                <a:latin typeface="Calibri"/>
                <a:ea typeface="Calibri"/>
              </a:rPr>
              <a:t>Neutral Evil</a:t>
            </a:r>
            <a:endParaRPr b="0" lang="de-DE" sz="1800" spc="-1" strike="noStrike">
              <a:solidFill>
                <a:srgbClr val="000000"/>
              </a:solidFill>
              <a:latin typeface="Arial"/>
            </a:endParaRPr>
          </a:p>
          <a:p>
            <a:pPr>
              <a:lnSpc>
                <a:spcPct val="115000"/>
              </a:lnSpc>
              <a:tabLst>
                <a:tab algn="l" pos="0"/>
              </a:tabLst>
            </a:pPr>
            <a:r>
              <a:rPr b="1" lang="de" sz="1800" spc="-1" strike="noStrike">
                <a:solidFill>
                  <a:srgbClr val="ff0000"/>
                </a:solidFill>
                <a:latin typeface="Calibri"/>
                <a:ea typeface="Calibri"/>
              </a:rPr>
              <a:t>Occupation: </a:t>
            </a:r>
            <a:r>
              <a:rPr b="1" lang="de" sz="1800" spc="-1" strike="noStrike">
                <a:solidFill>
                  <a:srgbClr val="000000"/>
                </a:solidFill>
                <a:latin typeface="Calibri"/>
                <a:ea typeface="Calibri"/>
              </a:rPr>
              <a:t>Medizin</a:t>
            </a:r>
            <a:endParaRPr b="0" lang="de-DE" sz="1800" spc="-1" strike="noStrike">
              <a:solidFill>
                <a:srgbClr val="000000"/>
              </a:solidFill>
              <a:latin typeface="Arial"/>
            </a:endParaRPr>
          </a:p>
          <a:p>
            <a:pPr>
              <a:lnSpc>
                <a:spcPct val="115000"/>
              </a:lnSpc>
              <a:tabLst>
                <a:tab algn="l" pos="0"/>
              </a:tabLst>
            </a:pPr>
            <a:endParaRPr b="0" lang="de-DE" sz="1800" spc="-1" strike="noStrike">
              <a:solidFill>
                <a:srgbClr val="000000"/>
              </a:solidFill>
              <a:latin typeface="Arial"/>
            </a:endParaRPr>
          </a:p>
          <a:p>
            <a:pPr>
              <a:lnSpc>
                <a:spcPct val="115000"/>
              </a:lnSpc>
              <a:tabLst>
                <a:tab algn="l" pos="0"/>
              </a:tabLst>
            </a:pPr>
            <a:r>
              <a:rPr b="0" lang="de" sz="1800" spc="-1" strike="noStrike">
                <a:solidFill>
                  <a:srgbClr val="ff0000"/>
                </a:solidFill>
                <a:latin typeface="Calibri"/>
                <a:ea typeface="Calibri"/>
              </a:rPr>
              <a:t> </a:t>
            </a:r>
            <a:endParaRPr b="0" lang="de-DE" sz="1800" spc="-1" strike="noStrike">
              <a:solidFill>
                <a:srgbClr val="000000"/>
              </a:solidFill>
              <a:latin typeface="Arial"/>
            </a:endParaRPr>
          </a:p>
          <a:p>
            <a:pPr>
              <a:lnSpc>
                <a:spcPct val="115000"/>
              </a:lnSpc>
              <a:tabLst>
                <a:tab algn="l" pos="0"/>
              </a:tabLst>
            </a:pPr>
            <a:r>
              <a:rPr b="0" lang="de" sz="1800" spc="-1" strike="noStrike">
                <a:solidFill>
                  <a:srgbClr val="000000"/>
                </a:solidFill>
                <a:latin typeface="Calibri"/>
                <a:ea typeface="Calibri"/>
              </a:rPr>
              <a:t>Ein reisender Gelernter, Degoutants gesundes Selbstvertrauen wurde nach einer blamierenden Abweisung an einer Tanschule zu einer abwertende Arroganz.  Dieses Gefühl überträgt er auf seine Träger, die dadurch eine Distanz zu ihren Problemen aufbauen können. </a:t>
            </a:r>
            <a:endParaRPr b="0" lang="de-DE" sz="1800" spc="-1" strike="noStrike">
              <a:solidFill>
                <a:srgbClr val="000000"/>
              </a:solidFill>
              <a:latin typeface="Arial"/>
            </a:endParaRPr>
          </a:p>
        </p:txBody>
      </p:sp>
      <p:sp>
        <p:nvSpPr>
          <p:cNvPr id="123" name="Google Shape;182;p3"/>
          <p:cNvSpPr/>
          <p:nvPr/>
        </p:nvSpPr>
        <p:spPr>
          <a:xfrm flipH="1">
            <a:off x="11520" y="-82440"/>
            <a:ext cx="3754080" cy="871920"/>
          </a:xfrm>
          <a:prstGeom prst="rect">
            <a:avLst/>
          </a:prstGeom>
          <a:noFill/>
          <a:ln w="0">
            <a:noFill/>
          </a:ln>
        </p:spPr>
        <p:style>
          <a:lnRef idx="0"/>
          <a:fillRef idx="0"/>
          <a:effectRef idx="0"/>
          <a:fontRef idx="minor"/>
        </p:style>
        <p:txBody>
          <a:bodyPr lIns="68400" rIns="68400" tIns="34200" bIns="34200" anchor="ctr">
            <a:noAutofit/>
          </a:bodyPr>
          <a:p>
            <a:pPr>
              <a:lnSpc>
                <a:spcPct val="115000"/>
              </a:lnSpc>
              <a:tabLst>
                <a:tab algn="l" pos="0"/>
              </a:tabLst>
            </a:pPr>
            <a:r>
              <a:rPr b="0" lang="de-DE" sz="1800" spc="-1" strike="noStrike">
                <a:solidFill>
                  <a:schemeClr val="lt1"/>
                </a:solidFill>
                <a:latin typeface="Montserrat ExtraBold"/>
                <a:ea typeface="Montserrat ExtraBold"/>
              </a:rPr>
              <a:t>Degoutant</a:t>
            </a:r>
            <a:endParaRPr b="0" lang="de-DE" sz="1800" spc="-1" strike="noStrike">
              <a:solidFill>
                <a:srgbClr val="000000"/>
              </a:solidFill>
              <a:latin typeface="Arial"/>
            </a:endParaRPr>
          </a:p>
          <a:p>
            <a:pPr>
              <a:lnSpc>
                <a:spcPct val="115000"/>
              </a:lnSpc>
              <a:tabLst>
                <a:tab algn="l" pos="0"/>
              </a:tabLst>
            </a:pPr>
            <a:r>
              <a:rPr b="0" lang="de" sz="1800" spc="-1" strike="noStrike">
                <a:solidFill>
                  <a:srgbClr val="ffb951"/>
                </a:solidFill>
                <a:latin typeface="Montserrat ExtraBold"/>
                <a:ea typeface="Montserrat ExtraBold"/>
              </a:rPr>
              <a:t>Character Bio (short)</a:t>
            </a:r>
            <a:endParaRPr b="0" lang="de-DE"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Google Shape;187;p4"/>
          <p:cNvSpPr/>
          <p:nvPr/>
        </p:nvSpPr>
        <p:spPr>
          <a:xfrm>
            <a:off x="21960" y="703800"/>
            <a:ext cx="9120600" cy="4302000"/>
          </a:xfrm>
          <a:prstGeom prst="rect">
            <a:avLst/>
          </a:prstGeom>
          <a:noFill/>
          <a:ln w="0">
            <a:noFill/>
          </a:ln>
        </p:spPr>
        <p:style>
          <a:lnRef idx="0"/>
          <a:fillRef idx="0"/>
          <a:effectRef idx="0"/>
          <a:fontRef idx="minor"/>
        </p:style>
        <p:txBody>
          <a:bodyPr lIns="90000" rIns="90000" tIns="91440" bIns="91440" anchor="t">
            <a:spAutoFit/>
          </a:bodyPr>
          <a:p>
            <a:pPr>
              <a:lnSpc>
                <a:spcPct val="115000"/>
              </a:lnSpc>
              <a:tabLst>
                <a:tab algn="l" pos="0"/>
              </a:tabLst>
            </a:pPr>
            <a:r>
              <a:rPr b="0" lang="en-GB" sz="1800" spc="-1" strike="noStrike">
                <a:solidFill>
                  <a:srgbClr val="000000"/>
                </a:solidFill>
                <a:latin typeface="Arial"/>
                <a:ea typeface="Arial"/>
              </a:rPr>
              <a:t>Erschaffen um der Pest den Gar aus zu machen, Degoutant hatte von Natur aus ein starkes Gefühl von Bestimmung und der Außerordentlichkeit seines Selbst. Er war jeder Aufgabe gewachsen, und wenn er es nicht war, wusste er wie er an der Herausforderug wachsen konnte. </a:t>
            </a:r>
            <a:endParaRPr b="0" lang="de-DE" sz="1800" spc="-1" strike="noStrike">
              <a:solidFill>
                <a:srgbClr val="000000"/>
              </a:solidFill>
              <a:latin typeface="Arial"/>
            </a:endParaRPr>
          </a:p>
          <a:p>
            <a:pPr>
              <a:lnSpc>
                <a:spcPct val="115000"/>
              </a:lnSpc>
              <a:spcBef>
                <a:spcPts val="901"/>
              </a:spcBef>
              <a:tabLst>
                <a:tab algn="l" pos="0"/>
              </a:tabLst>
            </a:pPr>
            <a:endParaRPr b="0" lang="de-DE" sz="1800" spc="-1" strike="noStrike">
              <a:solidFill>
                <a:srgbClr val="000000"/>
              </a:solidFill>
              <a:latin typeface="Arial"/>
            </a:endParaRPr>
          </a:p>
          <a:p>
            <a:pPr>
              <a:lnSpc>
                <a:spcPct val="115000"/>
              </a:lnSpc>
              <a:spcBef>
                <a:spcPts val="901"/>
              </a:spcBef>
              <a:tabLst>
                <a:tab algn="l" pos="0"/>
              </a:tabLst>
            </a:pPr>
            <a:r>
              <a:rPr b="0" lang="de" sz="1800" spc="-1" strike="noStrike">
                <a:solidFill>
                  <a:srgbClr val="000000"/>
                </a:solidFill>
                <a:latin typeface="Arial"/>
                <a:ea typeface="Arial"/>
              </a:rPr>
              <a:t>Sein Selbstbewusstsein begann immer mehr sich in abwertende Arroganz zu verwandeln, nachdem er an der angesehensten Tanzschule Frankreichs abgelehnt wurde, wegen so einer unwichtigen Kleinigkeit wie </a:t>
            </a:r>
            <a:r>
              <a:rPr b="0" i="1" lang="de" sz="1800" spc="-1" strike="noStrike">
                <a:solidFill>
                  <a:srgbClr val="000000"/>
                </a:solidFill>
                <a:latin typeface="Arial"/>
                <a:ea typeface="Arial"/>
              </a:rPr>
              <a:t>fehlenden Gliedmaßen</a:t>
            </a:r>
            <a:r>
              <a:rPr b="0" lang="de" sz="1800" spc="-1" strike="noStrike">
                <a:solidFill>
                  <a:srgbClr val="000000"/>
                </a:solidFill>
                <a:latin typeface="Arial"/>
                <a:ea typeface="Arial"/>
              </a:rPr>
              <a:t>.</a:t>
            </a:r>
            <a:endParaRPr b="0" lang="de-DE" sz="1800" spc="-1" strike="noStrike">
              <a:solidFill>
                <a:srgbClr val="000000"/>
              </a:solidFill>
              <a:latin typeface="Arial"/>
            </a:endParaRPr>
          </a:p>
          <a:p>
            <a:pPr>
              <a:lnSpc>
                <a:spcPct val="115000"/>
              </a:lnSpc>
              <a:spcBef>
                <a:spcPts val="901"/>
              </a:spcBef>
              <a:tabLst>
                <a:tab algn="l" pos="0"/>
              </a:tabLst>
            </a:pPr>
            <a:endParaRPr b="0" lang="de-DE" sz="1800" spc="-1" strike="noStrike">
              <a:solidFill>
                <a:srgbClr val="000000"/>
              </a:solidFill>
              <a:latin typeface="Arial"/>
            </a:endParaRPr>
          </a:p>
          <a:p>
            <a:pPr>
              <a:lnSpc>
                <a:spcPct val="115000"/>
              </a:lnSpc>
              <a:spcBef>
                <a:spcPts val="901"/>
              </a:spcBef>
              <a:tabLst>
                <a:tab algn="l" pos="0"/>
              </a:tabLst>
            </a:pPr>
            <a:r>
              <a:rPr b="0" lang="de" sz="1800" spc="-1" strike="noStrike">
                <a:solidFill>
                  <a:srgbClr val="000000"/>
                </a:solidFill>
                <a:latin typeface="Arial"/>
                <a:ea typeface="Arial"/>
              </a:rPr>
              <a:t>Er begab sich freiwillig in die Obhut der Sleep Foundation, als eine Art Sabbatical, bevor er seine Reisen und Studien fortsetzt. </a:t>
            </a:r>
            <a:endParaRPr b="0" lang="de-DE" sz="1800" spc="-1" strike="noStrike">
              <a:solidFill>
                <a:srgbClr val="000000"/>
              </a:solidFill>
              <a:latin typeface="Arial"/>
            </a:endParaRPr>
          </a:p>
          <a:p>
            <a:pPr>
              <a:lnSpc>
                <a:spcPct val="115000"/>
              </a:lnSpc>
              <a:tabLst>
                <a:tab algn="l" pos="0"/>
              </a:tabLst>
            </a:pPr>
            <a:endParaRPr b="0" lang="de-DE" sz="1100" spc="-1" strike="noStrike">
              <a:solidFill>
                <a:srgbClr val="000000"/>
              </a:solidFill>
              <a:latin typeface="Arial"/>
            </a:endParaRPr>
          </a:p>
        </p:txBody>
      </p:sp>
      <p:grpSp>
        <p:nvGrpSpPr>
          <p:cNvPr id="125" name="Google Shape;188;p4"/>
          <p:cNvGrpSpPr/>
          <p:nvPr/>
        </p:nvGrpSpPr>
        <p:grpSpPr>
          <a:xfrm>
            <a:off x="360" y="-1800"/>
            <a:ext cx="3892680" cy="777960"/>
            <a:chOff x="360" y="-1800"/>
            <a:chExt cx="3892680" cy="777960"/>
          </a:xfrm>
        </p:grpSpPr>
        <p:grpSp>
          <p:nvGrpSpPr>
            <p:cNvPr id="126" name="Google Shape;189;p4"/>
            <p:cNvGrpSpPr/>
            <p:nvPr/>
          </p:nvGrpSpPr>
          <p:grpSpPr>
            <a:xfrm>
              <a:off x="360" y="72000"/>
              <a:ext cx="3892680" cy="704160"/>
              <a:chOff x="360" y="72000"/>
              <a:chExt cx="3892680" cy="704160"/>
            </a:xfrm>
          </p:grpSpPr>
          <p:sp>
            <p:nvSpPr>
              <p:cNvPr id="127" name="Google Shape;190;p4"/>
              <p:cNvSpPr/>
              <p:nvPr/>
            </p:nvSpPr>
            <p:spPr>
              <a:xfrm>
                <a:off x="360" y="72000"/>
                <a:ext cx="2878560" cy="704160"/>
              </a:xfrm>
              <a:prstGeom prst="rec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sp>
            <p:nvSpPr>
              <p:cNvPr id="128" name="Google Shape;191;p4"/>
              <p:cNvSpPr/>
              <p:nvPr/>
            </p:nvSpPr>
            <p:spPr>
              <a:xfrm>
                <a:off x="2454120" y="72000"/>
                <a:ext cx="1438920" cy="704160"/>
              </a:xfrm>
              <a:prstGeom prst="flowChartInputOutput">
                <a:avLst/>
              </a:prstGeom>
              <a:solidFill>
                <a:srgbClr val="5562eb"/>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grpSp>
        <p:grpSp>
          <p:nvGrpSpPr>
            <p:cNvPr id="129" name="Google Shape;192;p4"/>
            <p:cNvGrpSpPr/>
            <p:nvPr/>
          </p:nvGrpSpPr>
          <p:grpSpPr>
            <a:xfrm>
              <a:off x="360" y="-1800"/>
              <a:ext cx="3816720" cy="704160"/>
              <a:chOff x="360" y="-1800"/>
              <a:chExt cx="3816720" cy="704160"/>
            </a:xfrm>
          </p:grpSpPr>
          <p:sp>
            <p:nvSpPr>
              <p:cNvPr id="130" name="Google Shape;193;p4"/>
              <p:cNvSpPr/>
              <p:nvPr/>
            </p:nvSpPr>
            <p:spPr>
              <a:xfrm>
                <a:off x="360" y="-1800"/>
                <a:ext cx="2849760" cy="704160"/>
              </a:xfrm>
              <a:prstGeom prst="rec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sp>
            <p:nvSpPr>
              <p:cNvPr id="131" name="Google Shape;194;p4"/>
              <p:cNvSpPr/>
              <p:nvPr/>
            </p:nvSpPr>
            <p:spPr>
              <a:xfrm>
                <a:off x="2392560" y="-1800"/>
                <a:ext cx="1424520" cy="704160"/>
              </a:xfrm>
              <a:prstGeom prst="flowChartInputOutput">
                <a:avLst/>
              </a:prstGeom>
              <a:solidFill>
                <a:srgbClr val="152044"/>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endParaRPr b="0" lang="en-GB" sz="1400" spc="-1" strike="noStrike">
                  <a:solidFill>
                    <a:schemeClr val="dk1"/>
                  </a:solidFill>
                  <a:latin typeface="Montserrat"/>
                  <a:ea typeface="Montserrat"/>
                </a:endParaRPr>
              </a:p>
            </p:txBody>
          </p:sp>
        </p:grpSp>
      </p:grpSp>
      <p:sp>
        <p:nvSpPr>
          <p:cNvPr id="132" name="Google Shape;195;p4"/>
          <p:cNvSpPr/>
          <p:nvPr/>
        </p:nvSpPr>
        <p:spPr>
          <a:xfrm flipH="1">
            <a:off x="11520" y="-82440"/>
            <a:ext cx="3804120" cy="871920"/>
          </a:xfrm>
          <a:prstGeom prst="rect">
            <a:avLst/>
          </a:prstGeom>
          <a:noFill/>
          <a:ln w="0">
            <a:noFill/>
          </a:ln>
        </p:spPr>
        <p:style>
          <a:lnRef idx="0"/>
          <a:fillRef idx="0"/>
          <a:effectRef idx="0"/>
          <a:fontRef idx="minor"/>
        </p:style>
        <p:txBody>
          <a:bodyPr lIns="68400" rIns="68400" tIns="34200" bIns="34200" anchor="ctr">
            <a:noAutofit/>
          </a:bodyPr>
          <a:p>
            <a:pPr>
              <a:lnSpc>
                <a:spcPct val="115000"/>
              </a:lnSpc>
              <a:tabLst>
                <a:tab algn="l" pos="0"/>
              </a:tabLst>
            </a:pPr>
            <a:r>
              <a:rPr b="0" lang="de-DE" sz="1800" spc="-1" strike="noStrike">
                <a:solidFill>
                  <a:schemeClr val="lt1"/>
                </a:solidFill>
                <a:latin typeface="Montserrat ExtraBold"/>
                <a:ea typeface="Montserrat ExtraBold"/>
              </a:rPr>
              <a:t>Degoutant</a:t>
            </a:r>
            <a:endParaRPr b="0" lang="de-DE" sz="1800" spc="-1" strike="noStrike">
              <a:solidFill>
                <a:srgbClr val="000000"/>
              </a:solidFill>
              <a:latin typeface="Arial"/>
            </a:endParaRPr>
          </a:p>
          <a:p>
            <a:pPr>
              <a:lnSpc>
                <a:spcPct val="115000"/>
              </a:lnSpc>
              <a:tabLst>
                <a:tab algn="l" pos="0"/>
              </a:tabLst>
            </a:pPr>
            <a:r>
              <a:rPr b="0" lang="de" sz="1800" spc="-1" strike="noStrike">
                <a:solidFill>
                  <a:srgbClr val="ffb951"/>
                </a:solidFill>
                <a:latin typeface="Montserrat ExtraBold"/>
                <a:ea typeface="Montserrat ExtraBold"/>
              </a:rPr>
              <a:t>Character Bio (Long)</a:t>
            </a:r>
            <a:endParaRPr b="0" lang="de-DE"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3" name="Google Shape;237;p6"/>
          <p:cNvGraphicFramePr/>
          <p:nvPr/>
        </p:nvGraphicFramePr>
        <p:xfrm>
          <a:off x="35640" y="50400"/>
          <a:ext cx="9107640" cy="5660280"/>
        </p:xfrm>
        <a:graphic>
          <a:graphicData uri="http://schemas.openxmlformats.org/drawingml/2006/table">
            <a:tbl>
              <a:tblPr/>
              <a:tblGrid>
                <a:gridCol w="1291680"/>
                <a:gridCol w="3939480"/>
                <a:gridCol w="3876840"/>
              </a:tblGrid>
              <a:tr h="239400">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Character: (Name)</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c>
                  <a:txBody>
                    <a:bodyPr lIns="68400" rIns="68400" anchor="t">
                      <a:noAutofit/>
                    </a:bodyPr>
                    <a:p>
                      <a:pPr algn="ctr">
                        <a:lnSpc>
                          <a:spcPct val="100000"/>
                        </a:lnSpc>
                        <a:tabLst>
                          <a:tab algn="l" pos="0"/>
                        </a:tabLst>
                      </a:pPr>
                      <a:r>
                        <a:rPr b="1" lang="de" sz="1100" spc="-1" strike="noStrike">
                          <a:solidFill>
                            <a:schemeClr val="dk1"/>
                          </a:solidFill>
                          <a:latin typeface="Aptos"/>
                          <a:ea typeface="Aptos"/>
                        </a:rPr>
                        <a:t>DIALOGUE BARK – Situation v01</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DIALOGUE BARK – </a:t>
                      </a:r>
                      <a:r>
                        <a:rPr b="0" lang="de" sz="1100" spc="-1" strike="noStrike">
                          <a:solidFill>
                            <a:schemeClr val="dk1"/>
                          </a:solidFill>
                          <a:latin typeface="Arial"/>
                          <a:ea typeface="Arial"/>
                        </a:rPr>
                        <a:t>Situation </a:t>
                      </a:r>
                      <a:r>
                        <a:rPr b="1" lang="de" sz="1100" spc="-1" strike="noStrike">
                          <a:solidFill>
                            <a:schemeClr val="dk1"/>
                          </a:solidFill>
                          <a:latin typeface="Arial"/>
                          <a:ea typeface="Arial"/>
                        </a:rPr>
                        <a:t>v02</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Character: (Name)</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DIALOGUE BARK – Situation  v01</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DIALOGUE BARK – Situation  v02</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Character: (Name)</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DIALOGUE BARK – Situation  v01</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DIALOGUE BARK – Situation  v02</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3940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Rechteck 1"/>
          <p:cNvSpPr/>
          <p:nvPr/>
        </p:nvSpPr>
        <p:spPr>
          <a:xfrm>
            <a:off x="-431640" y="4963320"/>
            <a:ext cx="10519200" cy="104004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e-DE" sz="1400" spc="-1" strike="noStrike">
              <a:solidFill>
                <a:schemeClr val="lt1"/>
              </a:solidFill>
              <a:latin typeface="Arial"/>
              <a:ea typeface="Arial"/>
            </a:endParaRPr>
          </a:p>
        </p:txBody>
      </p:sp>
      <p:graphicFrame>
        <p:nvGraphicFramePr>
          <p:cNvPr id="135" name="Google Shape;242;p7"/>
          <p:cNvGraphicFramePr/>
          <p:nvPr/>
        </p:nvGraphicFramePr>
        <p:xfrm>
          <a:off x="0" y="0"/>
          <a:ext cx="9087120" cy="5660280"/>
        </p:xfrm>
        <a:graphic>
          <a:graphicData uri="http://schemas.openxmlformats.org/drawingml/2006/table">
            <a:tbl>
              <a:tblPr/>
              <a:tblGrid>
                <a:gridCol w="1299600"/>
                <a:gridCol w="3919680"/>
                <a:gridCol w="3868200"/>
              </a:tblGrid>
              <a:tr h="370440">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Character: (Name)</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c>
                  <a:txBody>
                    <a:bodyPr lIns="68400" rIns="68400" anchor="t">
                      <a:noAutofit/>
                    </a:bodyPr>
                    <a:p>
                      <a:pPr algn="ctr">
                        <a:lnSpc>
                          <a:spcPct val="100000"/>
                        </a:lnSpc>
                        <a:tabLst>
                          <a:tab algn="l" pos="0"/>
                        </a:tabLst>
                      </a:pPr>
                      <a:r>
                        <a:rPr b="1" lang="de" sz="1100" spc="-1" strike="noStrike">
                          <a:solidFill>
                            <a:schemeClr val="dk1"/>
                          </a:solidFill>
                          <a:latin typeface="Aptos"/>
                          <a:ea typeface="Aptos"/>
                        </a:rPr>
                        <a:t>DIALOGUE BARK – Vorher</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DIALOGUE BARK – </a:t>
                      </a:r>
                      <a:r>
                        <a:rPr b="0" lang="de" sz="1100" spc="-1" strike="noStrike">
                          <a:solidFill>
                            <a:schemeClr val="dk1"/>
                          </a:solidFill>
                          <a:latin typeface="Arial"/>
                          <a:ea typeface="Arial"/>
                        </a:rPr>
                        <a:t>Situation </a:t>
                      </a:r>
                      <a:r>
                        <a:rPr b="1" lang="de" sz="1100" spc="-1" strike="noStrike">
                          <a:solidFill>
                            <a:schemeClr val="dk1"/>
                          </a:solidFill>
                          <a:latin typeface="Arial"/>
                          <a:ea typeface="Arial"/>
                        </a:rPr>
                        <a:t> v02</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370440">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Character: (Name)</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DIALOGUE BARK – Nach Richtiger Mask</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DIALOGUE BARK – Situation  v02</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11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370440">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Character: (Name)</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DIALOGUE BARK –  nach falscher mask</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c>
                  <a:txBody>
                    <a:bodyPr lIns="68400" rIns="68400" anchor="t">
                      <a:noAutofit/>
                    </a:bodyPr>
                    <a:p>
                      <a:pPr algn="ctr">
                        <a:lnSpc>
                          <a:spcPct val="100000"/>
                        </a:lnSpc>
                        <a:tabLst>
                          <a:tab algn="l" pos="0"/>
                        </a:tabLst>
                      </a:pPr>
                      <a:r>
                        <a:rPr b="1" lang="de" sz="1100" spc="-1" strike="noStrike">
                          <a:solidFill>
                            <a:schemeClr val="dk1"/>
                          </a:solidFill>
                          <a:latin typeface="Arial"/>
                          <a:ea typeface="Arial"/>
                        </a:rPr>
                        <a:t>DIALOGUE BARK –  Situation v02</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c000"/>
                    </a:solid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r h="216720">
                <a:tc>
                  <a:txBody>
                    <a:bodyPr lIns="68400" rIns="68400" anchor="t">
                      <a:noAutofit/>
                    </a:bodyPr>
                    <a:p>
                      <a:pPr>
                        <a:lnSpc>
                          <a:spcPct val="100000"/>
                        </a:lnSpc>
                        <a:tabLst>
                          <a:tab algn="l" pos="0"/>
                        </a:tabLst>
                      </a:pPr>
                      <a:r>
                        <a:rPr b="0" lang="de" sz="1100" spc="-1" strike="noStrike">
                          <a:solidFill>
                            <a:schemeClr val="dk1"/>
                          </a:solidFill>
                          <a:latin typeface="Arial"/>
                          <a:ea typeface="Arial"/>
                        </a:rPr>
                        <a:t>Location/Action</a:t>
                      </a:r>
                      <a:endParaRPr b="0" lang="de-DE" sz="1100" spc="-1" strike="noStrike">
                        <a:solidFill>
                          <a:srgbClr val="000000"/>
                        </a:solidFill>
                        <a:latin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lIns="68400" rIns="68400" anchor="t">
                      <a:noAutofit/>
                    </a:bodyPr>
                    <a:p>
                      <a:endParaRPr b="0" lang="en-GB" sz="900" spc="-1" strike="noStrike">
                        <a:solidFill>
                          <a:schemeClr val="dk1"/>
                        </a:solidFill>
                        <a:latin typeface="Arial"/>
                        <a:ea typeface="Arial"/>
                      </a:endParaRPr>
                    </a:p>
                  </a:txBody>
                  <a:tcPr anchor="t" marL="68400" marR="684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bl>
          </a:graphicData>
        </a:graphic>
      </p:graphicFrame>
      <p:sp>
        <p:nvSpPr>
          <p:cNvPr id="136" name="Google Shape;243;p7"/>
          <p:cNvSpPr/>
          <p:nvPr/>
        </p:nvSpPr>
        <p:spPr>
          <a:xfrm>
            <a:off x="-248760" y="-200160"/>
            <a:ext cx="2998440" cy="39600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0" lang="de" sz="1400" spc="-1" strike="noStrike">
                <a:solidFill>
                  <a:srgbClr val="000000"/>
                </a:solidFill>
                <a:latin typeface="Arial"/>
                <a:ea typeface="Arial"/>
              </a:rPr>
              <a:t> </a:t>
            </a:r>
            <a:endParaRPr b="0" lang="de-DE"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17</TotalTime>
  <Application>LibreOffice/24.2.1.2$Windows_X86_64 LibreOffice_project/db4def46b0453cc22e2d0305797cf981b68ef5ac</Application>
  <AppVersion>15.0000</AppVersion>
  <Words>498</Words>
  <Paragraphs>111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en-GB</dc:language>
  <cp:lastModifiedBy/>
  <dcterms:modified xsi:type="dcterms:W3CDTF">2026-01-31T15:14:46Z</dcterms:modified>
  <cp:revision>8</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Bildschirmpräsentation (16:9)</vt:lpwstr>
  </property>
  <property fmtid="{D5CDD505-2E9C-101B-9397-08002B2CF9AE}" pid="4" name="Slides">
    <vt:i4>6</vt:i4>
  </property>
</Properties>
</file>