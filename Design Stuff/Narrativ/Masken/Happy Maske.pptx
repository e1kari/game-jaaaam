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Masters/slideMaster20.xml" ContentType="application/vnd.openxmlformats-officedocument.presentationml.slideMaster+xml"/>
  <Override PartName="/ppt/slideMasters/slideMaster21.xml" ContentType="application/vnd.openxmlformats-officedocument.presentationml.slideMaster+xml"/>
  <Override PartName="/ppt/slideMasters/slideMaster22.xml" ContentType="application/vnd.openxmlformats-officedocument.presentationml.slideMaster+xml"/>
  <Override PartName="/ppt/slideMasters/slideMaster23.xml" ContentType="application/vnd.openxmlformats-officedocument.presentationml.slideMaster+xml"/>
  <Override PartName="/ppt/slideMasters/slideMaster2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slideLayouts/slideLayout8.xml" ContentType="application/vnd.openxmlformats-officedocument.presentationml.slideLayout+xml"/>
  <Override PartName="/ppt/theme/theme8.xml" ContentType="application/vnd.openxmlformats-officedocument.theme+xml"/>
  <Override PartName="/ppt/slideLayouts/slideLayout9.xml" ContentType="application/vnd.openxmlformats-officedocument.presentationml.slideLayout+xml"/>
  <Override PartName="/ppt/theme/theme9.xml" ContentType="application/vnd.openxmlformats-officedocument.theme+xml"/>
  <Override PartName="/ppt/slideLayouts/slideLayout10.xml" ContentType="application/vnd.openxmlformats-officedocument.presentationml.slideLayout+xml"/>
  <Override PartName="/ppt/theme/theme10.xml" ContentType="application/vnd.openxmlformats-officedocument.theme+xml"/>
  <Override PartName="/ppt/slideLayouts/slideLayout11.xml" ContentType="application/vnd.openxmlformats-officedocument.presentationml.slideLayout+xml"/>
  <Override PartName="/ppt/theme/theme11.xml" ContentType="application/vnd.openxmlformats-officedocument.theme+xml"/>
  <Override PartName="/ppt/slideLayouts/slideLayout12.xml" ContentType="application/vnd.openxmlformats-officedocument.presentationml.slideLayout+xml"/>
  <Override PartName="/ppt/theme/theme12.xml" ContentType="application/vnd.openxmlformats-officedocument.theme+xml"/>
  <Override PartName="/ppt/slideLayouts/slideLayout13.xml" ContentType="application/vnd.openxmlformats-officedocument.presentationml.slideLayout+xml"/>
  <Override PartName="/ppt/theme/theme13.xml" ContentType="application/vnd.openxmlformats-officedocument.theme+xml"/>
  <Override PartName="/ppt/slideLayouts/slideLayout14.xml" ContentType="application/vnd.openxmlformats-officedocument.presentationml.slideLayout+xml"/>
  <Override PartName="/ppt/theme/theme14.xml" ContentType="application/vnd.openxmlformats-officedocument.theme+xml"/>
  <Override PartName="/ppt/slideLayouts/slideLayout15.xml" ContentType="application/vnd.openxmlformats-officedocument.presentationml.slideLayout+xml"/>
  <Override PartName="/ppt/theme/theme15.xml" ContentType="application/vnd.openxmlformats-officedocument.theme+xml"/>
  <Override PartName="/ppt/slideLayouts/slideLayout16.xml" ContentType="application/vnd.openxmlformats-officedocument.presentationml.slideLayout+xml"/>
  <Override PartName="/ppt/theme/theme16.xml" ContentType="application/vnd.openxmlformats-officedocument.theme+xml"/>
  <Override PartName="/ppt/slideLayouts/slideLayout17.xml" ContentType="application/vnd.openxmlformats-officedocument.presentationml.slideLayout+xml"/>
  <Override PartName="/ppt/theme/theme17.xml" ContentType="application/vnd.openxmlformats-officedocument.theme+xml"/>
  <Override PartName="/ppt/slideLayouts/slideLayout18.xml" ContentType="application/vnd.openxmlformats-officedocument.presentationml.slideLayout+xml"/>
  <Override PartName="/ppt/theme/theme18.xml" ContentType="application/vnd.openxmlformats-officedocument.theme+xml"/>
  <Override PartName="/ppt/slideLayouts/slideLayout19.xml" ContentType="application/vnd.openxmlformats-officedocument.presentationml.slideLayout+xml"/>
  <Override PartName="/ppt/theme/theme19.xml" ContentType="application/vnd.openxmlformats-officedocument.theme+xml"/>
  <Override PartName="/ppt/slideLayouts/slideLayout20.xml" ContentType="application/vnd.openxmlformats-officedocument.presentationml.slideLayout+xml"/>
  <Override PartName="/ppt/theme/theme20.xml" ContentType="application/vnd.openxmlformats-officedocument.theme+xml"/>
  <Override PartName="/ppt/slideLayouts/slideLayout21.xml" ContentType="application/vnd.openxmlformats-officedocument.presentationml.slideLayout+xml"/>
  <Override PartName="/ppt/theme/theme21.xml" ContentType="application/vnd.openxmlformats-officedocument.theme+xml"/>
  <Override PartName="/ppt/slideLayouts/slideLayout22.xml" ContentType="application/vnd.openxmlformats-officedocument.presentationml.slideLayout+xml"/>
  <Override PartName="/ppt/theme/theme22.xml" ContentType="application/vnd.openxmlformats-officedocument.theme+xml"/>
  <Override PartName="/ppt/slideLayouts/slideLayout23.xml" ContentType="application/vnd.openxmlformats-officedocument.presentationml.slideLayout+xml"/>
  <Override PartName="/ppt/theme/theme23.xml" ContentType="application/vnd.openxmlformats-officedocument.theme+xml"/>
  <Override PartName="/ppt/slideLayouts/slideLayout24.xml" ContentType="application/vnd.openxmlformats-officedocument.presentationml.slideLayout+xml"/>
  <Override PartName="/ppt/theme/theme24.xml" ContentType="application/vnd.openxmlformats-officedocument.theme+xml"/>
  <Override PartName="/ppt/theme/theme25.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 id="2147483670" r:id="rId12"/>
    <p:sldMasterId id="2147483672" r:id="rId13"/>
    <p:sldMasterId id="2147483674" r:id="rId14"/>
    <p:sldMasterId id="2147483676" r:id="rId15"/>
    <p:sldMasterId id="2147483678" r:id="rId16"/>
    <p:sldMasterId id="2147483680" r:id="rId17"/>
    <p:sldMasterId id="2147483682" r:id="rId18"/>
    <p:sldMasterId id="2147483684" r:id="rId19"/>
    <p:sldMasterId id="2147483686" r:id="rId20"/>
    <p:sldMasterId id="2147483688" r:id="rId21"/>
    <p:sldMasterId id="2147483690" r:id="rId22"/>
    <p:sldMasterId id="2147483692" r:id="rId23"/>
    <p:sldMasterId id="2147483694" r:id="rId24"/>
  </p:sldMasterIdLst>
  <p:notesMasterIdLst>
    <p:notesMasterId r:id="rId30"/>
  </p:notesMasterIdLst>
  <p:sldIdLst>
    <p:sldId id="256" r:id="rId25"/>
    <p:sldId id="257" r:id="rId26"/>
    <p:sldId id="258" r:id="rId27"/>
    <p:sldId id="259" r:id="rId28"/>
    <p:sldId id="260" r:id="rId29"/>
  </p:sldIdLst>
  <p:sldSz cx="9144000" cy="5143500" type="screen16x9"/>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Designformatvorlage 1 - Akz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20" d="100"/>
          <a:sy n="120" d="100"/>
        </p:scale>
        <p:origin x="820" y="3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Master" Target="slideMasters/slideMaster13.xml"/><Relationship Id="rId18" Type="http://schemas.openxmlformats.org/officeDocument/2006/relationships/slideMaster" Target="slideMasters/slideMaster18.xml"/><Relationship Id="rId26" Type="http://schemas.openxmlformats.org/officeDocument/2006/relationships/slide" Target="slides/slide2.xml"/><Relationship Id="rId3" Type="http://schemas.openxmlformats.org/officeDocument/2006/relationships/slideMaster" Target="slideMasters/slideMaster3.xml"/><Relationship Id="rId21" Type="http://schemas.openxmlformats.org/officeDocument/2006/relationships/slideMaster" Target="slideMasters/slideMaster21.xml"/><Relationship Id="rId34" Type="http://schemas.openxmlformats.org/officeDocument/2006/relationships/tableStyles" Target="tableStyles.xml"/><Relationship Id="rId7" Type="http://schemas.openxmlformats.org/officeDocument/2006/relationships/slideMaster" Target="slideMasters/slideMaster7.xml"/><Relationship Id="rId12" Type="http://schemas.openxmlformats.org/officeDocument/2006/relationships/slideMaster" Target="slideMasters/slideMaster12.xml"/><Relationship Id="rId17" Type="http://schemas.openxmlformats.org/officeDocument/2006/relationships/slideMaster" Target="slideMasters/slideMaster17.xml"/><Relationship Id="rId25" Type="http://schemas.openxmlformats.org/officeDocument/2006/relationships/slide" Target="slides/slide1.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Master" Target="slideMasters/slideMaster16.xml"/><Relationship Id="rId20" Type="http://schemas.openxmlformats.org/officeDocument/2006/relationships/slideMaster" Target="slideMasters/slideMaster20.xml"/><Relationship Id="rId29" Type="http://schemas.openxmlformats.org/officeDocument/2006/relationships/slide" Target="slides/slide5.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24" Type="http://schemas.openxmlformats.org/officeDocument/2006/relationships/slideMaster" Target="slideMasters/slideMaster24.xml"/><Relationship Id="rId32"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Master" Target="slideMasters/slideMaster15.xml"/><Relationship Id="rId23" Type="http://schemas.openxmlformats.org/officeDocument/2006/relationships/slideMaster" Target="slideMasters/slideMaster23.xml"/><Relationship Id="rId28" Type="http://schemas.openxmlformats.org/officeDocument/2006/relationships/slide" Target="slides/slide4.xml"/><Relationship Id="rId10" Type="http://schemas.openxmlformats.org/officeDocument/2006/relationships/slideMaster" Target="slideMasters/slideMaster10.xml"/><Relationship Id="rId19" Type="http://schemas.openxmlformats.org/officeDocument/2006/relationships/slideMaster" Target="slideMasters/slideMaster19.xml"/><Relationship Id="rId31"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Master" Target="slideMasters/slideMaster14.xml"/><Relationship Id="rId22" Type="http://schemas.openxmlformats.org/officeDocument/2006/relationships/slideMaster" Target="slideMasters/slideMaster22.xml"/><Relationship Id="rId27" Type="http://schemas.openxmlformats.org/officeDocument/2006/relationships/slide" Target="slides/slide3.xml"/><Relationship Id="rId30" Type="http://schemas.openxmlformats.org/officeDocument/2006/relationships/notesMaster" Target="notesMasters/notesMaster1.xml"/><Relationship Id="rId8" Type="http://schemas.openxmlformats.org/officeDocument/2006/relationships/slideMaster" Target="slideMasters/slideMaster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1"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de-DE" sz="1400" b="0" strike="noStrike" spc="-1">
                <a:solidFill>
                  <a:srgbClr val="000000"/>
                </a:solidFill>
                <a:latin typeface="Arial"/>
              </a:rPr>
              <a:t>Folie mittels Klicken verschieben</a:t>
            </a:r>
          </a:p>
        </p:txBody>
      </p:sp>
      <p:sp>
        <p:nvSpPr>
          <p:cNvPr id="112"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de-DE" sz="2000" b="0" strike="noStrike" spc="-1">
                <a:solidFill>
                  <a:srgbClr val="000000"/>
                </a:solidFill>
                <a:latin typeface="Arial"/>
              </a:rPr>
              <a:t>Format der Notizen mittels Klicken bearbeiten</a:t>
            </a:r>
          </a:p>
        </p:txBody>
      </p:sp>
      <p:sp>
        <p:nvSpPr>
          <p:cNvPr id="113"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de-DE" sz="1400" b="0" strike="noStrike" spc="-1">
                <a:solidFill>
                  <a:srgbClr val="000000"/>
                </a:solidFill>
                <a:latin typeface="Times New Roman"/>
              </a:rPr>
              <a:t>&lt;Kopfzeile&gt;</a:t>
            </a:r>
          </a:p>
        </p:txBody>
      </p:sp>
      <p:sp>
        <p:nvSpPr>
          <p:cNvPr id="114" name="PlaceHolder 4"/>
          <p:cNvSpPr>
            <a:spLocks noGrp="1"/>
          </p:cNvSpPr>
          <p:nvPr>
            <p:ph type="dt" idx="47"/>
          </p:nvPr>
        </p:nvSpPr>
        <p:spPr>
          <a:xfrm>
            <a:off x="4278960" y="0"/>
            <a:ext cx="3280680" cy="534240"/>
          </a:xfrm>
          <a:prstGeom prst="rect">
            <a:avLst/>
          </a:prstGeom>
          <a:noFill/>
          <a:ln w="0">
            <a:noFill/>
          </a:ln>
        </p:spPr>
        <p:txBody>
          <a:bodyPr lIns="0" tIns="0" rIns="0" bIns="0" anchor="t">
            <a:noAutofit/>
          </a:bodyPr>
          <a:lstStyle>
            <a:lvl1pPr indent="0" algn="r">
              <a:buNone/>
              <a:defRPr lang="de-DE" sz="1400" b="0" strike="noStrike" spc="-1">
                <a:solidFill>
                  <a:srgbClr val="000000"/>
                </a:solidFill>
                <a:latin typeface="Times New Roman"/>
              </a:defRPr>
            </a:lvl1pPr>
          </a:lstStyle>
          <a:p>
            <a:pPr indent="0" algn="r">
              <a:buNone/>
            </a:pPr>
            <a:r>
              <a:rPr lang="de-DE" sz="1400" b="0" strike="noStrike" spc="-1">
                <a:solidFill>
                  <a:srgbClr val="000000"/>
                </a:solidFill>
                <a:latin typeface="Times New Roman"/>
              </a:rPr>
              <a:t>&lt;Datum/Uhrzeit&gt;</a:t>
            </a:r>
          </a:p>
        </p:txBody>
      </p:sp>
      <p:sp>
        <p:nvSpPr>
          <p:cNvPr id="115" name="PlaceHolder 5"/>
          <p:cNvSpPr>
            <a:spLocks noGrp="1"/>
          </p:cNvSpPr>
          <p:nvPr>
            <p:ph type="ftr" idx="48"/>
          </p:nvPr>
        </p:nvSpPr>
        <p:spPr>
          <a:xfrm>
            <a:off x="0" y="10157400"/>
            <a:ext cx="3280680" cy="534240"/>
          </a:xfrm>
          <a:prstGeom prst="rect">
            <a:avLst/>
          </a:prstGeom>
          <a:noFill/>
          <a:ln w="0">
            <a:noFill/>
          </a:ln>
        </p:spPr>
        <p:txBody>
          <a:bodyPr lIns="0" tIns="0" rIns="0" bIns="0" anchor="b">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&lt;Fußzeile&gt;</a:t>
            </a:r>
          </a:p>
        </p:txBody>
      </p:sp>
      <p:sp>
        <p:nvSpPr>
          <p:cNvPr id="116" name="PlaceHolder 6"/>
          <p:cNvSpPr>
            <a:spLocks noGrp="1"/>
          </p:cNvSpPr>
          <p:nvPr>
            <p:ph type="sldNum" idx="49"/>
          </p:nvPr>
        </p:nvSpPr>
        <p:spPr>
          <a:xfrm>
            <a:off x="4278960" y="10157400"/>
            <a:ext cx="3280680" cy="534240"/>
          </a:xfrm>
          <a:prstGeom prst="rect">
            <a:avLst/>
          </a:prstGeom>
          <a:noFill/>
          <a:ln w="0">
            <a:noFill/>
          </a:ln>
        </p:spPr>
        <p:txBody>
          <a:bodyPr lIns="0" tIns="0" rIns="0" bIns="0" anchor="b">
            <a:noAutofit/>
          </a:bodyPr>
          <a:lstStyle>
            <a:lvl1pPr indent="0" algn="r">
              <a:buNone/>
              <a:defRPr lang="de-DE" sz="1400" b="0" strike="noStrike" spc="-1">
                <a:solidFill>
                  <a:srgbClr val="000000"/>
                </a:solidFill>
                <a:latin typeface="Times New Roman"/>
              </a:defRPr>
            </a:lvl1pPr>
          </a:lstStyle>
          <a:p>
            <a:pPr indent="0" algn="r">
              <a:buNone/>
            </a:pPr>
            <a:fld id="{60FC9A32-A800-4888-B009-EBB33125A06B}" type="slidenum">
              <a:rPr lang="de-DE" sz="1400" b="0" strike="noStrike" spc="-1">
                <a:solidFill>
                  <a:srgbClr val="000000"/>
                </a:solidFill>
                <a:latin typeface="Times New Roman"/>
              </a:rPr>
              <a:t>‹#›</a:t>
            </a:fld>
            <a:endParaRPr lang="de-DE" sz="14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 name="PlaceHolder 1"/>
          <p:cNvSpPr>
            <a:spLocks noGrp="1" noRot="1" noChangeAspect="1"/>
          </p:cNvSpPr>
          <p:nvPr>
            <p:ph type="sldImg"/>
          </p:nvPr>
        </p:nvSpPr>
        <p:spPr>
          <a:xfrm>
            <a:off x="380880" y="685800"/>
            <a:ext cx="6095520" cy="3428640"/>
          </a:xfrm>
          <a:prstGeom prst="rect">
            <a:avLst/>
          </a:prstGeom>
          <a:ln w="0">
            <a:noFill/>
          </a:ln>
        </p:spPr>
      </p:sp>
      <p:sp>
        <p:nvSpPr>
          <p:cNvPr id="156" name="PlaceHolder 2"/>
          <p:cNvSpPr>
            <a:spLocks noGrp="1"/>
          </p:cNvSpPr>
          <p:nvPr>
            <p:ph type="body"/>
          </p:nvPr>
        </p:nvSpPr>
        <p:spPr>
          <a:xfrm>
            <a:off x="685800" y="4400640"/>
            <a:ext cx="5486040" cy="3600360"/>
          </a:xfrm>
          <a:prstGeom prst="rect">
            <a:avLst/>
          </a:prstGeom>
          <a:noFill/>
          <a:ln w="0">
            <a:noFill/>
          </a:ln>
        </p:spPr>
        <p:txBody>
          <a:bodyPr lIns="91440" tIns="45720" rIns="91440" bIns="45720" anchor="t">
            <a:noAutofit/>
          </a:bodyPr>
          <a:lstStyle/>
          <a:p>
            <a:pPr indent="0">
              <a:lnSpc>
                <a:spcPct val="100000"/>
              </a:lnSpc>
              <a:buNone/>
              <a:tabLst>
                <a:tab pos="0" algn="l"/>
              </a:tabLst>
            </a:pPr>
            <a:r>
              <a:rPr lang="de" sz="1100" b="0" strike="noStrike" spc="-1">
                <a:solidFill>
                  <a:srgbClr val="000000"/>
                </a:solidFill>
                <a:latin typeface="Arial"/>
                <a:ea typeface="Arial"/>
              </a:rPr>
              <a:t>20 minutes </a:t>
            </a:r>
            <a:endParaRPr lang="de-DE" sz="1100" b="0" strike="noStrike" spc="-1">
              <a:solidFill>
                <a:srgbClr val="000000"/>
              </a:solidFill>
              <a:latin typeface="Arial"/>
            </a:endParaRPr>
          </a:p>
          <a:p>
            <a:pPr indent="0">
              <a:lnSpc>
                <a:spcPct val="100000"/>
              </a:lnSpc>
              <a:buNone/>
              <a:tabLst>
                <a:tab pos="0" algn="l"/>
              </a:tabLst>
            </a:pPr>
            <a:endParaRPr lang="de-DE" sz="1100" b="0" strike="noStrike" spc="-1">
              <a:solidFill>
                <a:srgbClr val="000000"/>
              </a:solidFill>
              <a:latin typeface="Arial"/>
            </a:endParaRPr>
          </a:p>
          <a:p>
            <a:pPr indent="0">
              <a:lnSpc>
                <a:spcPct val="100000"/>
              </a:lnSpc>
              <a:buNone/>
              <a:tabLst>
                <a:tab pos="0" algn="l"/>
              </a:tabLst>
            </a:pPr>
            <a:r>
              <a:rPr lang="de" sz="1100" b="0" strike="noStrike" spc="-1">
                <a:solidFill>
                  <a:srgbClr val="000000"/>
                </a:solidFill>
                <a:latin typeface="Arial"/>
                <a:ea typeface="Arial"/>
              </a:rPr>
              <a:t>Remember, when you are done your first draft. YOU ARE NOT DONE.  COUNT YOUR WORDS, if you are over 20 or under 3 in any line of dialogue you must edit your own text to make it fit or expand on the world lore or to make the character speaking sound unique. </a:t>
            </a:r>
            <a:endParaRPr lang="de-DE" sz="1100" b="0" strike="noStrike" spc="-1">
              <a:solidFill>
                <a:srgbClr val="000000"/>
              </a:solidFill>
              <a:latin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buNone/>
            </a:pPr>
            <a:endParaRPr lang="de-DE" sz="1400" b="0" strike="noStrike" spc="-1">
              <a:solidFill>
                <a:srgbClr val="000000"/>
              </a:solidFill>
              <a:latin typeface="Arial"/>
            </a:endParaRPr>
          </a:p>
        </p:txBody>
      </p:sp>
      <p:sp>
        <p:nvSpPr>
          <p:cNvPr id="3" name="PlaceHolder 2"/>
          <p:cNvSpPr>
            <a:spLocks noGrp="1"/>
          </p:cNvSpPr>
          <p:nvPr>
            <p:ph type="subTitle"/>
          </p:nvPr>
        </p:nvSpPr>
        <p:spPr>
          <a:xfrm>
            <a:off x="457200" y="1203480"/>
            <a:ext cx="8229240" cy="2982960"/>
          </a:xfrm>
          <a:prstGeom prst="rect">
            <a:avLst/>
          </a:prstGeom>
          <a:noFill/>
          <a:ln w="0">
            <a:noFill/>
          </a:ln>
        </p:spPr>
        <p:txBody>
          <a:bodyPr lIns="0" tIns="0" rIns="0" bIns="0" anchor="ctr">
            <a:noAutofit/>
          </a:bodyPr>
          <a:lstStyle/>
          <a:p>
            <a:pPr indent="0" algn="ctr">
              <a:buNone/>
            </a:pPr>
            <a:endParaRPr lang="de-DE" sz="3200" b="0" strike="noStrike" spc="-1">
              <a:solidFill>
                <a:srgbClr val="000000"/>
              </a:solidFill>
              <a:latin typeface="Arial"/>
            </a:endParaRPr>
          </a:p>
        </p:txBody>
      </p:sp>
      <p:sp>
        <p:nvSpPr>
          <p:cNvPr id="4" name="PlaceHolder 3"/>
          <p:cNvSpPr>
            <a:spLocks noGrp="1"/>
          </p:cNvSpPr>
          <p:nvPr>
            <p:ph type="sldNum" idx="1"/>
          </p:nvPr>
        </p:nvSpPr>
        <p:spPr/>
        <p:txBody>
          <a:bodyPr/>
          <a:lstStyle/>
          <a:p>
            <a:fld id="{5FF88BAF-F58C-4627-9B71-BBD60AB01481}"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IG_NUMBER">
    <p:spTree>
      <p:nvGrpSpPr>
        <p:cNvPr id="1" name=""/>
        <p:cNvGrpSpPr/>
        <p:nvPr/>
      </p:nvGrpSpPr>
      <p:grpSpPr>
        <a:xfrm>
          <a:off x="0" y="0"/>
          <a:ext cx="0" cy="0"/>
          <a:chOff x="0" y="0"/>
          <a:chExt cx="0" cy="0"/>
        </a:xfrm>
      </p:grpSpPr>
      <p:sp>
        <p:nvSpPr>
          <p:cNvPr id="2" name="PlaceHolder 1"/>
          <p:cNvSpPr>
            <a:spLocks noGrp="1"/>
          </p:cNvSpPr>
          <p:nvPr>
            <p:ph type="sldNum" idx="2"/>
          </p:nvPr>
        </p:nvSpPr>
        <p:spPr/>
        <p:txBody>
          <a:bodyPr/>
          <a:lstStyle/>
          <a:p>
            <a:fld id="{69F95062-3DB4-4B9B-BAB6-07952E23EBC2}"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PlaceHolder 1"/>
          <p:cNvSpPr>
            <a:spLocks noGrp="1"/>
          </p:cNvSpPr>
          <p:nvPr>
            <p:ph type="sldNum" idx="3"/>
          </p:nvPr>
        </p:nvSpPr>
        <p:spPr/>
        <p:txBody>
          <a:bodyPr/>
          <a:lstStyle/>
          <a:p>
            <a:fld id="{358EE982-EF58-4E0E-920C-3E472B515E9D}"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SECTION_HEADER">
    <p:spTree>
      <p:nvGrpSpPr>
        <p:cNvPr id="1" name=""/>
        <p:cNvGrpSpPr/>
        <p:nvPr/>
      </p:nvGrpSpPr>
      <p:grpSpPr>
        <a:xfrm>
          <a:off x="0" y="0"/>
          <a:ext cx="0" cy="0"/>
          <a:chOff x="0" y="0"/>
          <a:chExt cx="0" cy="0"/>
        </a:xfrm>
      </p:grpSpPr>
      <p:sp>
        <p:nvSpPr>
          <p:cNvPr id="2" name="PlaceHolder 1"/>
          <p:cNvSpPr>
            <a:spLocks noGrp="1"/>
          </p:cNvSpPr>
          <p:nvPr>
            <p:ph type="sldNum" idx="4"/>
          </p:nvPr>
        </p:nvSpPr>
        <p:spPr/>
        <p:txBody>
          <a:bodyPr/>
          <a:lstStyle/>
          <a:p>
            <a:fld id="{BA8A5775-86FE-4884-A2A0-C63F39DC0358}"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p:cSld name="TITLE_AND_BODY">
    <p:spTree>
      <p:nvGrpSpPr>
        <p:cNvPr id="1" name=""/>
        <p:cNvGrpSpPr/>
        <p:nvPr/>
      </p:nvGrpSpPr>
      <p:grpSpPr>
        <a:xfrm>
          <a:off x="0" y="0"/>
          <a:ext cx="0" cy="0"/>
          <a:chOff x="0" y="0"/>
          <a:chExt cx="0" cy="0"/>
        </a:xfrm>
      </p:grpSpPr>
      <p:sp>
        <p:nvSpPr>
          <p:cNvPr id="13"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buNone/>
            </a:pPr>
            <a:endParaRPr lang="de-DE" sz="1400" b="0" strike="noStrike" spc="-1">
              <a:solidFill>
                <a:srgbClr val="000000"/>
              </a:solidFill>
              <a:latin typeface="Arial"/>
            </a:endParaRPr>
          </a:p>
        </p:txBody>
      </p:sp>
      <p:sp>
        <p:nvSpPr>
          <p:cNvPr id="14" name="PlaceHolder 2"/>
          <p:cNvSpPr>
            <a:spLocks noGrp="1"/>
          </p:cNvSpPr>
          <p:nvPr>
            <p:ph/>
          </p:nvPr>
        </p:nvSpPr>
        <p:spPr>
          <a:xfrm>
            <a:off x="457200" y="1203480"/>
            <a:ext cx="8229240" cy="2982960"/>
          </a:xfrm>
          <a:prstGeom prst="rect">
            <a:avLst/>
          </a:prstGeom>
          <a:noFill/>
          <a:ln w="0">
            <a:noFill/>
          </a:ln>
        </p:spPr>
        <p:txBody>
          <a:bodyPr lIns="0" tIns="0" rIns="0" bIns="0" anchor="t">
            <a:normAutofit/>
          </a:bodyPr>
          <a:lstStyle/>
          <a:p>
            <a:pPr indent="0">
              <a:spcBef>
                <a:spcPts val="1417"/>
              </a:spcBef>
              <a:buNone/>
            </a:pPr>
            <a:endParaRPr lang="de-DE" sz="1400" b="0" strike="noStrike" spc="-1">
              <a:solidFill>
                <a:srgbClr val="000000"/>
              </a:solidFill>
              <a:latin typeface="Arial"/>
            </a:endParaRPr>
          </a:p>
        </p:txBody>
      </p:sp>
      <p:sp>
        <p:nvSpPr>
          <p:cNvPr id="4" name="PlaceHolder 3"/>
          <p:cNvSpPr>
            <a:spLocks noGrp="1"/>
          </p:cNvSpPr>
          <p:nvPr>
            <p:ph type="sldNum" idx="5"/>
          </p:nvPr>
        </p:nvSpPr>
        <p:spPr/>
        <p:txBody>
          <a:bodyPr/>
          <a:lstStyle/>
          <a:p>
            <a:fld id="{265B14A7-D2FE-4DB8-BC5D-C31F487DD5D0}"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ITLE_AND_TWO_COLUMNS">
    <p:spTree>
      <p:nvGrpSpPr>
        <p:cNvPr id="1" name=""/>
        <p:cNvGrpSpPr/>
        <p:nvPr/>
      </p:nvGrpSpPr>
      <p:grpSpPr>
        <a:xfrm>
          <a:off x="0" y="0"/>
          <a:ext cx="0" cy="0"/>
          <a:chOff x="0" y="0"/>
          <a:chExt cx="0" cy="0"/>
        </a:xfrm>
      </p:grpSpPr>
      <p:sp>
        <p:nvSpPr>
          <p:cNvPr id="19"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buNone/>
            </a:pPr>
            <a:endParaRPr lang="de-DE" sz="1400" b="0" strike="noStrike" spc="-1">
              <a:solidFill>
                <a:srgbClr val="000000"/>
              </a:solidFill>
              <a:latin typeface="Arial"/>
            </a:endParaRPr>
          </a:p>
        </p:txBody>
      </p:sp>
      <p:sp>
        <p:nvSpPr>
          <p:cNvPr id="20" name="PlaceHolder 2"/>
          <p:cNvSpPr>
            <a:spLocks noGrp="1"/>
          </p:cNvSpPr>
          <p:nvPr>
            <p:ph/>
          </p:nvPr>
        </p:nvSpPr>
        <p:spPr>
          <a:xfrm>
            <a:off x="457200" y="1203480"/>
            <a:ext cx="4015800" cy="2982960"/>
          </a:xfrm>
          <a:prstGeom prst="rect">
            <a:avLst/>
          </a:prstGeom>
          <a:noFill/>
          <a:ln w="0">
            <a:noFill/>
          </a:ln>
        </p:spPr>
        <p:txBody>
          <a:bodyPr lIns="0" tIns="0" rIns="0" bIns="0" anchor="t">
            <a:normAutofit/>
          </a:bodyPr>
          <a:lstStyle/>
          <a:p>
            <a:pPr indent="0">
              <a:spcBef>
                <a:spcPts val="1417"/>
              </a:spcBef>
              <a:buNone/>
            </a:pPr>
            <a:endParaRPr lang="de-DE" sz="1400" b="0" strike="noStrike" spc="-1">
              <a:solidFill>
                <a:srgbClr val="000000"/>
              </a:solidFill>
              <a:latin typeface="Arial"/>
            </a:endParaRPr>
          </a:p>
        </p:txBody>
      </p:sp>
      <p:sp>
        <p:nvSpPr>
          <p:cNvPr id="21" name="PlaceHolder 3"/>
          <p:cNvSpPr>
            <a:spLocks noGrp="1"/>
          </p:cNvSpPr>
          <p:nvPr>
            <p:ph/>
          </p:nvPr>
        </p:nvSpPr>
        <p:spPr>
          <a:xfrm>
            <a:off x="4674240" y="1203480"/>
            <a:ext cx="4015800" cy="2982960"/>
          </a:xfrm>
          <a:prstGeom prst="rect">
            <a:avLst/>
          </a:prstGeom>
          <a:noFill/>
          <a:ln w="0">
            <a:noFill/>
          </a:ln>
        </p:spPr>
        <p:txBody>
          <a:bodyPr lIns="0" tIns="0" rIns="0" bIns="0" anchor="t">
            <a:normAutofit/>
          </a:bodyPr>
          <a:lstStyle/>
          <a:p>
            <a:pPr indent="0">
              <a:spcBef>
                <a:spcPts val="1417"/>
              </a:spcBef>
              <a:buNone/>
            </a:pPr>
            <a:endParaRPr lang="de-DE" sz="1400" b="0" strike="noStrike" spc="-1">
              <a:solidFill>
                <a:srgbClr val="000000"/>
              </a:solidFill>
              <a:latin typeface="Arial"/>
            </a:endParaRPr>
          </a:p>
        </p:txBody>
      </p:sp>
      <p:sp>
        <p:nvSpPr>
          <p:cNvPr id="5" name="PlaceHolder 4"/>
          <p:cNvSpPr>
            <a:spLocks noGrp="1"/>
          </p:cNvSpPr>
          <p:nvPr>
            <p:ph type="sldNum" idx="6"/>
          </p:nvPr>
        </p:nvSpPr>
        <p:spPr/>
        <p:txBody>
          <a:bodyPr/>
          <a:lstStyle/>
          <a:p>
            <a:fld id="{B4FCBBB2-976D-4D0B-9F68-AA58E3C4A83E}"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_ONLY">
    <p:spTree>
      <p:nvGrpSpPr>
        <p:cNvPr id="1" name=""/>
        <p:cNvGrpSpPr/>
        <p:nvPr/>
      </p:nvGrpSpPr>
      <p:grpSpPr>
        <a:xfrm>
          <a:off x="0" y="0"/>
          <a:ext cx="0" cy="0"/>
          <a:chOff x="0" y="0"/>
          <a:chExt cx="0" cy="0"/>
        </a:xfrm>
      </p:grpSpPr>
      <p:sp>
        <p:nvSpPr>
          <p:cNvPr id="24"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buNone/>
            </a:pPr>
            <a:endParaRPr lang="de-DE" sz="1400" b="0" strike="noStrike" spc="-1">
              <a:solidFill>
                <a:srgbClr val="000000"/>
              </a:solidFill>
              <a:latin typeface="Arial"/>
            </a:endParaRPr>
          </a:p>
        </p:txBody>
      </p:sp>
      <p:sp>
        <p:nvSpPr>
          <p:cNvPr id="3" name="PlaceHolder 2"/>
          <p:cNvSpPr>
            <a:spLocks noGrp="1"/>
          </p:cNvSpPr>
          <p:nvPr>
            <p:ph type="sldNum" idx="7"/>
          </p:nvPr>
        </p:nvSpPr>
        <p:spPr/>
        <p:txBody>
          <a:bodyPr/>
          <a:lstStyle/>
          <a:p>
            <a:fld id="{7A808BC3-5924-41F0-BE3B-C2080781C411}"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ONE_COLUMN_TEXT">
    <p:spTree>
      <p:nvGrpSpPr>
        <p:cNvPr id="1" name=""/>
        <p:cNvGrpSpPr/>
        <p:nvPr/>
      </p:nvGrpSpPr>
      <p:grpSpPr>
        <a:xfrm>
          <a:off x="0" y="0"/>
          <a:ext cx="0" cy="0"/>
          <a:chOff x="0" y="0"/>
          <a:chExt cx="0" cy="0"/>
        </a:xfrm>
      </p:grpSpPr>
      <p:sp>
        <p:nvSpPr>
          <p:cNvPr id="2" name="PlaceHolder 1"/>
          <p:cNvSpPr>
            <a:spLocks noGrp="1"/>
          </p:cNvSpPr>
          <p:nvPr>
            <p:ph type="sldNum" idx="8"/>
          </p:nvPr>
        </p:nvSpPr>
        <p:spPr/>
        <p:txBody>
          <a:bodyPr/>
          <a:lstStyle/>
          <a:p>
            <a:fld id="{D8D7C50B-A8A2-440E-AF87-28F96C03CEBF}"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MAIN_POINT">
    <p:spTree>
      <p:nvGrpSpPr>
        <p:cNvPr id="1" name=""/>
        <p:cNvGrpSpPr/>
        <p:nvPr/>
      </p:nvGrpSpPr>
      <p:grpSpPr>
        <a:xfrm>
          <a:off x="0" y="0"/>
          <a:ext cx="0" cy="0"/>
          <a:chOff x="0" y="0"/>
          <a:chExt cx="0" cy="0"/>
        </a:xfrm>
      </p:grpSpPr>
      <p:sp>
        <p:nvSpPr>
          <p:cNvPr id="2" name="PlaceHolder 1"/>
          <p:cNvSpPr>
            <a:spLocks noGrp="1"/>
          </p:cNvSpPr>
          <p:nvPr>
            <p:ph type="sldNum" idx="9"/>
          </p:nvPr>
        </p:nvSpPr>
        <p:spPr/>
        <p:txBody>
          <a:bodyPr/>
          <a:lstStyle/>
          <a:p>
            <a:fld id="{CAA60C05-270F-48EF-94C0-EAF19BCFC7A6}"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SECTION_TITLE_AND_DESCRIPTION">
    <p:spTree>
      <p:nvGrpSpPr>
        <p:cNvPr id="1" name=""/>
        <p:cNvGrpSpPr/>
        <p:nvPr/>
      </p:nvGrpSpPr>
      <p:grpSpPr>
        <a:xfrm>
          <a:off x="0" y="0"/>
          <a:ext cx="0" cy="0"/>
          <a:chOff x="0" y="0"/>
          <a:chExt cx="0" cy="0"/>
        </a:xfrm>
      </p:grpSpPr>
      <p:sp>
        <p:nvSpPr>
          <p:cNvPr id="2" name="PlaceHolder 1"/>
          <p:cNvSpPr>
            <a:spLocks noGrp="1"/>
          </p:cNvSpPr>
          <p:nvPr>
            <p:ph type="sldNum" idx="10"/>
          </p:nvPr>
        </p:nvSpPr>
        <p:spPr/>
        <p:txBody>
          <a:bodyPr/>
          <a:lstStyle/>
          <a:p>
            <a:fld id="{BCC3E535-9D38-4453-BA9B-FB392724E3FF}"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CAPTION_ONLY">
    <p:spTree>
      <p:nvGrpSpPr>
        <p:cNvPr id="1" name=""/>
        <p:cNvGrpSpPr/>
        <p:nvPr/>
      </p:nvGrpSpPr>
      <p:grpSpPr>
        <a:xfrm>
          <a:off x="0" y="0"/>
          <a:ext cx="0" cy="0"/>
          <a:chOff x="0" y="0"/>
          <a:chExt cx="0" cy="0"/>
        </a:xfrm>
      </p:grpSpPr>
      <p:sp>
        <p:nvSpPr>
          <p:cNvPr id="2" name="PlaceHolder 1"/>
          <p:cNvSpPr>
            <a:spLocks noGrp="1"/>
          </p:cNvSpPr>
          <p:nvPr>
            <p:ph type="sldNum" idx="11"/>
          </p:nvPr>
        </p:nvSpPr>
        <p:spPr/>
        <p:txBody>
          <a:bodyPr/>
          <a:lstStyle/>
          <a:p>
            <a:fld id="{58D8CE25-7E86-4E4E-ADEE-992D6552AE6D}"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Standard">
    <p:spTree>
      <p:nvGrpSpPr>
        <p:cNvPr id="1" name=""/>
        <p:cNvGrpSpPr/>
        <p:nvPr/>
      </p:nvGrpSpPr>
      <p:grpSpPr>
        <a:xfrm>
          <a:off x="0" y="0"/>
          <a:ext cx="0" cy="0"/>
          <a:chOff x="0" y="0"/>
          <a:chExt cx="0" cy="0"/>
        </a:xfrm>
      </p:grpSpPr>
      <p:sp>
        <p:nvSpPr>
          <p:cNvPr id="41"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buNone/>
            </a:pPr>
            <a:endParaRPr lang="de-DE" sz="1400" b="0" strike="noStrike" spc="-1">
              <a:solidFill>
                <a:srgbClr val="000000"/>
              </a:solidFill>
              <a:latin typeface="Arial"/>
            </a:endParaRPr>
          </a:p>
        </p:txBody>
      </p:sp>
      <p:sp>
        <p:nvSpPr>
          <p:cNvPr id="42" name="PlaceHolder 2"/>
          <p:cNvSpPr>
            <a:spLocks noGrp="1"/>
          </p:cNvSpPr>
          <p:nvPr>
            <p:ph type="subTitle"/>
          </p:nvPr>
        </p:nvSpPr>
        <p:spPr>
          <a:xfrm>
            <a:off x="457200" y="1203480"/>
            <a:ext cx="8229240" cy="2982960"/>
          </a:xfrm>
          <a:prstGeom prst="rect">
            <a:avLst/>
          </a:prstGeom>
          <a:noFill/>
          <a:ln w="0">
            <a:noFill/>
          </a:ln>
        </p:spPr>
        <p:txBody>
          <a:bodyPr lIns="0" tIns="0" rIns="0" bIns="0" anchor="ctr">
            <a:noAutofit/>
          </a:bodyPr>
          <a:lstStyle/>
          <a:p>
            <a:pPr indent="0" algn="ctr">
              <a:buNone/>
            </a:pPr>
            <a:endParaRPr lang="de-DE" sz="3200" b="0" strike="noStrike" spc="-1">
              <a:solidFill>
                <a:srgbClr val="000000"/>
              </a:solidFill>
              <a:latin typeface="Arial"/>
            </a:endParaRPr>
          </a:p>
        </p:txBody>
      </p:sp>
      <p:sp>
        <p:nvSpPr>
          <p:cNvPr id="4" name="PlaceHolder 3"/>
          <p:cNvSpPr>
            <a:spLocks noGrp="1"/>
          </p:cNvSpPr>
          <p:nvPr>
            <p:ph type="ftr" idx="13"/>
          </p:nvPr>
        </p:nvSpPr>
        <p:spPr/>
        <p:txBody>
          <a:bodyPr/>
          <a:lstStyle/>
          <a:p>
            <a:r>
              <a:t>Footer</a:t>
            </a:r>
          </a:p>
        </p:txBody>
      </p:sp>
      <p:sp>
        <p:nvSpPr>
          <p:cNvPr id="5" name="PlaceHolder 4"/>
          <p:cNvSpPr>
            <a:spLocks noGrp="1"/>
          </p:cNvSpPr>
          <p:nvPr>
            <p:ph type="sldNum" idx="14"/>
          </p:nvPr>
        </p:nvSpPr>
        <p:spPr/>
        <p:txBody>
          <a:bodyPr/>
          <a:lstStyle/>
          <a:p>
            <a:fld id="{38F1CFCB-99D8-4BCE-91C2-1021C345F07E}" type="slidenum">
              <a:t>‹#›</a:t>
            </a:fld>
            <a:endParaRPr/>
          </a:p>
        </p:txBody>
      </p:sp>
      <p:sp>
        <p:nvSpPr>
          <p:cNvPr id="6" name="PlaceHolder 5"/>
          <p:cNvSpPr>
            <a:spLocks noGrp="1"/>
          </p:cNvSpPr>
          <p:nvPr>
            <p:ph type="dt" idx="12"/>
          </p:nvPr>
        </p:nvSpPr>
        <p:spPr/>
        <p:txBody>
          <a:body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OBJECT_WITH_CAPTION_TEXT">
    <p:spTree>
      <p:nvGrpSpPr>
        <p:cNvPr id="1" name=""/>
        <p:cNvGrpSpPr/>
        <p:nvPr/>
      </p:nvGrpSpPr>
      <p:grpSpPr>
        <a:xfrm>
          <a:off x="0" y="0"/>
          <a:ext cx="0" cy="0"/>
          <a:chOff x="0" y="0"/>
          <a:chExt cx="0" cy="0"/>
        </a:xfrm>
      </p:grpSpPr>
      <p:sp>
        <p:nvSpPr>
          <p:cNvPr id="2" name="PlaceHolder 1"/>
          <p:cNvSpPr>
            <a:spLocks noGrp="1"/>
          </p:cNvSpPr>
          <p:nvPr>
            <p:ph type="ftr" idx="16"/>
          </p:nvPr>
        </p:nvSpPr>
        <p:spPr/>
        <p:txBody>
          <a:bodyPr/>
          <a:lstStyle/>
          <a:p>
            <a:r>
              <a:t>Footer</a:t>
            </a:r>
          </a:p>
        </p:txBody>
      </p:sp>
      <p:sp>
        <p:nvSpPr>
          <p:cNvPr id="3" name="PlaceHolder 2"/>
          <p:cNvSpPr>
            <a:spLocks noGrp="1"/>
          </p:cNvSpPr>
          <p:nvPr>
            <p:ph type="sldNum" idx="17"/>
          </p:nvPr>
        </p:nvSpPr>
        <p:spPr/>
        <p:txBody>
          <a:bodyPr/>
          <a:lstStyle/>
          <a:p>
            <a:fld id="{A334CB3C-194E-44EA-8EB2-C0413F0D909A}" type="slidenum">
              <a:t>‹#›</a:t>
            </a:fld>
            <a:endParaRPr/>
          </a:p>
        </p:txBody>
      </p:sp>
      <p:sp>
        <p:nvSpPr>
          <p:cNvPr id="4" name="PlaceHolder 3"/>
          <p:cNvSpPr>
            <a:spLocks noGrp="1"/>
          </p:cNvSpPr>
          <p:nvPr>
            <p:ph type="dt" idx="15"/>
          </p:nvPr>
        </p:nvSpPr>
        <p:spPr/>
        <p:txBody>
          <a:body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PICTURE_WITH_CAPTION_TEXT">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lstStyle/>
          <a:p>
            <a:r>
              <a:t>Footer</a:t>
            </a:r>
          </a:p>
        </p:txBody>
      </p:sp>
      <p:sp>
        <p:nvSpPr>
          <p:cNvPr id="3" name="PlaceHolder 2"/>
          <p:cNvSpPr>
            <a:spLocks noGrp="1"/>
          </p:cNvSpPr>
          <p:nvPr>
            <p:ph type="sldNum" idx="20"/>
          </p:nvPr>
        </p:nvSpPr>
        <p:spPr/>
        <p:txBody>
          <a:bodyPr/>
          <a:lstStyle/>
          <a:p>
            <a:fld id="{863D265C-3734-4300-B980-9FD904B2F467}" type="slidenum">
              <a:t>‹#›</a:t>
            </a:fld>
            <a:endParaRPr/>
          </a:p>
        </p:txBody>
      </p:sp>
      <p:sp>
        <p:nvSpPr>
          <p:cNvPr id="4" name="PlaceHolder 3"/>
          <p:cNvSpPr>
            <a:spLocks noGrp="1"/>
          </p:cNvSpPr>
          <p:nvPr>
            <p:ph type="dt" idx="18"/>
          </p:nvPr>
        </p:nvSpPr>
        <p:spPr/>
        <p:txBody>
          <a:body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VERTICAL_TEXT">
    <p:spTree>
      <p:nvGrpSpPr>
        <p:cNvPr id="1" name=""/>
        <p:cNvGrpSpPr/>
        <p:nvPr/>
      </p:nvGrpSpPr>
      <p:grpSpPr>
        <a:xfrm>
          <a:off x="0" y="0"/>
          <a:ext cx="0" cy="0"/>
          <a:chOff x="0" y="0"/>
          <a:chExt cx="0" cy="0"/>
        </a:xfrm>
      </p:grpSpPr>
      <p:sp>
        <p:nvSpPr>
          <p:cNvPr id="2" name="PlaceHolder 1"/>
          <p:cNvSpPr>
            <a:spLocks noGrp="1"/>
          </p:cNvSpPr>
          <p:nvPr>
            <p:ph type="ftr" idx="22"/>
          </p:nvPr>
        </p:nvSpPr>
        <p:spPr/>
        <p:txBody>
          <a:bodyPr/>
          <a:lstStyle/>
          <a:p>
            <a:r>
              <a:t>Footer</a:t>
            </a:r>
          </a:p>
        </p:txBody>
      </p:sp>
      <p:sp>
        <p:nvSpPr>
          <p:cNvPr id="3" name="PlaceHolder 2"/>
          <p:cNvSpPr>
            <a:spLocks noGrp="1"/>
          </p:cNvSpPr>
          <p:nvPr>
            <p:ph type="sldNum" idx="23"/>
          </p:nvPr>
        </p:nvSpPr>
        <p:spPr/>
        <p:txBody>
          <a:bodyPr/>
          <a:lstStyle/>
          <a:p>
            <a:fld id="{8A13D05E-9B03-467D-BF35-71E1E7FB5323}" type="slidenum">
              <a:t>‹#›</a:t>
            </a:fld>
            <a:endParaRPr/>
          </a:p>
        </p:txBody>
      </p:sp>
      <p:sp>
        <p:nvSpPr>
          <p:cNvPr id="4" name="PlaceHolder 3"/>
          <p:cNvSpPr>
            <a:spLocks noGrp="1"/>
          </p:cNvSpPr>
          <p:nvPr>
            <p:ph type="dt" idx="21"/>
          </p:nvPr>
        </p:nvSpPr>
        <p:spPr/>
        <p:txBody>
          <a:body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_TITLE_AND_VERTICAL_TEXT">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lstStyle/>
          <a:p>
            <a:r>
              <a:t>Footer</a:t>
            </a:r>
          </a:p>
        </p:txBody>
      </p:sp>
      <p:sp>
        <p:nvSpPr>
          <p:cNvPr id="3" name="PlaceHolder 2"/>
          <p:cNvSpPr>
            <a:spLocks noGrp="1"/>
          </p:cNvSpPr>
          <p:nvPr>
            <p:ph type="sldNum" idx="26"/>
          </p:nvPr>
        </p:nvSpPr>
        <p:spPr/>
        <p:txBody>
          <a:bodyPr/>
          <a:lstStyle/>
          <a:p>
            <a:fld id="{9D280EBD-643A-4C61-8F66-5AF5BC9B89E0}" type="slidenum">
              <a:t>‹#›</a:t>
            </a:fld>
            <a:endParaRPr/>
          </a:p>
        </p:txBody>
      </p:sp>
      <p:sp>
        <p:nvSpPr>
          <p:cNvPr id="4" name="PlaceHolder 3"/>
          <p:cNvSpPr>
            <a:spLocks noGrp="1"/>
          </p:cNvSpPr>
          <p:nvPr>
            <p:ph type="dt" idx="24"/>
          </p:nvPr>
        </p:nvSpPr>
        <p:spPr/>
        <p:txBody>
          <a:body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tandard 1">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lstStyle/>
          <a:p>
            <a:r>
              <a:t>Footer</a:t>
            </a:r>
          </a:p>
        </p:txBody>
      </p:sp>
      <p:sp>
        <p:nvSpPr>
          <p:cNvPr id="3" name="PlaceHolder 2"/>
          <p:cNvSpPr>
            <a:spLocks noGrp="1"/>
          </p:cNvSpPr>
          <p:nvPr>
            <p:ph type="sldNum" idx="29"/>
          </p:nvPr>
        </p:nvSpPr>
        <p:spPr/>
        <p:txBody>
          <a:bodyPr/>
          <a:lstStyle/>
          <a:p>
            <a:fld id="{E50B67D4-BC06-4C55-8FE7-ADBA715EC332}" type="slidenum">
              <a:t>‹#›</a:t>
            </a:fld>
            <a:endParaRPr/>
          </a:p>
        </p:txBody>
      </p:sp>
      <p:sp>
        <p:nvSpPr>
          <p:cNvPr id="4" name="PlaceHolder 3"/>
          <p:cNvSpPr>
            <a:spLocks noGrp="1"/>
          </p:cNvSpPr>
          <p:nvPr>
            <p:ph type="dt" idx="27"/>
          </p:nvPr>
        </p:nvSpPr>
        <p:spPr/>
        <p:txBody>
          <a:body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tandard 2">
    <p:spTree>
      <p:nvGrpSpPr>
        <p:cNvPr id="1" name=""/>
        <p:cNvGrpSpPr/>
        <p:nvPr/>
      </p:nvGrpSpPr>
      <p:grpSpPr>
        <a:xfrm>
          <a:off x="0" y="0"/>
          <a:ext cx="0" cy="0"/>
          <a:chOff x="0" y="0"/>
          <a:chExt cx="0" cy="0"/>
        </a:xfrm>
      </p:grpSpPr>
      <p:sp>
        <p:nvSpPr>
          <p:cNvPr id="2" name="PlaceHolder 1"/>
          <p:cNvSpPr>
            <a:spLocks noGrp="1"/>
          </p:cNvSpPr>
          <p:nvPr>
            <p:ph type="sldNum" idx="30"/>
          </p:nvPr>
        </p:nvSpPr>
        <p:spPr/>
        <p:txBody>
          <a:bodyPr/>
          <a:lstStyle/>
          <a:p>
            <a:fld id="{35C6353F-62E9-4BAF-B34E-118FA47A86E8}" type="slidenum">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OBJECT">
    <p:spTree>
      <p:nvGrpSpPr>
        <p:cNvPr id="1" name=""/>
        <p:cNvGrpSpPr/>
        <p:nvPr/>
      </p:nvGrpSpPr>
      <p:grpSpPr>
        <a:xfrm>
          <a:off x="0" y="0"/>
          <a:ext cx="0" cy="0"/>
          <a:chOff x="0" y="0"/>
          <a:chExt cx="0" cy="0"/>
        </a:xfrm>
      </p:grpSpPr>
      <p:sp>
        <p:nvSpPr>
          <p:cNvPr id="77"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buNone/>
            </a:pPr>
            <a:endParaRPr lang="de-DE" sz="1400" b="0" strike="noStrike" spc="-1">
              <a:solidFill>
                <a:srgbClr val="000000"/>
              </a:solidFill>
              <a:latin typeface="Arial"/>
            </a:endParaRPr>
          </a:p>
        </p:txBody>
      </p:sp>
      <p:sp>
        <p:nvSpPr>
          <p:cNvPr id="78" name="PlaceHolder 2"/>
          <p:cNvSpPr>
            <a:spLocks noGrp="1"/>
          </p:cNvSpPr>
          <p:nvPr>
            <p:ph/>
          </p:nvPr>
        </p:nvSpPr>
        <p:spPr>
          <a:xfrm>
            <a:off x="457200" y="1203480"/>
            <a:ext cx="8229240" cy="2982960"/>
          </a:xfrm>
          <a:prstGeom prst="rect">
            <a:avLst/>
          </a:prstGeom>
          <a:noFill/>
          <a:ln w="0">
            <a:noFill/>
          </a:ln>
        </p:spPr>
        <p:txBody>
          <a:bodyPr lIns="0" tIns="0" rIns="0" bIns="0" anchor="t">
            <a:normAutofit/>
          </a:bodyPr>
          <a:lstStyle/>
          <a:p>
            <a:pPr indent="0">
              <a:spcBef>
                <a:spcPts val="1417"/>
              </a:spcBef>
              <a:buNone/>
            </a:pPr>
            <a:endParaRPr lang="de-DE" sz="1400" b="0" strike="noStrike" spc="-1">
              <a:solidFill>
                <a:srgbClr val="000000"/>
              </a:solidFill>
              <a:latin typeface="Arial"/>
            </a:endParaRPr>
          </a:p>
        </p:txBody>
      </p:sp>
      <p:sp>
        <p:nvSpPr>
          <p:cNvPr id="4" name="PlaceHolder 3"/>
          <p:cNvSpPr>
            <a:spLocks noGrp="1"/>
          </p:cNvSpPr>
          <p:nvPr>
            <p:ph type="ftr" idx="32"/>
          </p:nvPr>
        </p:nvSpPr>
        <p:spPr/>
        <p:txBody>
          <a:bodyPr/>
          <a:lstStyle/>
          <a:p>
            <a:r>
              <a:t>Footer</a:t>
            </a:r>
          </a:p>
        </p:txBody>
      </p:sp>
      <p:sp>
        <p:nvSpPr>
          <p:cNvPr id="5" name="PlaceHolder 4"/>
          <p:cNvSpPr>
            <a:spLocks noGrp="1"/>
          </p:cNvSpPr>
          <p:nvPr>
            <p:ph type="sldNum" idx="33"/>
          </p:nvPr>
        </p:nvSpPr>
        <p:spPr/>
        <p:txBody>
          <a:bodyPr/>
          <a:lstStyle/>
          <a:p>
            <a:fld id="{BA30310E-FDFB-4621-A7BB-DFB17E382259}" type="slidenum">
              <a:t>‹#›</a:t>
            </a:fld>
            <a:endParaRPr/>
          </a:p>
        </p:txBody>
      </p:sp>
      <p:sp>
        <p:nvSpPr>
          <p:cNvPr id="6" name="PlaceHolder 5"/>
          <p:cNvSpPr>
            <a:spLocks noGrp="1"/>
          </p:cNvSpPr>
          <p:nvPr>
            <p:ph type="dt" idx="31"/>
          </p:nvPr>
        </p:nvSpPr>
        <p:spPr/>
        <p:txBody>
          <a:body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x" preserve="1">
  <p:cSld name="Standard 3">
    <p:spTree>
      <p:nvGrpSpPr>
        <p:cNvPr id="1" name=""/>
        <p:cNvGrpSpPr/>
        <p:nvPr/>
      </p:nvGrpSpPr>
      <p:grpSpPr>
        <a:xfrm>
          <a:off x="0" y="0"/>
          <a:ext cx="0" cy="0"/>
          <a:chOff x="0" y="0"/>
          <a:chExt cx="0" cy="0"/>
        </a:xfrm>
      </p:grpSpPr>
      <p:sp>
        <p:nvSpPr>
          <p:cNvPr id="82"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buNone/>
            </a:pPr>
            <a:endParaRPr lang="de-DE" sz="1400" b="0" strike="noStrike" spc="-1">
              <a:solidFill>
                <a:srgbClr val="000000"/>
              </a:solidFill>
              <a:latin typeface="Arial"/>
            </a:endParaRPr>
          </a:p>
        </p:txBody>
      </p:sp>
      <p:sp>
        <p:nvSpPr>
          <p:cNvPr id="83" name="PlaceHolder 2"/>
          <p:cNvSpPr>
            <a:spLocks noGrp="1"/>
          </p:cNvSpPr>
          <p:nvPr>
            <p:ph/>
          </p:nvPr>
        </p:nvSpPr>
        <p:spPr>
          <a:xfrm>
            <a:off x="457200" y="1203480"/>
            <a:ext cx="8229240" cy="2982960"/>
          </a:xfrm>
          <a:prstGeom prst="rect">
            <a:avLst/>
          </a:prstGeom>
          <a:noFill/>
          <a:ln w="0">
            <a:noFill/>
          </a:ln>
        </p:spPr>
        <p:txBody>
          <a:bodyPr lIns="0" tIns="0" rIns="0" bIns="0" anchor="t">
            <a:normAutofit/>
          </a:bodyPr>
          <a:lstStyle/>
          <a:p>
            <a:pPr indent="0">
              <a:spcBef>
                <a:spcPts val="1417"/>
              </a:spcBef>
              <a:buNone/>
            </a:pPr>
            <a:endParaRPr lang="de-DE" sz="1400" b="0" strike="noStrike" spc="-1">
              <a:solidFill>
                <a:srgbClr val="000000"/>
              </a:solidFill>
              <a:latin typeface="Arial"/>
            </a:endParaRPr>
          </a:p>
        </p:txBody>
      </p:sp>
      <p:sp>
        <p:nvSpPr>
          <p:cNvPr id="4" name="PlaceHolder 3"/>
          <p:cNvSpPr>
            <a:spLocks noGrp="1"/>
          </p:cNvSpPr>
          <p:nvPr>
            <p:ph type="sldNum" idx="34"/>
          </p:nvPr>
        </p:nvSpPr>
        <p:spPr/>
        <p:txBody>
          <a:bodyPr/>
          <a:lstStyle/>
          <a:p>
            <a:fld id="{CD544E45-0711-47C3-BDB1-217C9DABF79D}" type="slidenum">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36"/>
          </p:nvPr>
        </p:nvSpPr>
        <p:spPr/>
        <p:txBody>
          <a:bodyPr/>
          <a:lstStyle/>
          <a:p>
            <a:r>
              <a:t>Footer</a:t>
            </a:r>
          </a:p>
        </p:txBody>
      </p:sp>
      <p:sp>
        <p:nvSpPr>
          <p:cNvPr id="3" name="PlaceHolder 2"/>
          <p:cNvSpPr>
            <a:spLocks noGrp="1"/>
          </p:cNvSpPr>
          <p:nvPr>
            <p:ph type="sldNum" idx="37"/>
          </p:nvPr>
        </p:nvSpPr>
        <p:spPr/>
        <p:txBody>
          <a:bodyPr/>
          <a:lstStyle/>
          <a:p>
            <a:fld id="{B16C8F33-7001-44CE-8ECD-4849EE2315FA}" type="slidenum">
              <a:t>‹#›</a:t>
            </a:fld>
            <a:endParaRPr/>
          </a:p>
        </p:txBody>
      </p:sp>
      <p:sp>
        <p:nvSpPr>
          <p:cNvPr id="4" name="PlaceHolder 3"/>
          <p:cNvSpPr>
            <a:spLocks noGrp="1"/>
          </p:cNvSpPr>
          <p:nvPr>
            <p:ph type="dt" idx="35"/>
          </p:nvPr>
        </p:nvSpPr>
        <p:spPr/>
        <p:txBody>
          <a:body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_OBJECTS">
    <p:spTree>
      <p:nvGrpSpPr>
        <p:cNvPr id="1" name=""/>
        <p:cNvGrpSpPr/>
        <p:nvPr/>
      </p:nvGrpSpPr>
      <p:grpSpPr>
        <a:xfrm>
          <a:off x="0" y="0"/>
          <a:ext cx="0" cy="0"/>
          <a:chOff x="0" y="0"/>
          <a:chExt cx="0" cy="0"/>
        </a:xfrm>
      </p:grpSpPr>
      <p:sp>
        <p:nvSpPr>
          <p:cNvPr id="95"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buNone/>
            </a:pPr>
            <a:endParaRPr lang="de-DE" sz="1400" b="0" strike="noStrike" spc="-1">
              <a:solidFill>
                <a:srgbClr val="000000"/>
              </a:solidFill>
              <a:latin typeface="Arial"/>
            </a:endParaRPr>
          </a:p>
        </p:txBody>
      </p:sp>
      <p:sp>
        <p:nvSpPr>
          <p:cNvPr id="96" name="PlaceHolder 2"/>
          <p:cNvSpPr>
            <a:spLocks noGrp="1"/>
          </p:cNvSpPr>
          <p:nvPr>
            <p:ph/>
          </p:nvPr>
        </p:nvSpPr>
        <p:spPr>
          <a:xfrm>
            <a:off x="457200" y="1203480"/>
            <a:ext cx="4015800" cy="2982960"/>
          </a:xfrm>
          <a:prstGeom prst="rect">
            <a:avLst/>
          </a:prstGeom>
          <a:noFill/>
          <a:ln w="0">
            <a:noFill/>
          </a:ln>
        </p:spPr>
        <p:txBody>
          <a:bodyPr lIns="0" tIns="0" rIns="0" bIns="0" anchor="t">
            <a:normAutofit/>
          </a:bodyPr>
          <a:lstStyle/>
          <a:p>
            <a:pPr indent="0">
              <a:spcBef>
                <a:spcPts val="1417"/>
              </a:spcBef>
              <a:buNone/>
            </a:pPr>
            <a:endParaRPr lang="de-DE" sz="1400" b="0" strike="noStrike" spc="-1">
              <a:solidFill>
                <a:srgbClr val="000000"/>
              </a:solidFill>
              <a:latin typeface="Arial"/>
            </a:endParaRPr>
          </a:p>
        </p:txBody>
      </p:sp>
      <p:sp>
        <p:nvSpPr>
          <p:cNvPr id="97" name="PlaceHolder 3"/>
          <p:cNvSpPr>
            <a:spLocks noGrp="1"/>
          </p:cNvSpPr>
          <p:nvPr>
            <p:ph/>
          </p:nvPr>
        </p:nvSpPr>
        <p:spPr>
          <a:xfrm>
            <a:off x="4674240" y="1203480"/>
            <a:ext cx="4015800" cy="2982960"/>
          </a:xfrm>
          <a:prstGeom prst="rect">
            <a:avLst/>
          </a:prstGeom>
          <a:noFill/>
          <a:ln w="0">
            <a:noFill/>
          </a:ln>
        </p:spPr>
        <p:txBody>
          <a:bodyPr lIns="0" tIns="0" rIns="0" bIns="0" anchor="t">
            <a:normAutofit/>
          </a:bodyPr>
          <a:lstStyle/>
          <a:p>
            <a:pPr indent="0">
              <a:spcBef>
                <a:spcPts val="1417"/>
              </a:spcBef>
              <a:buNone/>
            </a:pPr>
            <a:endParaRPr lang="de-DE" sz="1400" b="0" strike="noStrike" spc="-1">
              <a:solidFill>
                <a:srgbClr val="000000"/>
              </a:solidFill>
              <a:latin typeface="Arial"/>
            </a:endParaRPr>
          </a:p>
        </p:txBody>
      </p:sp>
      <p:sp>
        <p:nvSpPr>
          <p:cNvPr id="5" name="PlaceHolder 4"/>
          <p:cNvSpPr>
            <a:spLocks noGrp="1"/>
          </p:cNvSpPr>
          <p:nvPr>
            <p:ph type="ftr" idx="39"/>
          </p:nvPr>
        </p:nvSpPr>
        <p:spPr/>
        <p:txBody>
          <a:bodyPr/>
          <a:lstStyle/>
          <a:p>
            <a:r>
              <a:t>Footer</a:t>
            </a:r>
          </a:p>
        </p:txBody>
      </p:sp>
      <p:sp>
        <p:nvSpPr>
          <p:cNvPr id="6" name="PlaceHolder 5"/>
          <p:cNvSpPr>
            <a:spLocks noGrp="1"/>
          </p:cNvSpPr>
          <p:nvPr>
            <p:ph type="sldNum" idx="40"/>
          </p:nvPr>
        </p:nvSpPr>
        <p:spPr/>
        <p:txBody>
          <a:bodyPr/>
          <a:lstStyle/>
          <a:p>
            <a:fld id="{0EF7FFBA-606E-49FE-9B68-39F99C7831D4}" type="slidenum">
              <a:t>‹#›</a:t>
            </a:fld>
            <a:endParaRPr/>
          </a:p>
        </p:txBody>
      </p:sp>
      <p:sp>
        <p:nvSpPr>
          <p:cNvPr id="7" name="PlaceHolder 6"/>
          <p:cNvSpPr>
            <a:spLocks noGrp="1"/>
          </p:cNvSpPr>
          <p:nvPr>
            <p:ph type="dt" idx="38"/>
          </p:nvPr>
        </p:nvSpPr>
        <p:spPr/>
        <p:txBody>
          <a:body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TWO_OBJECTS_WITH_TEXT">
    <p:spTree>
      <p:nvGrpSpPr>
        <p:cNvPr id="1" name=""/>
        <p:cNvGrpSpPr/>
        <p:nvPr/>
      </p:nvGrpSpPr>
      <p:grpSpPr>
        <a:xfrm>
          <a:off x="0" y="0"/>
          <a:ext cx="0" cy="0"/>
          <a:chOff x="0" y="0"/>
          <a:chExt cx="0" cy="0"/>
        </a:xfrm>
      </p:grpSpPr>
      <p:sp>
        <p:nvSpPr>
          <p:cNvPr id="2" name="PlaceHolder 1"/>
          <p:cNvSpPr>
            <a:spLocks noGrp="1"/>
          </p:cNvSpPr>
          <p:nvPr>
            <p:ph type="ftr" idx="42"/>
          </p:nvPr>
        </p:nvSpPr>
        <p:spPr/>
        <p:txBody>
          <a:bodyPr/>
          <a:lstStyle/>
          <a:p>
            <a:r>
              <a:t>Footer</a:t>
            </a:r>
          </a:p>
        </p:txBody>
      </p:sp>
      <p:sp>
        <p:nvSpPr>
          <p:cNvPr id="3" name="PlaceHolder 2"/>
          <p:cNvSpPr>
            <a:spLocks noGrp="1"/>
          </p:cNvSpPr>
          <p:nvPr>
            <p:ph type="sldNum" idx="43"/>
          </p:nvPr>
        </p:nvSpPr>
        <p:spPr/>
        <p:txBody>
          <a:bodyPr/>
          <a:lstStyle/>
          <a:p>
            <a:fld id="{A6263A24-BF3E-400E-829F-6016852291A5}" type="slidenum">
              <a:t>‹#›</a:t>
            </a:fld>
            <a:endParaRPr/>
          </a:p>
        </p:txBody>
      </p:sp>
      <p:sp>
        <p:nvSpPr>
          <p:cNvPr id="4" name="PlaceHolder 3"/>
          <p:cNvSpPr>
            <a:spLocks noGrp="1"/>
          </p:cNvSpPr>
          <p:nvPr>
            <p:ph type="dt" idx="41"/>
          </p:nvPr>
        </p:nvSpPr>
        <p:spPr/>
        <p:txBody>
          <a:body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Standard 4">
    <p:spTree>
      <p:nvGrpSpPr>
        <p:cNvPr id="1" name=""/>
        <p:cNvGrpSpPr/>
        <p:nvPr/>
      </p:nvGrpSpPr>
      <p:grpSpPr>
        <a:xfrm>
          <a:off x="0" y="0"/>
          <a:ext cx="0" cy="0"/>
          <a:chOff x="0" y="0"/>
          <a:chExt cx="0" cy="0"/>
        </a:xfrm>
      </p:grpSpPr>
      <p:sp>
        <p:nvSpPr>
          <p:cNvPr id="110"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buNone/>
            </a:pPr>
            <a:endParaRPr lang="de-DE" sz="1400" b="0" strike="noStrike" spc="-1">
              <a:solidFill>
                <a:srgbClr val="000000"/>
              </a:solidFill>
              <a:latin typeface="Arial"/>
            </a:endParaRPr>
          </a:p>
        </p:txBody>
      </p:sp>
      <p:sp>
        <p:nvSpPr>
          <p:cNvPr id="3" name="PlaceHolder 2"/>
          <p:cNvSpPr>
            <a:spLocks noGrp="1"/>
          </p:cNvSpPr>
          <p:nvPr>
            <p:ph type="ftr" idx="45"/>
          </p:nvPr>
        </p:nvSpPr>
        <p:spPr/>
        <p:txBody>
          <a:bodyPr/>
          <a:lstStyle/>
          <a:p>
            <a:r>
              <a:t>Footer</a:t>
            </a:r>
          </a:p>
        </p:txBody>
      </p:sp>
      <p:sp>
        <p:nvSpPr>
          <p:cNvPr id="4" name="PlaceHolder 3"/>
          <p:cNvSpPr>
            <a:spLocks noGrp="1"/>
          </p:cNvSpPr>
          <p:nvPr>
            <p:ph type="sldNum" idx="46"/>
          </p:nvPr>
        </p:nvSpPr>
        <p:spPr/>
        <p:txBody>
          <a:bodyPr/>
          <a:lstStyle/>
          <a:p>
            <a:fld id="{5C091C33-7559-454E-B912-122E19872963}" type="slidenum">
              <a:t>‹#›</a:t>
            </a:fld>
            <a:endParaRPr/>
          </a:p>
        </p:txBody>
      </p:sp>
      <p:sp>
        <p:nvSpPr>
          <p:cNvPr id="5" name="PlaceHolder 4"/>
          <p:cNvSpPr>
            <a:spLocks noGrp="1"/>
          </p:cNvSpPr>
          <p:nvPr>
            <p:ph type="dt" idx="44"/>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2" Type="http://schemas.openxmlformats.org/officeDocument/2006/relationships/theme" Target="../theme/theme11.xml"/><Relationship Id="rId1" Type="http://schemas.openxmlformats.org/officeDocument/2006/relationships/slideLayout" Target="../slideLayouts/slideLayout11.xml"/></Relationships>
</file>

<file path=ppt/slideMasters/_rels/slideMaster12.xml.rels><?xml version="1.0" encoding="UTF-8" standalone="yes"?>
<Relationships xmlns="http://schemas.openxmlformats.org/package/2006/relationships"><Relationship Id="rId2" Type="http://schemas.openxmlformats.org/officeDocument/2006/relationships/theme" Target="../theme/theme12.xml"/><Relationship Id="rId1" Type="http://schemas.openxmlformats.org/officeDocument/2006/relationships/slideLayout" Target="../slideLayouts/slideLayout12.xml"/></Relationships>
</file>

<file path=ppt/slideMasters/_rels/slideMaster13.xml.rels><?xml version="1.0" encoding="UTF-8" standalone="yes"?>
<Relationships xmlns="http://schemas.openxmlformats.org/package/2006/relationships"><Relationship Id="rId2" Type="http://schemas.openxmlformats.org/officeDocument/2006/relationships/theme" Target="../theme/theme13.xml"/><Relationship Id="rId1" Type="http://schemas.openxmlformats.org/officeDocument/2006/relationships/slideLayout" Target="../slideLayouts/slideLayout13.xml"/></Relationships>
</file>

<file path=ppt/slideMasters/_rels/slideMaster14.xml.rels><?xml version="1.0" encoding="UTF-8" standalone="yes"?>
<Relationships xmlns="http://schemas.openxmlformats.org/package/2006/relationships"><Relationship Id="rId2" Type="http://schemas.openxmlformats.org/officeDocument/2006/relationships/theme" Target="../theme/theme14.xml"/><Relationship Id="rId1" Type="http://schemas.openxmlformats.org/officeDocument/2006/relationships/slideLayout" Target="../slideLayouts/slideLayout14.xml"/></Relationships>
</file>

<file path=ppt/slideMasters/_rels/slideMaster15.xml.rels><?xml version="1.0" encoding="UTF-8" standalone="yes"?>
<Relationships xmlns="http://schemas.openxmlformats.org/package/2006/relationships"><Relationship Id="rId2" Type="http://schemas.openxmlformats.org/officeDocument/2006/relationships/theme" Target="../theme/theme15.xml"/><Relationship Id="rId1" Type="http://schemas.openxmlformats.org/officeDocument/2006/relationships/slideLayout" Target="../slideLayouts/slideLayout15.xml"/></Relationships>
</file>

<file path=ppt/slideMasters/_rels/slideMaster16.xml.rels><?xml version="1.0" encoding="UTF-8" standalone="yes"?>
<Relationships xmlns="http://schemas.openxmlformats.org/package/2006/relationships"><Relationship Id="rId2" Type="http://schemas.openxmlformats.org/officeDocument/2006/relationships/theme" Target="../theme/theme16.xml"/><Relationship Id="rId1" Type="http://schemas.openxmlformats.org/officeDocument/2006/relationships/slideLayout" Target="../slideLayouts/slideLayout16.xml"/></Relationships>
</file>

<file path=ppt/slideMasters/_rels/slideMaster17.xml.rels><?xml version="1.0" encoding="UTF-8" standalone="yes"?>
<Relationships xmlns="http://schemas.openxmlformats.org/package/2006/relationships"><Relationship Id="rId2" Type="http://schemas.openxmlformats.org/officeDocument/2006/relationships/theme" Target="../theme/theme17.xml"/><Relationship Id="rId1" Type="http://schemas.openxmlformats.org/officeDocument/2006/relationships/slideLayout" Target="../slideLayouts/slideLayout17.xml"/></Relationships>
</file>

<file path=ppt/slideMasters/_rels/slideMaster18.xml.rels><?xml version="1.0" encoding="UTF-8" standalone="yes"?>
<Relationships xmlns="http://schemas.openxmlformats.org/package/2006/relationships"><Relationship Id="rId2" Type="http://schemas.openxmlformats.org/officeDocument/2006/relationships/theme" Target="../theme/theme18.xml"/><Relationship Id="rId1" Type="http://schemas.openxmlformats.org/officeDocument/2006/relationships/slideLayout" Target="../slideLayouts/slideLayout18.xml"/></Relationships>
</file>

<file path=ppt/slideMasters/_rels/slideMaster19.xml.rels><?xml version="1.0" encoding="UTF-8" standalone="yes"?>
<Relationships xmlns="http://schemas.openxmlformats.org/package/2006/relationships"><Relationship Id="rId2" Type="http://schemas.openxmlformats.org/officeDocument/2006/relationships/theme" Target="../theme/theme19.xml"/><Relationship Id="rId1" Type="http://schemas.openxmlformats.org/officeDocument/2006/relationships/slideLayout" Target="../slideLayouts/slideLayout19.xml"/></Relationships>
</file>

<file path=ppt/slideMasters/_rels/slideMaster20.xml.rels><?xml version="1.0" encoding="UTF-8" standalone="yes"?>
<Relationships xmlns="http://schemas.openxmlformats.org/package/2006/relationships"><Relationship Id="rId2" Type="http://schemas.openxmlformats.org/officeDocument/2006/relationships/theme" Target="../theme/theme20.xml"/><Relationship Id="rId1" Type="http://schemas.openxmlformats.org/officeDocument/2006/relationships/slideLayout" Target="../slideLayouts/slideLayout20.xml"/></Relationships>
</file>

<file path=ppt/slideMasters/_rels/slideMaster21.xml.rels><?xml version="1.0" encoding="UTF-8" standalone="yes"?>
<Relationships xmlns="http://schemas.openxmlformats.org/package/2006/relationships"><Relationship Id="rId2" Type="http://schemas.openxmlformats.org/officeDocument/2006/relationships/theme" Target="../theme/theme21.xml"/><Relationship Id="rId1" Type="http://schemas.openxmlformats.org/officeDocument/2006/relationships/slideLayout" Target="../slideLayouts/slideLayout21.xml"/></Relationships>
</file>

<file path=ppt/slideMasters/_rels/slideMaster22.xml.rels><?xml version="1.0" encoding="UTF-8" standalone="yes"?>
<Relationships xmlns="http://schemas.openxmlformats.org/package/2006/relationships"><Relationship Id="rId2" Type="http://schemas.openxmlformats.org/officeDocument/2006/relationships/theme" Target="../theme/theme22.xml"/><Relationship Id="rId1" Type="http://schemas.openxmlformats.org/officeDocument/2006/relationships/slideLayout" Target="../slideLayouts/slideLayout22.xml"/></Relationships>
</file>

<file path=ppt/slideMasters/_rels/slideMaster23.xml.rels><?xml version="1.0" encoding="UTF-8" standalone="yes"?>
<Relationships xmlns="http://schemas.openxmlformats.org/package/2006/relationships"><Relationship Id="rId2" Type="http://schemas.openxmlformats.org/officeDocument/2006/relationships/theme" Target="../theme/theme23.xml"/><Relationship Id="rId1" Type="http://schemas.openxmlformats.org/officeDocument/2006/relationships/slideLayout" Target="../slideLayouts/slideLayout23.xml"/></Relationships>
</file>

<file path=ppt/slideMasters/_rels/slideMaster24.xml.rels><?xml version="1.0" encoding="UTF-8" standalone="yes"?>
<Relationships xmlns="http://schemas.openxmlformats.org/package/2006/relationships"><Relationship Id="rId2" Type="http://schemas.openxmlformats.org/officeDocument/2006/relationships/theme" Target="../theme/theme24.xml"/><Relationship Id="rId1"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311760" y="744480"/>
            <a:ext cx="8520120" cy="2052360"/>
          </a:xfrm>
          <a:prstGeom prst="rect">
            <a:avLst/>
          </a:prstGeom>
          <a:noFill/>
          <a:ln w="0">
            <a:noFill/>
          </a:ln>
        </p:spPr>
        <p:txBody>
          <a:bodyPr lIns="91440" tIns="91440" rIns="91440" bIns="91440" anchor="b">
            <a:normAutofit/>
          </a:bodyPr>
          <a:lstStyle/>
          <a:p>
            <a:pPr indent="0">
              <a:buNone/>
            </a:pPr>
            <a:r>
              <a:rPr lang="de-DE" sz="5200" b="0" strike="noStrike" spc="-1">
                <a:solidFill>
                  <a:srgbClr val="000000"/>
                </a:solidFill>
                <a:latin typeface="Arial"/>
              </a:rPr>
              <a:t>Format des Titeltextes durch Klicken bearbeiten</a:t>
            </a:r>
          </a:p>
        </p:txBody>
      </p:sp>
      <p:sp>
        <p:nvSpPr>
          <p:cNvPr id="3" name="PlaceHolder 2"/>
          <p:cNvSpPr>
            <a:spLocks noGrp="1"/>
          </p:cNvSpPr>
          <p:nvPr>
            <p:ph type="sldNum" idx="1"/>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de" sz="1000" b="0" strike="noStrike" spc="-1">
                <a:solidFill>
                  <a:schemeClr val="dk2"/>
                </a:solidFill>
                <a:latin typeface="Arial"/>
                <a:ea typeface="Arial"/>
              </a:defRPr>
            </a:lvl1pPr>
          </a:lstStyle>
          <a:p>
            <a:pPr indent="0" algn="r">
              <a:lnSpc>
                <a:spcPct val="100000"/>
              </a:lnSpc>
              <a:buNone/>
              <a:tabLst>
                <a:tab pos="0" algn="l"/>
              </a:tabLst>
            </a:pPr>
            <a:fld id="{66A4F33F-03D9-41A9-BAE0-C60465EAD0B0}" type="slidenum">
              <a:rPr lang="de" sz="1000" b="0" strike="noStrike" spc="-1">
                <a:solidFill>
                  <a:schemeClr val="dk2"/>
                </a:solidFill>
                <a:latin typeface="Arial"/>
                <a:ea typeface="Arial"/>
              </a:rPr>
              <a:t>‹#›</a:t>
            </a:fld>
            <a:endParaRPr lang="de-DE"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311760" y="1106280"/>
            <a:ext cx="8520120" cy="1963080"/>
          </a:xfrm>
          <a:prstGeom prst="rect">
            <a:avLst/>
          </a:prstGeom>
          <a:noFill/>
          <a:ln w="0">
            <a:noFill/>
          </a:ln>
        </p:spPr>
        <p:txBody>
          <a:bodyPr lIns="91440" tIns="91440" rIns="91440" bIns="91440" anchor="b">
            <a:normAutofit fontScale="98341"/>
          </a:bodyPr>
          <a:lstStyle/>
          <a:p>
            <a:pPr indent="0" algn="ctr">
              <a:lnSpc>
                <a:spcPct val="100000"/>
              </a:lnSpc>
              <a:buNone/>
            </a:pPr>
            <a:r>
              <a:rPr lang="de-DE" sz="12000" b="0" strike="noStrike" spc="-1">
                <a:solidFill>
                  <a:schemeClr val="dk1"/>
                </a:solidFill>
                <a:latin typeface="Arial"/>
                <a:ea typeface="Arial"/>
              </a:rPr>
              <a:t>xx%</a:t>
            </a:r>
            <a:endParaRPr lang="de-DE" sz="12000" b="0" strike="noStrike" spc="-1">
              <a:solidFill>
                <a:srgbClr val="000000"/>
              </a:solidFill>
              <a:latin typeface="Arial"/>
            </a:endParaRPr>
          </a:p>
        </p:txBody>
      </p:sp>
      <p:sp>
        <p:nvSpPr>
          <p:cNvPr id="5" name="PlaceHolder 2"/>
          <p:cNvSpPr>
            <a:spLocks noGrp="1"/>
          </p:cNvSpPr>
          <p:nvPr>
            <p:ph type="body"/>
          </p:nvPr>
        </p:nvSpPr>
        <p:spPr>
          <a:xfrm>
            <a:off x="311760" y="3152160"/>
            <a:ext cx="8520120" cy="1300320"/>
          </a:xfrm>
          <a:prstGeom prst="rect">
            <a:avLst/>
          </a:prstGeom>
          <a:noFill/>
          <a:ln w="0">
            <a:noFill/>
          </a:ln>
        </p:spPr>
        <p:txBody>
          <a:bodyPr lIns="91440" tIns="91440" rIns="91440" bIns="91440" anchor="t">
            <a:normAutofit fontScale="50000" lnSpcReduction="20000"/>
          </a:bodyPr>
          <a:lstStyle/>
          <a:p>
            <a:pPr marL="432000" indent="-324000">
              <a:spcBef>
                <a:spcPts val="1417"/>
              </a:spcBef>
              <a:buClr>
                <a:srgbClr val="000000"/>
              </a:buClr>
              <a:buSzPct val="45000"/>
              <a:buFont typeface="Wingdings" charset="2"/>
              <a:buChar char=""/>
            </a:pPr>
            <a:r>
              <a:rPr lang="de-DE" sz="18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8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8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8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8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800" b="0" strike="noStrike" spc="-1">
                <a:solidFill>
                  <a:srgbClr val="000000"/>
                </a:solidFill>
                <a:latin typeface="Arial"/>
              </a:rPr>
              <a:t>Siebte Gliederungsebene</a:t>
            </a:r>
          </a:p>
        </p:txBody>
      </p:sp>
      <p:sp>
        <p:nvSpPr>
          <p:cNvPr id="6" name="PlaceHolder 3"/>
          <p:cNvSpPr>
            <a:spLocks noGrp="1"/>
          </p:cNvSpPr>
          <p:nvPr>
            <p:ph type="sldNum" idx="2"/>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de" sz="1000" b="0" strike="noStrike" spc="-1">
                <a:solidFill>
                  <a:schemeClr val="dk2"/>
                </a:solidFill>
                <a:latin typeface="Arial"/>
                <a:ea typeface="Arial"/>
              </a:defRPr>
            </a:lvl1pPr>
          </a:lstStyle>
          <a:p>
            <a:pPr indent="0" algn="r">
              <a:lnSpc>
                <a:spcPct val="100000"/>
              </a:lnSpc>
              <a:buNone/>
              <a:tabLst>
                <a:tab pos="0" algn="l"/>
              </a:tabLst>
            </a:pPr>
            <a:fld id="{3527FD82-D33C-451A-B759-249094FF4B75}" type="slidenum">
              <a:rPr lang="de" sz="1000" b="0" strike="noStrike" spc="-1">
                <a:solidFill>
                  <a:schemeClr val="dk2"/>
                </a:solidFill>
                <a:latin typeface="Arial"/>
                <a:ea typeface="Arial"/>
              </a:rPr>
              <a:t>‹#›</a:t>
            </a:fld>
            <a:endParaRPr lang="de-DE"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 name="PlaceHolder 1"/>
          <p:cNvSpPr>
            <a:spLocks noGrp="1"/>
          </p:cNvSpPr>
          <p:nvPr>
            <p:ph type="sldNum" idx="3"/>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de" sz="1000" b="0" strike="noStrike" spc="-1">
                <a:solidFill>
                  <a:schemeClr val="dk2"/>
                </a:solidFill>
                <a:latin typeface="Arial"/>
                <a:ea typeface="Arial"/>
              </a:defRPr>
            </a:lvl1pPr>
          </a:lstStyle>
          <a:p>
            <a:pPr indent="0" algn="r">
              <a:lnSpc>
                <a:spcPct val="100000"/>
              </a:lnSpc>
              <a:buNone/>
              <a:tabLst>
                <a:tab pos="0" algn="l"/>
              </a:tabLst>
            </a:pPr>
            <a:fld id="{C83F1768-FBA7-4C57-BD70-D7861ABB98A1}" type="slidenum">
              <a:rPr lang="de" sz="1000" b="0" strike="noStrike" spc="-1">
                <a:solidFill>
                  <a:schemeClr val="dk2"/>
                </a:solidFill>
                <a:latin typeface="Arial"/>
                <a:ea typeface="Arial"/>
              </a:rPr>
              <a:t>‹#›</a:t>
            </a:fld>
            <a:endParaRPr lang="de-DE"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8" name="PlaceHolder 1"/>
          <p:cNvSpPr>
            <a:spLocks noGrp="1"/>
          </p:cNvSpPr>
          <p:nvPr>
            <p:ph type="title"/>
          </p:nvPr>
        </p:nvSpPr>
        <p:spPr>
          <a:xfrm>
            <a:off x="311760" y="2151000"/>
            <a:ext cx="8520120" cy="841320"/>
          </a:xfrm>
          <a:prstGeom prst="rect">
            <a:avLst/>
          </a:prstGeom>
          <a:noFill/>
          <a:ln w="0">
            <a:noFill/>
          </a:ln>
        </p:spPr>
        <p:txBody>
          <a:bodyPr lIns="91440" tIns="91440" rIns="91440" bIns="91440" anchor="ctr">
            <a:normAutofit fontScale="85833"/>
          </a:bodyPr>
          <a:lstStyle/>
          <a:p>
            <a:pPr indent="0">
              <a:buNone/>
            </a:pPr>
            <a:r>
              <a:rPr lang="de-DE" sz="3600" b="0" strike="noStrike" spc="-1">
                <a:solidFill>
                  <a:srgbClr val="000000"/>
                </a:solidFill>
                <a:latin typeface="Arial"/>
              </a:rPr>
              <a:t>Format des Titeltextes durch Klicken bearbeiten</a:t>
            </a:r>
          </a:p>
        </p:txBody>
      </p:sp>
      <p:sp>
        <p:nvSpPr>
          <p:cNvPr id="9" name="PlaceHolder 2"/>
          <p:cNvSpPr>
            <a:spLocks noGrp="1"/>
          </p:cNvSpPr>
          <p:nvPr>
            <p:ph type="sldNum" idx="4"/>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de" sz="1000" b="0" strike="noStrike" spc="-1">
                <a:solidFill>
                  <a:schemeClr val="dk2"/>
                </a:solidFill>
                <a:latin typeface="Arial"/>
                <a:ea typeface="Arial"/>
              </a:defRPr>
            </a:lvl1pPr>
          </a:lstStyle>
          <a:p>
            <a:pPr indent="0" algn="r">
              <a:lnSpc>
                <a:spcPct val="100000"/>
              </a:lnSpc>
              <a:buNone/>
              <a:tabLst>
                <a:tab pos="0" algn="l"/>
              </a:tabLst>
            </a:pPr>
            <a:fld id="{6D0DA9B3-7A7F-4775-B052-A27CD9E6C790}" type="slidenum">
              <a:rPr lang="de" sz="1000" b="0" strike="noStrike" spc="-1">
                <a:solidFill>
                  <a:schemeClr val="dk2"/>
                </a:solidFill>
                <a:latin typeface="Arial"/>
                <a:ea typeface="Arial"/>
              </a:rPr>
              <a:t>‹#›</a:t>
            </a:fld>
            <a:endParaRPr lang="de-DE"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0" name="PlaceHolder 1"/>
          <p:cNvSpPr>
            <a:spLocks noGrp="1"/>
          </p:cNvSpPr>
          <p:nvPr>
            <p:ph type="title"/>
          </p:nvPr>
        </p:nvSpPr>
        <p:spPr>
          <a:xfrm>
            <a:off x="311760" y="444960"/>
            <a:ext cx="8520120" cy="572400"/>
          </a:xfrm>
          <a:prstGeom prst="rect">
            <a:avLst/>
          </a:prstGeom>
          <a:noFill/>
          <a:ln w="0">
            <a:noFill/>
          </a:ln>
        </p:spPr>
        <p:txBody>
          <a:bodyPr lIns="91440" tIns="91440" rIns="91440" bIns="91440" anchor="t">
            <a:normAutofit fontScale="93550"/>
          </a:bodyPr>
          <a:lstStyle/>
          <a:p>
            <a:pPr indent="0">
              <a:buNone/>
            </a:pPr>
            <a:r>
              <a:rPr lang="de-DE" sz="2800" b="0" strike="noStrike" spc="-1">
                <a:solidFill>
                  <a:srgbClr val="000000"/>
                </a:solidFill>
                <a:latin typeface="Arial"/>
              </a:rPr>
              <a:t>Format des Titeltextes durch Klicken bearbeiten</a:t>
            </a:r>
          </a:p>
        </p:txBody>
      </p:sp>
      <p:sp>
        <p:nvSpPr>
          <p:cNvPr id="11" name="PlaceHolder 2"/>
          <p:cNvSpPr>
            <a:spLocks noGrp="1"/>
          </p:cNvSpPr>
          <p:nvPr>
            <p:ph type="body"/>
          </p:nvPr>
        </p:nvSpPr>
        <p:spPr>
          <a:xfrm>
            <a:off x="311760" y="1152360"/>
            <a:ext cx="8520120" cy="3416040"/>
          </a:xfrm>
          <a:prstGeom prst="rect">
            <a:avLst/>
          </a:prstGeom>
          <a:noFill/>
          <a:ln w="0">
            <a:noFill/>
          </a:ln>
        </p:spPr>
        <p:txBody>
          <a:bodyPr lIns="91440" tIns="91440" rIns="91440" bIns="91440" anchor="t">
            <a:normAutofit/>
          </a:bodyPr>
          <a:lstStyle/>
          <a:p>
            <a:pPr marL="432000" indent="-324000">
              <a:spcBef>
                <a:spcPts val="1417"/>
              </a:spcBef>
              <a:buClr>
                <a:srgbClr val="000000"/>
              </a:buClr>
              <a:buSzPct val="45000"/>
              <a:buFont typeface="Wingdings" charset="2"/>
              <a:buChar char=""/>
            </a:pPr>
            <a:r>
              <a:rPr lang="de-DE" sz="18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8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8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8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8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800" b="0" strike="noStrike" spc="-1">
                <a:solidFill>
                  <a:srgbClr val="000000"/>
                </a:solidFill>
                <a:latin typeface="Arial"/>
              </a:rPr>
              <a:t>Siebte Gliederungsebene</a:t>
            </a:r>
          </a:p>
        </p:txBody>
      </p:sp>
      <p:sp>
        <p:nvSpPr>
          <p:cNvPr id="12" name="PlaceHolder 3"/>
          <p:cNvSpPr>
            <a:spLocks noGrp="1"/>
          </p:cNvSpPr>
          <p:nvPr>
            <p:ph type="sldNum" idx="5"/>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de" sz="1000" b="0" strike="noStrike" spc="-1">
                <a:solidFill>
                  <a:schemeClr val="dk2"/>
                </a:solidFill>
                <a:latin typeface="Arial"/>
                <a:ea typeface="Arial"/>
              </a:defRPr>
            </a:lvl1pPr>
          </a:lstStyle>
          <a:p>
            <a:pPr indent="0" algn="r">
              <a:lnSpc>
                <a:spcPct val="100000"/>
              </a:lnSpc>
              <a:buNone/>
              <a:tabLst>
                <a:tab pos="0" algn="l"/>
              </a:tabLst>
            </a:pPr>
            <a:fld id="{B0A0FC84-C720-4754-8B40-3BACABA5A3A7}" type="slidenum">
              <a:rPr lang="de" sz="1000" b="0" strike="noStrike" spc="-1">
                <a:solidFill>
                  <a:schemeClr val="dk2"/>
                </a:solidFill>
                <a:latin typeface="Arial"/>
                <a:ea typeface="Arial"/>
              </a:rPr>
              <a:t>‹#›</a:t>
            </a:fld>
            <a:endParaRPr lang="de-DE"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5" name="PlaceHolder 1"/>
          <p:cNvSpPr>
            <a:spLocks noGrp="1"/>
          </p:cNvSpPr>
          <p:nvPr>
            <p:ph type="title"/>
          </p:nvPr>
        </p:nvSpPr>
        <p:spPr>
          <a:xfrm>
            <a:off x="311760" y="444960"/>
            <a:ext cx="8520120" cy="572400"/>
          </a:xfrm>
          <a:prstGeom prst="rect">
            <a:avLst/>
          </a:prstGeom>
          <a:noFill/>
          <a:ln w="0">
            <a:noFill/>
          </a:ln>
        </p:spPr>
        <p:txBody>
          <a:bodyPr lIns="91440" tIns="91440" rIns="91440" bIns="91440" anchor="t">
            <a:normAutofit fontScale="93550"/>
          </a:bodyPr>
          <a:lstStyle/>
          <a:p>
            <a:pPr indent="0">
              <a:buNone/>
            </a:pPr>
            <a:r>
              <a:rPr lang="de-DE" sz="2800" b="0" strike="noStrike" spc="-1">
                <a:solidFill>
                  <a:srgbClr val="000000"/>
                </a:solidFill>
                <a:latin typeface="Arial"/>
              </a:rPr>
              <a:t>Format des Titeltextes durch Klicken bearbeiten</a:t>
            </a:r>
          </a:p>
        </p:txBody>
      </p:sp>
      <p:sp>
        <p:nvSpPr>
          <p:cNvPr id="16" name="PlaceHolder 2"/>
          <p:cNvSpPr>
            <a:spLocks noGrp="1"/>
          </p:cNvSpPr>
          <p:nvPr>
            <p:ph type="body"/>
          </p:nvPr>
        </p:nvSpPr>
        <p:spPr>
          <a:xfrm>
            <a:off x="311760" y="1152360"/>
            <a:ext cx="3999600" cy="3416040"/>
          </a:xfrm>
          <a:prstGeom prst="rect">
            <a:avLst/>
          </a:prstGeom>
          <a:noFill/>
          <a:ln w="0">
            <a:noFill/>
          </a:ln>
        </p:spPr>
        <p:txBody>
          <a:bodyPr lIns="91440" tIns="91440" rIns="91440" bIns="91440" anchor="t">
            <a:normAutofit/>
          </a:bodyPr>
          <a:lstStyle/>
          <a:p>
            <a:pPr marL="432000" indent="-324000">
              <a:spcBef>
                <a:spcPts val="1417"/>
              </a:spcBef>
              <a:buClr>
                <a:srgbClr val="000000"/>
              </a:buClr>
              <a:buSzPct val="45000"/>
              <a:buFont typeface="Wingdings" charset="2"/>
              <a:buChar char=""/>
            </a:pPr>
            <a:r>
              <a:rPr lang="de-DE" sz="14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4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4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4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4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4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400" b="0" strike="noStrike" spc="-1">
                <a:solidFill>
                  <a:srgbClr val="000000"/>
                </a:solidFill>
                <a:latin typeface="Arial"/>
              </a:rPr>
              <a:t>Siebte Gliederungsebene</a:t>
            </a:r>
          </a:p>
        </p:txBody>
      </p:sp>
      <p:sp>
        <p:nvSpPr>
          <p:cNvPr id="17" name="PlaceHolder 3"/>
          <p:cNvSpPr>
            <a:spLocks noGrp="1"/>
          </p:cNvSpPr>
          <p:nvPr>
            <p:ph type="body"/>
          </p:nvPr>
        </p:nvSpPr>
        <p:spPr>
          <a:xfrm>
            <a:off x="4832280" y="1152360"/>
            <a:ext cx="3999600" cy="3416040"/>
          </a:xfrm>
          <a:prstGeom prst="rect">
            <a:avLst/>
          </a:prstGeom>
          <a:noFill/>
          <a:ln w="0">
            <a:noFill/>
          </a:ln>
        </p:spPr>
        <p:txBody>
          <a:bodyPr lIns="91440" tIns="91440" rIns="91440" bIns="91440" anchor="t">
            <a:normAutofit/>
          </a:bodyPr>
          <a:lstStyle/>
          <a:p>
            <a:pPr marL="432000" indent="-324000">
              <a:spcBef>
                <a:spcPts val="1417"/>
              </a:spcBef>
              <a:buClr>
                <a:srgbClr val="000000"/>
              </a:buClr>
              <a:buSzPct val="45000"/>
              <a:buFont typeface="Wingdings" charset="2"/>
              <a:buChar char=""/>
            </a:pPr>
            <a:r>
              <a:rPr lang="de-DE" sz="14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4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4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4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4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4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400" b="0" strike="noStrike" spc="-1">
                <a:solidFill>
                  <a:srgbClr val="000000"/>
                </a:solidFill>
                <a:latin typeface="Arial"/>
              </a:rPr>
              <a:t>Siebte Gliederungsebene</a:t>
            </a:r>
          </a:p>
        </p:txBody>
      </p:sp>
      <p:sp>
        <p:nvSpPr>
          <p:cNvPr id="18" name="PlaceHolder 4"/>
          <p:cNvSpPr>
            <a:spLocks noGrp="1"/>
          </p:cNvSpPr>
          <p:nvPr>
            <p:ph type="sldNum" idx="6"/>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de" sz="1000" b="0" strike="noStrike" spc="-1">
                <a:solidFill>
                  <a:schemeClr val="dk2"/>
                </a:solidFill>
                <a:latin typeface="Arial"/>
                <a:ea typeface="Arial"/>
              </a:defRPr>
            </a:lvl1pPr>
          </a:lstStyle>
          <a:p>
            <a:pPr indent="0" algn="r">
              <a:lnSpc>
                <a:spcPct val="100000"/>
              </a:lnSpc>
              <a:buNone/>
              <a:tabLst>
                <a:tab pos="0" algn="l"/>
              </a:tabLst>
            </a:pPr>
            <a:fld id="{6E33F1FE-2AF0-415C-BD9C-0BD3EB807A35}" type="slidenum">
              <a:rPr lang="de" sz="1000" b="0" strike="noStrike" spc="-1">
                <a:solidFill>
                  <a:schemeClr val="dk2"/>
                </a:solidFill>
                <a:latin typeface="Arial"/>
                <a:ea typeface="Arial"/>
              </a:rPr>
              <a:t>‹#›</a:t>
            </a:fld>
            <a:endParaRPr lang="de-DE"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311760" y="444960"/>
            <a:ext cx="8520120" cy="572400"/>
          </a:xfrm>
          <a:prstGeom prst="rect">
            <a:avLst/>
          </a:prstGeom>
          <a:noFill/>
          <a:ln w="0">
            <a:noFill/>
          </a:ln>
        </p:spPr>
        <p:txBody>
          <a:bodyPr lIns="91440" tIns="91440" rIns="91440" bIns="91440" anchor="t">
            <a:normAutofit fontScale="93550"/>
          </a:bodyPr>
          <a:lstStyle/>
          <a:p>
            <a:pPr indent="0">
              <a:buNone/>
            </a:pPr>
            <a:r>
              <a:rPr lang="de-DE" sz="2800" b="0" strike="noStrike" spc="-1">
                <a:solidFill>
                  <a:srgbClr val="000000"/>
                </a:solidFill>
                <a:latin typeface="Arial"/>
              </a:rPr>
              <a:t>Format des Titeltextes durch Klicken bearbeiten</a:t>
            </a:r>
          </a:p>
        </p:txBody>
      </p:sp>
      <p:sp>
        <p:nvSpPr>
          <p:cNvPr id="23" name="PlaceHolder 2"/>
          <p:cNvSpPr>
            <a:spLocks noGrp="1"/>
          </p:cNvSpPr>
          <p:nvPr>
            <p:ph type="sldNum" idx="7"/>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de" sz="1000" b="0" strike="noStrike" spc="-1">
                <a:solidFill>
                  <a:schemeClr val="dk2"/>
                </a:solidFill>
                <a:latin typeface="Arial"/>
                <a:ea typeface="Arial"/>
              </a:defRPr>
            </a:lvl1pPr>
          </a:lstStyle>
          <a:p>
            <a:pPr indent="0" algn="r">
              <a:lnSpc>
                <a:spcPct val="100000"/>
              </a:lnSpc>
              <a:buNone/>
              <a:tabLst>
                <a:tab pos="0" algn="l"/>
              </a:tabLst>
            </a:pPr>
            <a:fld id="{D42E750B-D7F9-44DA-920A-E7D6C6F7AE18}" type="slidenum">
              <a:rPr lang="de" sz="1000" b="0" strike="noStrike" spc="-1">
                <a:solidFill>
                  <a:schemeClr val="dk2"/>
                </a:solidFill>
                <a:latin typeface="Arial"/>
                <a:ea typeface="Arial"/>
              </a:rPr>
              <a:t>‹#›</a:t>
            </a:fld>
            <a:endParaRPr lang="de-DE"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5" name="PlaceHolder 1"/>
          <p:cNvSpPr>
            <a:spLocks noGrp="1"/>
          </p:cNvSpPr>
          <p:nvPr>
            <p:ph type="title"/>
          </p:nvPr>
        </p:nvSpPr>
        <p:spPr>
          <a:xfrm>
            <a:off x="311760" y="555480"/>
            <a:ext cx="2807640" cy="755280"/>
          </a:xfrm>
          <a:prstGeom prst="rect">
            <a:avLst/>
          </a:prstGeom>
          <a:noFill/>
          <a:ln w="0">
            <a:noFill/>
          </a:ln>
        </p:spPr>
        <p:txBody>
          <a:bodyPr lIns="91440" tIns="91440" rIns="91440" bIns="91440" anchor="b">
            <a:normAutofit fontScale="74970"/>
          </a:bodyPr>
          <a:lstStyle/>
          <a:p>
            <a:pPr indent="0">
              <a:buNone/>
            </a:pPr>
            <a:r>
              <a:rPr lang="de-DE" sz="2400" b="0" strike="noStrike" spc="-1">
                <a:solidFill>
                  <a:srgbClr val="000000"/>
                </a:solidFill>
                <a:latin typeface="Arial"/>
              </a:rPr>
              <a:t>Format des Titeltextes durch Klicken bearbeiten</a:t>
            </a:r>
          </a:p>
        </p:txBody>
      </p:sp>
      <p:sp>
        <p:nvSpPr>
          <p:cNvPr id="26" name="PlaceHolder 2"/>
          <p:cNvSpPr>
            <a:spLocks noGrp="1"/>
          </p:cNvSpPr>
          <p:nvPr>
            <p:ph type="body"/>
          </p:nvPr>
        </p:nvSpPr>
        <p:spPr>
          <a:xfrm>
            <a:off x="311760" y="1389600"/>
            <a:ext cx="2807640" cy="3179160"/>
          </a:xfrm>
          <a:prstGeom prst="rect">
            <a:avLst/>
          </a:prstGeom>
          <a:noFill/>
          <a:ln w="0">
            <a:noFill/>
          </a:ln>
        </p:spPr>
        <p:txBody>
          <a:bodyPr lIns="91440" tIns="91440" rIns="91440" bIns="91440" anchor="t">
            <a:normAutofit fontScale="35861" lnSpcReduction="20000"/>
          </a:bodyPr>
          <a:lstStyle/>
          <a:p>
            <a:pPr marL="432000" indent="-324000">
              <a:spcBef>
                <a:spcPts val="1417"/>
              </a:spcBef>
              <a:buClr>
                <a:srgbClr val="000000"/>
              </a:buClr>
              <a:buSzPct val="45000"/>
              <a:buFont typeface="Wingdings" charset="2"/>
              <a:buChar char=""/>
            </a:pPr>
            <a:r>
              <a:rPr lang="de-DE" sz="12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2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2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2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2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2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200" b="0" strike="noStrike" spc="-1">
                <a:solidFill>
                  <a:srgbClr val="000000"/>
                </a:solidFill>
                <a:latin typeface="Arial"/>
              </a:rPr>
              <a:t>Siebte Gliederungsebene</a:t>
            </a:r>
          </a:p>
        </p:txBody>
      </p:sp>
      <p:sp>
        <p:nvSpPr>
          <p:cNvPr id="27" name="PlaceHolder 3"/>
          <p:cNvSpPr>
            <a:spLocks noGrp="1"/>
          </p:cNvSpPr>
          <p:nvPr>
            <p:ph type="sldNum" idx="8"/>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de" sz="1000" b="0" strike="noStrike" spc="-1">
                <a:solidFill>
                  <a:schemeClr val="dk2"/>
                </a:solidFill>
                <a:latin typeface="Arial"/>
                <a:ea typeface="Arial"/>
              </a:defRPr>
            </a:lvl1pPr>
          </a:lstStyle>
          <a:p>
            <a:pPr indent="0" algn="r">
              <a:lnSpc>
                <a:spcPct val="100000"/>
              </a:lnSpc>
              <a:buNone/>
              <a:tabLst>
                <a:tab pos="0" algn="l"/>
              </a:tabLst>
            </a:pPr>
            <a:fld id="{30307BF4-D455-42C7-BAEA-2BE7D1EE78CD}" type="slidenum">
              <a:rPr lang="de" sz="1000" b="0" strike="noStrike" spc="-1">
                <a:solidFill>
                  <a:schemeClr val="dk2"/>
                </a:solidFill>
                <a:latin typeface="Arial"/>
                <a:ea typeface="Arial"/>
              </a:rPr>
              <a:t>‹#›</a:t>
            </a:fld>
            <a:endParaRPr lang="de-DE"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490320" y="450000"/>
            <a:ext cx="6367320" cy="4090320"/>
          </a:xfrm>
          <a:prstGeom prst="rect">
            <a:avLst/>
          </a:prstGeom>
          <a:noFill/>
          <a:ln w="0">
            <a:noFill/>
          </a:ln>
        </p:spPr>
        <p:txBody>
          <a:bodyPr lIns="91440" tIns="91440" rIns="91440" bIns="91440" anchor="ctr">
            <a:normAutofit/>
          </a:bodyPr>
          <a:lstStyle/>
          <a:p>
            <a:pPr indent="0">
              <a:buNone/>
            </a:pPr>
            <a:r>
              <a:rPr lang="de-DE" sz="4800" b="0" strike="noStrike" spc="-1">
                <a:solidFill>
                  <a:srgbClr val="000000"/>
                </a:solidFill>
                <a:latin typeface="Arial"/>
              </a:rPr>
              <a:t>Format des Titeltextes durch Klicken bearbeiten</a:t>
            </a:r>
          </a:p>
        </p:txBody>
      </p:sp>
      <p:sp>
        <p:nvSpPr>
          <p:cNvPr id="29" name="PlaceHolder 2"/>
          <p:cNvSpPr>
            <a:spLocks noGrp="1"/>
          </p:cNvSpPr>
          <p:nvPr>
            <p:ph type="sldNum" idx="9"/>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de" sz="1000" b="0" strike="noStrike" spc="-1">
                <a:solidFill>
                  <a:schemeClr val="dk2"/>
                </a:solidFill>
                <a:latin typeface="Arial"/>
                <a:ea typeface="Arial"/>
              </a:defRPr>
            </a:lvl1pPr>
          </a:lstStyle>
          <a:p>
            <a:pPr indent="0" algn="r">
              <a:lnSpc>
                <a:spcPct val="100000"/>
              </a:lnSpc>
              <a:buNone/>
              <a:tabLst>
                <a:tab pos="0" algn="l"/>
              </a:tabLst>
            </a:pPr>
            <a:fld id="{B41AB652-9A58-4C2D-868C-4649C94DE7C0}" type="slidenum">
              <a:rPr lang="de" sz="1000" b="0" strike="noStrike" spc="-1">
                <a:solidFill>
                  <a:schemeClr val="dk2"/>
                </a:solidFill>
                <a:latin typeface="Arial"/>
                <a:ea typeface="Arial"/>
              </a:rPr>
              <a:t>‹#›</a:t>
            </a:fld>
            <a:endParaRPr lang="de-DE"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30" name="Google Shape;36;p31"/>
          <p:cNvSpPr/>
          <p:nvPr/>
        </p:nvSpPr>
        <p:spPr>
          <a:xfrm>
            <a:off x="4572000" y="0"/>
            <a:ext cx="4571640" cy="5143320"/>
          </a:xfrm>
          <a:prstGeom prst="rect">
            <a:avLst/>
          </a:prstGeom>
          <a:solidFill>
            <a:schemeClr val="lt2"/>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nSpc>
                <a:spcPct val="100000"/>
              </a:lnSpc>
              <a:tabLst>
                <a:tab pos="0" algn="l"/>
              </a:tabLst>
            </a:pPr>
            <a:endParaRPr lang="de-DE" sz="1400" b="0" strike="noStrike" spc="-1">
              <a:solidFill>
                <a:srgbClr val="000000"/>
              </a:solidFill>
              <a:latin typeface="Arial"/>
              <a:ea typeface="Arial"/>
            </a:endParaRPr>
          </a:p>
        </p:txBody>
      </p:sp>
      <p:sp>
        <p:nvSpPr>
          <p:cNvPr id="31" name="PlaceHolder 1"/>
          <p:cNvSpPr>
            <a:spLocks noGrp="1"/>
          </p:cNvSpPr>
          <p:nvPr>
            <p:ph type="title"/>
          </p:nvPr>
        </p:nvSpPr>
        <p:spPr>
          <a:xfrm>
            <a:off x="265680" y="1233000"/>
            <a:ext cx="4044960" cy="1482120"/>
          </a:xfrm>
          <a:prstGeom prst="rect">
            <a:avLst/>
          </a:prstGeom>
          <a:noFill/>
          <a:ln w="0">
            <a:noFill/>
          </a:ln>
        </p:spPr>
        <p:txBody>
          <a:bodyPr lIns="91440" tIns="91440" rIns="91440" bIns="91440" anchor="b">
            <a:normAutofit fontScale="66889"/>
          </a:bodyPr>
          <a:lstStyle/>
          <a:p>
            <a:pPr indent="0">
              <a:buNone/>
            </a:pPr>
            <a:r>
              <a:rPr lang="de-DE" sz="4200" b="0" strike="noStrike" spc="-1">
                <a:solidFill>
                  <a:srgbClr val="000000"/>
                </a:solidFill>
                <a:latin typeface="Arial"/>
              </a:rPr>
              <a:t>Format des Titeltextes durch Klicken bearbeiten</a:t>
            </a:r>
          </a:p>
        </p:txBody>
      </p:sp>
      <p:sp>
        <p:nvSpPr>
          <p:cNvPr id="32" name="PlaceHolder 2"/>
          <p:cNvSpPr>
            <a:spLocks noGrp="1"/>
          </p:cNvSpPr>
          <p:nvPr>
            <p:ph type="body"/>
          </p:nvPr>
        </p:nvSpPr>
        <p:spPr>
          <a:xfrm>
            <a:off x="4939560" y="723960"/>
            <a:ext cx="3836520" cy="3694680"/>
          </a:xfrm>
          <a:prstGeom prst="rect">
            <a:avLst/>
          </a:prstGeom>
          <a:noFill/>
          <a:ln w="0">
            <a:noFill/>
          </a:ln>
        </p:spPr>
        <p:txBody>
          <a:bodyPr lIns="91440" tIns="91440" rIns="91440" bIns="91440" anchor="ctr">
            <a:normAutofit fontScale="75000" lnSpcReduction="10000"/>
          </a:bodyPr>
          <a:lstStyle/>
          <a:p>
            <a:pPr marL="432000" indent="-324000">
              <a:spcBef>
                <a:spcPts val="1417"/>
              </a:spcBef>
              <a:buClr>
                <a:srgbClr val="000000"/>
              </a:buClr>
              <a:buSzPct val="45000"/>
              <a:buFont typeface="Wingdings" charset="2"/>
              <a:buChar char=""/>
            </a:pPr>
            <a:r>
              <a:rPr lang="de-DE" sz="18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8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8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8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8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800" b="0" strike="noStrike" spc="-1">
                <a:solidFill>
                  <a:srgbClr val="000000"/>
                </a:solidFill>
                <a:latin typeface="Arial"/>
              </a:rPr>
              <a:t>Siebte Gliederungsebene</a:t>
            </a:r>
          </a:p>
        </p:txBody>
      </p:sp>
      <p:sp>
        <p:nvSpPr>
          <p:cNvPr id="33" name="PlaceHolder 3"/>
          <p:cNvSpPr>
            <a:spLocks noGrp="1"/>
          </p:cNvSpPr>
          <p:nvPr>
            <p:ph type="sldNum" idx="10"/>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de" sz="1000" b="0" strike="noStrike" spc="-1">
                <a:solidFill>
                  <a:schemeClr val="dk2"/>
                </a:solidFill>
                <a:latin typeface="Arial"/>
                <a:ea typeface="Arial"/>
              </a:defRPr>
            </a:lvl1pPr>
          </a:lstStyle>
          <a:p>
            <a:pPr indent="0" algn="r">
              <a:lnSpc>
                <a:spcPct val="100000"/>
              </a:lnSpc>
              <a:buNone/>
              <a:tabLst>
                <a:tab pos="0" algn="l"/>
              </a:tabLst>
            </a:pPr>
            <a:fld id="{3EAE7A65-460C-411B-8E93-C9BE25EC44C1}" type="slidenum">
              <a:rPr lang="de" sz="1000" b="0" strike="noStrike" spc="-1">
                <a:solidFill>
                  <a:schemeClr val="dk2"/>
                </a:solidFill>
                <a:latin typeface="Arial"/>
                <a:ea typeface="Arial"/>
              </a:rPr>
              <a:t>‹#›</a:t>
            </a:fld>
            <a:endParaRPr lang="de-DE"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34" name="PlaceHolder 1"/>
          <p:cNvSpPr>
            <a:spLocks noGrp="1"/>
          </p:cNvSpPr>
          <p:nvPr>
            <p:ph type="body"/>
          </p:nvPr>
        </p:nvSpPr>
        <p:spPr>
          <a:xfrm>
            <a:off x="311760" y="4230720"/>
            <a:ext cx="5998320" cy="604800"/>
          </a:xfrm>
          <a:prstGeom prst="rect">
            <a:avLst/>
          </a:prstGeom>
          <a:noFill/>
          <a:ln w="0">
            <a:noFill/>
          </a:ln>
        </p:spPr>
        <p:txBody>
          <a:bodyPr lIns="91440" tIns="91440" rIns="91440" bIns="91440" anchor="ctr">
            <a:normAutofit fontScale="1111"/>
          </a:bodyPr>
          <a:lstStyle/>
          <a:p>
            <a:pPr marL="432000" indent="-324000">
              <a:spcBef>
                <a:spcPts val="1417"/>
              </a:spcBef>
              <a:buClr>
                <a:srgbClr val="000000"/>
              </a:buClr>
              <a:buSzPct val="45000"/>
              <a:buFont typeface="Wingdings" charset="2"/>
              <a:buChar char=""/>
            </a:pPr>
            <a:r>
              <a:rPr lang="de-DE" sz="18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8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8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8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8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800" b="0" strike="noStrike" spc="-1">
                <a:solidFill>
                  <a:srgbClr val="000000"/>
                </a:solidFill>
                <a:latin typeface="Arial"/>
              </a:rPr>
              <a:t>Siebte Gliederungsebene</a:t>
            </a:r>
          </a:p>
        </p:txBody>
      </p:sp>
      <p:sp>
        <p:nvSpPr>
          <p:cNvPr id="35" name="PlaceHolder 2"/>
          <p:cNvSpPr>
            <a:spLocks noGrp="1"/>
          </p:cNvSpPr>
          <p:nvPr>
            <p:ph type="sldNum" idx="11"/>
          </p:nvPr>
        </p:nvSpPr>
        <p:spPr>
          <a:xfrm>
            <a:off x="8472600" y="4663080"/>
            <a:ext cx="548280" cy="393120"/>
          </a:xfrm>
          <a:prstGeom prst="rect">
            <a:avLst/>
          </a:prstGeom>
          <a:noFill/>
          <a:ln w="0">
            <a:noFill/>
          </a:ln>
        </p:spPr>
        <p:txBody>
          <a:bodyPr lIns="91440" tIns="91440" rIns="91440" bIns="91440" anchor="ctr">
            <a:normAutofit/>
          </a:bodyPr>
          <a:lstStyle>
            <a:lvl1pPr indent="0" algn="r">
              <a:lnSpc>
                <a:spcPct val="100000"/>
              </a:lnSpc>
              <a:buNone/>
              <a:tabLst>
                <a:tab pos="0" algn="l"/>
              </a:tabLst>
              <a:defRPr lang="de" sz="1000" b="0" strike="noStrike" spc="-1">
                <a:solidFill>
                  <a:schemeClr val="dk2"/>
                </a:solidFill>
                <a:latin typeface="Arial"/>
                <a:ea typeface="Arial"/>
              </a:defRPr>
            </a:lvl1pPr>
          </a:lstStyle>
          <a:p>
            <a:pPr indent="0" algn="r">
              <a:lnSpc>
                <a:spcPct val="100000"/>
              </a:lnSpc>
              <a:buNone/>
              <a:tabLst>
                <a:tab pos="0" algn="l"/>
              </a:tabLst>
            </a:pPr>
            <a:fld id="{6BE2B689-63F2-4D24-A511-0283C4F0E115}" type="slidenum">
              <a:rPr lang="de" sz="1000" b="0" strike="noStrike" spc="-1">
                <a:solidFill>
                  <a:schemeClr val="dk2"/>
                </a:solidFill>
                <a:latin typeface="Arial"/>
                <a:ea typeface="Arial"/>
              </a:rPr>
              <a:t>‹#›</a:t>
            </a:fld>
            <a:endParaRPr lang="de-DE" sz="10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36" name="PlaceHolder 1"/>
          <p:cNvSpPr>
            <a:spLocks noGrp="1"/>
          </p:cNvSpPr>
          <p:nvPr>
            <p:ph type="title"/>
          </p:nvPr>
        </p:nvSpPr>
        <p:spPr>
          <a:xfrm>
            <a:off x="1143000" y="841680"/>
            <a:ext cx="6857640" cy="1790280"/>
          </a:xfrm>
          <a:prstGeom prst="rect">
            <a:avLst/>
          </a:prstGeom>
          <a:noFill/>
          <a:ln w="0">
            <a:noFill/>
          </a:ln>
        </p:spPr>
        <p:txBody>
          <a:bodyPr lIns="68400" tIns="34200" rIns="68400" bIns="34200" anchor="b">
            <a:normAutofit/>
          </a:bodyPr>
          <a:lstStyle/>
          <a:p>
            <a:pPr indent="0">
              <a:buNone/>
            </a:pPr>
            <a:r>
              <a:rPr lang="de-DE" sz="4500" b="0" strike="noStrike" spc="-1">
                <a:solidFill>
                  <a:srgbClr val="000000"/>
                </a:solidFill>
                <a:latin typeface="Arial"/>
              </a:rPr>
              <a:t>Format des Titeltextes durch Klicken bearbeiten</a:t>
            </a:r>
          </a:p>
        </p:txBody>
      </p:sp>
      <p:sp>
        <p:nvSpPr>
          <p:cNvPr id="37" name="PlaceHolder 2"/>
          <p:cNvSpPr>
            <a:spLocks noGrp="1"/>
          </p:cNvSpPr>
          <p:nvPr>
            <p:ph type="dt" idx="12"/>
          </p:nvPr>
        </p:nvSpPr>
        <p:spPr>
          <a:xfrm>
            <a:off x="628560" y="4767120"/>
            <a:ext cx="2057040" cy="273600"/>
          </a:xfrm>
          <a:prstGeom prst="rect">
            <a:avLst/>
          </a:prstGeom>
          <a:noFill/>
          <a:ln w="0">
            <a:noFill/>
          </a:ln>
        </p:spPr>
        <p:txBody>
          <a:bodyPr lIns="68400" tIns="34200" rIns="68400" bIns="34200" anchor="ctr">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&lt;Datum/Uhrzeit&gt;</a:t>
            </a:r>
          </a:p>
        </p:txBody>
      </p:sp>
      <p:sp>
        <p:nvSpPr>
          <p:cNvPr id="38" name="PlaceHolder 3"/>
          <p:cNvSpPr>
            <a:spLocks noGrp="1"/>
          </p:cNvSpPr>
          <p:nvPr>
            <p:ph type="ftr" idx="13"/>
          </p:nvPr>
        </p:nvSpPr>
        <p:spPr>
          <a:xfrm>
            <a:off x="3029040" y="4767120"/>
            <a:ext cx="3085920" cy="273600"/>
          </a:xfrm>
          <a:prstGeom prst="rect">
            <a:avLst/>
          </a:prstGeom>
          <a:noFill/>
          <a:ln w="0">
            <a:noFill/>
          </a:ln>
        </p:spPr>
        <p:txBody>
          <a:bodyPr lIns="68400" tIns="34200" rIns="68400" bIns="3420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39" name="PlaceHolder 4"/>
          <p:cNvSpPr>
            <a:spLocks noGrp="1"/>
          </p:cNvSpPr>
          <p:nvPr>
            <p:ph type="sldNum" idx="14"/>
          </p:nvPr>
        </p:nvSpPr>
        <p:spPr>
          <a:xfrm>
            <a:off x="6458040" y="4767120"/>
            <a:ext cx="2057040" cy="273600"/>
          </a:xfrm>
          <a:prstGeom prst="rect">
            <a:avLst/>
          </a:prstGeom>
          <a:noFill/>
          <a:ln w="0">
            <a:noFill/>
          </a:ln>
        </p:spPr>
        <p:txBody>
          <a:bodyPr lIns="68400" tIns="34200" rIns="68400" bIns="34200" anchor="ctr">
            <a:no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82C82D30-6B06-4D4A-8860-0C4A0BD02268}" type="slidenum">
              <a:rPr lang="de" sz="900" b="0" strike="noStrike" spc="-1">
                <a:solidFill>
                  <a:srgbClr val="888888"/>
                </a:solidFill>
                <a:latin typeface="Calibri"/>
                <a:ea typeface="Calibri"/>
              </a:rPr>
              <a:t>‹#›</a:t>
            </a:fld>
            <a:endParaRPr lang="de-DE" sz="900" b="0" strike="noStrike" spc="-1">
              <a:solidFill>
                <a:srgbClr val="000000"/>
              </a:solidFill>
              <a:latin typeface="Times New Roman"/>
            </a:endParaRPr>
          </a:p>
        </p:txBody>
      </p:sp>
      <p:sp>
        <p:nvSpPr>
          <p:cNvPr id="40" name="PlaceHolder 5"/>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4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4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4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4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20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20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2000" b="0" strike="noStrike" spc="-1">
                <a:solidFill>
                  <a:srgbClr val="000000"/>
                </a:solidFill>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3" name="PlaceHolder 1"/>
          <p:cNvSpPr>
            <a:spLocks noGrp="1"/>
          </p:cNvSpPr>
          <p:nvPr>
            <p:ph type="title"/>
          </p:nvPr>
        </p:nvSpPr>
        <p:spPr>
          <a:xfrm>
            <a:off x="630000" y="343080"/>
            <a:ext cx="2948760" cy="1199880"/>
          </a:xfrm>
          <a:prstGeom prst="rect">
            <a:avLst/>
          </a:prstGeom>
          <a:noFill/>
          <a:ln w="0">
            <a:noFill/>
          </a:ln>
        </p:spPr>
        <p:txBody>
          <a:bodyPr lIns="68400" tIns="34200" rIns="68400" bIns="34200" anchor="b">
            <a:normAutofit/>
          </a:bodyPr>
          <a:lstStyle/>
          <a:p>
            <a:pPr indent="0">
              <a:buNone/>
            </a:pPr>
            <a:r>
              <a:rPr lang="de-DE" sz="2400" b="0" strike="noStrike" spc="-1">
                <a:solidFill>
                  <a:srgbClr val="000000"/>
                </a:solidFill>
                <a:latin typeface="Arial"/>
              </a:rPr>
              <a:t>Format des Titeltextes durch Klicken bearbeiten</a:t>
            </a:r>
          </a:p>
        </p:txBody>
      </p:sp>
      <p:sp>
        <p:nvSpPr>
          <p:cNvPr id="44" name="PlaceHolder 2"/>
          <p:cNvSpPr>
            <a:spLocks noGrp="1"/>
          </p:cNvSpPr>
          <p:nvPr>
            <p:ph type="body"/>
          </p:nvPr>
        </p:nvSpPr>
        <p:spPr>
          <a:xfrm>
            <a:off x="3887280" y="740520"/>
            <a:ext cx="4628880" cy="3654720"/>
          </a:xfrm>
          <a:prstGeom prst="rect">
            <a:avLst/>
          </a:prstGeom>
          <a:noFill/>
          <a:ln w="0">
            <a:noFill/>
          </a:ln>
        </p:spPr>
        <p:txBody>
          <a:bodyPr lIns="68400" tIns="34200" rIns="68400" bIns="34200" anchor="t">
            <a:normAutofit fontScale="71638"/>
          </a:bodyPr>
          <a:lstStyle/>
          <a:p>
            <a:pPr marL="432000" indent="-324000">
              <a:spcBef>
                <a:spcPts val="1417"/>
              </a:spcBef>
              <a:buClr>
                <a:srgbClr val="000000"/>
              </a:buClr>
              <a:buSzPct val="45000"/>
              <a:buFont typeface="Wingdings" charset="2"/>
              <a:buChar char=""/>
            </a:pPr>
            <a:r>
              <a:rPr lang="de-DE" sz="24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4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24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24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24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24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2400" b="0" strike="noStrike" spc="-1">
                <a:solidFill>
                  <a:srgbClr val="000000"/>
                </a:solidFill>
                <a:latin typeface="Arial"/>
              </a:rPr>
              <a:t>Siebte Gliederungsebene</a:t>
            </a:r>
          </a:p>
        </p:txBody>
      </p:sp>
      <p:sp>
        <p:nvSpPr>
          <p:cNvPr id="45" name="PlaceHolder 3"/>
          <p:cNvSpPr>
            <a:spLocks noGrp="1"/>
          </p:cNvSpPr>
          <p:nvPr>
            <p:ph type="body"/>
          </p:nvPr>
        </p:nvSpPr>
        <p:spPr>
          <a:xfrm>
            <a:off x="630000" y="1542960"/>
            <a:ext cx="2948760" cy="2858400"/>
          </a:xfrm>
          <a:prstGeom prst="rect">
            <a:avLst/>
          </a:prstGeom>
          <a:noFill/>
          <a:ln w="0">
            <a:noFill/>
          </a:ln>
        </p:spPr>
        <p:txBody>
          <a:bodyPr lIns="68400" tIns="34200" rIns="68400" bIns="34200" anchor="t">
            <a:normAutofit fontScale="42533" lnSpcReduction="10000"/>
          </a:bodyPr>
          <a:lstStyle/>
          <a:p>
            <a:pPr marL="432000" indent="-324000">
              <a:spcBef>
                <a:spcPts val="1417"/>
              </a:spcBef>
              <a:buClr>
                <a:srgbClr val="000000"/>
              </a:buClr>
              <a:buSzPct val="45000"/>
              <a:buFont typeface="Wingdings" charset="2"/>
              <a:buChar char=""/>
            </a:pPr>
            <a:r>
              <a:rPr lang="de-DE" sz="12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2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2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2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2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2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200" b="0" strike="noStrike" spc="-1">
                <a:solidFill>
                  <a:srgbClr val="000000"/>
                </a:solidFill>
                <a:latin typeface="Arial"/>
              </a:rPr>
              <a:t>Siebte Gliederungsebene</a:t>
            </a:r>
          </a:p>
        </p:txBody>
      </p:sp>
      <p:sp>
        <p:nvSpPr>
          <p:cNvPr id="46" name="PlaceHolder 4"/>
          <p:cNvSpPr>
            <a:spLocks noGrp="1"/>
          </p:cNvSpPr>
          <p:nvPr>
            <p:ph type="dt" idx="15"/>
          </p:nvPr>
        </p:nvSpPr>
        <p:spPr>
          <a:xfrm>
            <a:off x="628560" y="4767120"/>
            <a:ext cx="2057040" cy="273600"/>
          </a:xfrm>
          <a:prstGeom prst="rect">
            <a:avLst/>
          </a:prstGeom>
          <a:noFill/>
          <a:ln w="0">
            <a:noFill/>
          </a:ln>
        </p:spPr>
        <p:txBody>
          <a:bodyPr lIns="68400" tIns="34200" rIns="68400" bIns="34200" anchor="ctr">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&lt;Datum/Uhrzeit&gt;</a:t>
            </a:r>
          </a:p>
        </p:txBody>
      </p:sp>
      <p:sp>
        <p:nvSpPr>
          <p:cNvPr id="47" name="PlaceHolder 5"/>
          <p:cNvSpPr>
            <a:spLocks noGrp="1"/>
          </p:cNvSpPr>
          <p:nvPr>
            <p:ph type="ftr" idx="16"/>
          </p:nvPr>
        </p:nvSpPr>
        <p:spPr>
          <a:xfrm>
            <a:off x="3029040" y="4767120"/>
            <a:ext cx="3085920" cy="273600"/>
          </a:xfrm>
          <a:prstGeom prst="rect">
            <a:avLst/>
          </a:prstGeom>
          <a:noFill/>
          <a:ln w="0">
            <a:noFill/>
          </a:ln>
        </p:spPr>
        <p:txBody>
          <a:bodyPr lIns="68400" tIns="34200" rIns="68400" bIns="3420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48" name="PlaceHolder 6"/>
          <p:cNvSpPr>
            <a:spLocks noGrp="1"/>
          </p:cNvSpPr>
          <p:nvPr>
            <p:ph type="sldNum" idx="17"/>
          </p:nvPr>
        </p:nvSpPr>
        <p:spPr>
          <a:xfrm>
            <a:off x="6458040" y="4767120"/>
            <a:ext cx="2057040" cy="273600"/>
          </a:xfrm>
          <a:prstGeom prst="rect">
            <a:avLst/>
          </a:prstGeom>
          <a:noFill/>
          <a:ln w="0">
            <a:noFill/>
          </a:ln>
        </p:spPr>
        <p:txBody>
          <a:bodyPr lIns="68400" tIns="34200" rIns="68400" bIns="34200" anchor="ctr">
            <a:no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8BF1717B-D161-46D4-859C-E8A8F0406582}" type="slidenum">
              <a:rPr lang="de" sz="900" b="0" strike="noStrike" spc="-1">
                <a:solidFill>
                  <a:srgbClr val="888888"/>
                </a:solidFill>
                <a:latin typeface="Calibri"/>
                <a:ea typeface="Calibri"/>
              </a:rPr>
              <a:t>‹#›</a:t>
            </a:fld>
            <a:endParaRPr lang="de-DE"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7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630000" y="343080"/>
            <a:ext cx="2948760" cy="1199880"/>
          </a:xfrm>
          <a:prstGeom prst="rect">
            <a:avLst/>
          </a:prstGeom>
          <a:noFill/>
          <a:ln w="0">
            <a:noFill/>
          </a:ln>
        </p:spPr>
        <p:txBody>
          <a:bodyPr lIns="68400" tIns="34200" rIns="68400" bIns="34200" anchor="b">
            <a:normAutofit/>
          </a:bodyPr>
          <a:lstStyle/>
          <a:p>
            <a:pPr indent="0">
              <a:buNone/>
            </a:pPr>
            <a:r>
              <a:rPr lang="de-DE" sz="2400" b="0" strike="noStrike" spc="-1">
                <a:solidFill>
                  <a:srgbClr val="000000"/>
                </a:solidFill>
                <a:latin typeface="Arial"/>
              </a:rPr>
              <a:t>Format des Titeltextes durch Klicken bearbeiten</a:t>
            </a:r>
          </a:p>
        </p:txBody>
      </p:sp>
      <p:sp>
        <p:nvSpPr>
          <p:cNvPr id="50" name="PlaceHolder 2"/>
          <p:cNvSpPr>
            <a:spLocks noGrp="1"/>
          </p:cNvSpPr>
          <p:nvPr>
            <p:ph type="body"/>
          </p:nvPr>
        </p:nvSpPr>
        <p:spPr>
          <a:xfrm>
            <a:off x="3887280" y="740520"/>
            <a:ext cx="4628880" cy="3654720"/>
          </a:xfrm>
          <a:prstGeom prst="rect">
            <a:avLst/>
          </a:prstGeom>
          <a:noFill/>
          <a:ln w="0">
            <a:noFill/>
          </a:ln>
        </p:spPr>
        <p:txBody>
          <a:bodyPr lIns="90000" tIns="45000" rIns="90000" bIns="45000" anchor="t">
            <a:normAutofit fontScale="98333" lnSpcReduction="10000"/>
          </a:bodyPr>
          <a:lstStyle/>
          <a:p>
            <a:pPr marL="432000" indent="-324000">
              <a:spcBef>
                <a:spcPts val="1417"/>
              </a:spcBef>
              <a:buClr>
                <a:srgbClr val="000000"/>
              </a:buClr>
              <a:buSzPct val="45000"/>
              <a:buFont typeface="Wingdings" charset="2"/>
              <a:buChar char=""/>
            </a:pPr>
            <a:r>
              <a:rPr lang="de-DE" sz="18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8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8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8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8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800" b="0" strike="noStrike" spc="-1">
                <a:solidFill>
                  <a:srgbClr val="000000"/>
                </a:solidFill>
                <a:latin typeface="Arial"/>
              </a:rPr>
              <a:t>Siebte Gliederungsebene</a:t>
            </a:r>
          </a:p>
        </p:txBody>
      </p:sp>
      <p:sp>
        <p:nvSpPr>
          <p:cNvPr id="51" name="PlaceHolder 3"/>
          <p:cNvSpPr>
            <a:spLocks noGrp="1"/>
          </p:cNvSpPr>
          <p:nvPr>
            <p:ph type="body"/>
          </p:nvPr>
        </p:nvSpPr>
        <p:spPr>
          <a:xfrm>
            <a:off x="630000" y="1542960"/>
            <a:ext cx="2948760" cy="2858400"/>
          </a:xfrm>
          <a:prstGeom prst="rect">
            <a:avLst/>
          </a:prstGeom>
          <a:noFill/>
          <a:ln w="0">
            <a:noFill/>
          </a:ln>
        </p:spPr>
        <p:txBody>
          <a:bodyPr lIns="68400" tIns="34200" rIns="68400" bIns="34200" anchor="t">
            <a:normAutofit fontScale="42533" lnSpcReduction="10000"/>
          </a:bodyPr>
          <a:lstStyle/>
          <a:p>
            <a:pPr marL="432000" indent="-324000">
              <a:spcBef>
                <a:spcPts val="1417"/>
              </a:spcBef>
              <a:buClr>
                <a:srgbClr val="000000"/>
              </a:buClr>
              <a:buSzPct val="45000"/>
              <a:buFont typeface="Wingdings" charset="2"/>
              <a:buChar char=""/>
            </a:pPr>
            <a:r>
              <a:rPr lang="de-DE" sz="12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2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2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2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2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2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200" b="0" strike="noStrike" spc="-1">
                <a:solidFill>
                  <a:srgbClr val="000000"/>
                </a:solidFill>
                <a:latin typeface="Arial"/>
              </a:rPr>
              <a:t>Siebte Gliederungsebene</a:t>
            </a:r>
          </a:p>
        </p:txBody>
      </p:sp>
      <p:sp>
        <p:nvSpPr>
          <p:cNvPr id="52" name="PlaceHolder 4"/>
          <p:cNvSpPr>
            <a:spLocks noGrp="1"/>
          </p:cNvSpPr>
          <p:nvPr>
            <p:ph type="dt" idx="18"/>
          </p:nvPr>
        </p:nvSpPr>
        <p:spPr>
          <a:xfrm>
            <a:off x="628560" y="4767120"/>
            <a:ext cx="2057040" cy="273600"/>
          </a:xfrm>
          <a:prstGeom prst="rect">
            <a:avLst/>
          </a:prstGeom>
          <a:noFill/>
          <a:ln w="0">
            <a:noFill/>
          </a:ln>
        </p:spPr>
        <p:txBody>
          <a:bodyPr lIns="68400" tIns="34200" rIns="68400" bIns="34200" anchor="ctr">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&lt;Datum/Uhrzeit&gt;</a:t>
            </a:r>
          </a:p>
        </p:txBody>
      </p:sp>
      <p:sp>
        <p:nvSpPr>
          <p:cNvPr id="53" name="PlaceHolder 5"/>
          <p:cNvSpPr>
            <a:spLocks noGrp="1"/>
          </p:cNvSpPr>
          <p:nvPr>
            <p:ph type="ftr" idx="19"/>
          </p:nvPr>
        </p:nvSpPr>
        <p:spPr>
          <a:xfrm>
            <a:off x="3029040" y="4767120"/>
            <a:ext cx="3085920" cy="273600"/>
          </a:xfrm>
          <a:prstGeom prst="rect">
            <a:avLst/>
          </a:prstGeom>
          <a:noFill/>
          <a:ln w="0">
            <a:noFill/>
          </a:ln>
        </p:spPr>
        <p:txBody>
          <a:bodyPr lIns="68400" tIns="34200" rIns="68400" bIns="3420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54" name="PlaceHolder 6"/>
          <p:cNvSpPr>
            <a:spLocks noGrp="1"/>
          </p:cNvSpPr>
          <p:nvPr>
            <p:ph type="sldNum" idx="20"/>
          </p:nvPr>
        </p:nvSpPr>
        <p:spPr>
          <a:xfrm>
            <a:off x="6458040" y="4767120"/>
            <a:ext cx="2057040" cy="273600"/>
          </a:xfrm>
          <a:prstGeom prst="rect">
            <a:avLst/>
          </a:prstGeom>
          <a:noFill/>
          <a:ln w="0">
            <a:noFill/>
          </a:ln>
        </p:spPr>
        <p:txBody>
          <a:bodyPr lIns="68400" tIns="34200" rIns="68400" bIns="34200" anchor="ctr">
            <a:no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A5DB44DD-ED09-498C-A95F-07E098ACD814}" type="slidenum">
              <a:rPr lang="de" sz="900" b="0" strike="noStrike" spc="-1">
                <a:solidFill>
                  <a:srgbClr val="888888"/>
                </a:solidFill>
                <a:latin typeface="Calibri"/>
                <a:ea typeface="Calibri"/>
              </a:rPr>
              <a:t>‹#›</a:t>
            </a:fld>
            <a:endParaRPr lang="de-DE"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7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5.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628560" y="273960"/>
            <a:ext cx="7886520" cy="993960"/>
          </a:xfrm>
          <a:prstGeom prst="rect">
            <a:avLst/>
          </a:prstGeom>
          <a:noFill/>
          <a:ln w="0">
            <a:noFill/>
          </a:ln>
        </p:spPr>
        <p:txBody>
          <a:bodyPr lIns="68400" tIns="34200" rIns="68400" bIns="34200" anchor="ctr">
            <a:normAutofit fontScale="90012"/>
          </a:bodyPr>
          <a:lstStyle/>
          <a:p>
            <a:pPr indent="0">
              <a:buNone/>
            </a:pPr>
            <a:r>
              <a:rPr lang="de-DE" sz="3300" b="0" strike="noStrike" spc="-1">
                <a:solidFill>
                  <a:srgbClr val="000000"/>
                </a:solidFill>
                <a:latin typeface="Arial"/>
              </a:rPr>
              <a:t>Format des Titeltextes durch Klicken bearbeiten</a:t>
            </a:r>
          </a:p>
        </p:txBody>
      </p:sp>
      <p:sp>
        <p:nvSpPr>
          <p:cNvPr id="56" name="PlaceHolder 2"/>
          <p:cNvSpPr>
            <a:spLocks noGrp="1"/>
          </p:cNvSpPr>
          <p:nvPr>
            <p:ph type="body"/>
          </p:nvPr>
        </p:nvSpPr>
        <p:spPr>
          <a:xfrm rot="5400000">
            <a:off x="2940480" y="-942480"/>
            <a:ext cx="3263040" cy="7886520"/>
          </a:xfrm>
          <a:prstGeom prst="rect">
            <a:avLst/>
          </a:prstGeom>
          <a:noFill/>
          <a:ln w="0">
            <a:noFill/>
          </a:ln>
        </p:spPr>
        <p:txBody>
          <a:bodyPr lIns="68400" tIns="34200" rIns="68400" bIns="34200" anchor="t">
            <a:normAutofit fontScale="37134" lnSpcReduction="20000"/>
          </a:bodyPr>
          <a:lstStyle/>
          <a:p>
            <a:pPr marL="432000" indent="-324000">
              <a:spcBef>
                <a:spcPts val="1417"/>
              </a:spcBef>
              <a:buClr>
                <a:srgbClr val="000000"/>
              </a:buClr>
              <a:buSzPct val="45000"/>
              <a:buFont typeface="Wingdings" charset="2"/>
              <a:buChar char=""/>
            </a:pPr>
            <a:r>
              <a:rPr lang="de-DE" sz="21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1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21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21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21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21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2100" b="0" strike="noStrike" spc="-1">
                <a:solidFill>
                  <a:srgbClr val="000000"/>
                </a:solidFill>
                <a:latin typeface="Arial"/>
              </a:rPr>
              <a:t>Siebte Gliederungsebene</a:t>
            </a:r>
          </a:p>
        </p:txBody>
      </p:sp>
      <p:sp>
        <p:nvSpPr>
          <p:cNvPr id="57" name="PlaceHolder 3"/>
          <p:cNvSpPr>
            <a:spLocks noGrp="1"/>
          </p:cNvSpPr>
          <p:nvPr>
            <p:ph type="dt" idx="21"/>
          </p:nvPr>
        </p:nvSpPr>
        <p:spPr>
          <a:xfrm>
            <a:off x="628560" y="4767120"/>
            <a:ext cx="2057040" cy="273600"/>
          </a:xfrm>
          <a:prstGeom prst="rect">
            <a:avLst/>
          </a:prstGeom>
          <a:noFill/>
          <a:ln w="0">
            <a:noFill/>
          </a:ln>
        </p:spPr>
        <p:txBody>
          <a:bodyPr lIns="68400" tIns="34200" rIns="68400" bIns="34200" anchor="ctr">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&lt;Datum/Uhrzeit&gt;</a:t>
            </a:r>
          </a:p>
        </p:txBody>
      </p:sp>
      <p:sp>
        <p:nvSpPr>
          <p:cNvPr id="58" name="PlaceHolder 4"/>
          <p:cNvSpPr>
            <a:spLocks noGrp="1"/>
          </p:cNvSpPr>
          <p:nvPr>
            <p:ph type="ftr" idx="22"/>
          </p:nvPr>
        </p:nvSpPr>
        <p:spPr>
          <a:xfrm>
            <a:off x="3029040" y="4767120"/>
            <a:ext cx="3085920" cy="273600"/>
          </a:xfrm>
          <a:prstGeom prst="rect">
            <a:avLst/>
          </a:prstGeom>
          <a:noFill/>
          <a:ln w="0">
            <a:noFill/>
          </a:ln>
        </p:spPr>
        <p:txBody>
          <a:bodyPr lIns="68400" tIns="34200" rIns="68400" bIns="3420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59" name="PlaceHolder 5"/>
          <p:cNvSpPr>
            <a:spLocks noGrp="1"/>
          </p:cNvSpPr>
          <p:nvPr>
            <p:ph type="sldNum" idx="23"/>
          </p:nvPr>
        </p:nvSpPr>
        <p:spPr>
          <a:xfrm>
            <a:off x="6458040" y="4767120"/>
            <a:ext cx="2057040" cy="273600"/>
          </a:xfrm>
          <a:prstGeom prst="rect">
            <a:avLst/>
          </a:prstGeom>
          <a:noFill/>
          <a:ln w="0">
            <a:noFill/>
          </a:ln>
        </p:spPr>
        <p:txBody>
          <a:bodyPr lIns="68400" tIns="34200" rIns="68400" bIns="34200" anchor="ctr">
            <a:no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15E3A1C8-7730-4DCE-ACA3-A67BB517B035}" type="slidenum">
              <a:rPr lang="de" sz="900" b="0" strike="noStrike" spc="-1">
                <a:solidFill>
                  <a:srgbClr val="888888"/>
                </a:solidFill>
                <a:latin typeface="Calibri"/>
                <a:ea typeface="Calibri"/>
              </a:rPr>
              <a:t>‹#›</a:t>
            </a:fld>
            <a:endParaRPr lang="de-DE"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7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6.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60" name="PlaceHolder 1"/>
          <p:cNvSpPr>
            <a:spLocks noGrp="1"/>
          </p:cNvSpPr>
          <p:nvPr>
            <p:ph type="title"/>
          </p:nvPr>
        </p:nvSpPr>
        <p:spPr>
          <a:xfrm rot="5400000">
            <a:off x="5350320" y="1467360"/>
            <a:ext cx="4358520" cy="1971360"/>
          </a:xfrm>
          <a:prstGeom prst="rect">
            <a:avLst/>
          </a:prstGeom>
          <a:noFill/>
          <a:ln w="0">
            <a:noFill/>
          </a:ln>
        </p:spPr>
        <p:txBody>
          <a:bodyPr lIns="68400" tIns="34200" rIns="68400" bIns="34200" anchor="ctr">
            <a:normAutofit/>
          </a:bodyPr>
          <a:lstStyle/>
          <a:p>
            <a:pPr indent="0">
              <a:buNone/>
            </a:pPr>
            <a:r>
              <a:rPr lang="de-DE" sz="3300" b="0" strike="noStrike" spc="-1">
                <a:solidFill>
                  <a:srgbClr val="000000"/>
                </a:solidFill>
                <a:latin typeface="Arial"/>
              </a:rPr>
              <a:t>Format des Titeltextes durch Klicken bearbeiten</a:t>
            </a:r>
          </a:p>
        </p:txBody>
      </p:sp>
      <p:sp>
        <p:nvSpPr>
          <p:cNvPr id="61" name="PlaceHolder 2"/>
          <p:cNvSpPr>
            <a:spLocks noGrp="1"/>
          </p:cNvSpPr>
          <p:nvPr>
            <p:ph type="body"/>
          </p:nvPr>
        </p:nvSpPr>
        <p:spPr>
          <a:xfrm rot="5400000">
            <a:off x="1349640" y="-446760"/>
            <a:ext cx="4358520" cy="5800320"/>
          </a:xfrm>
          <a:prstGeom prst="rect">
            <a:avLst/>
          </a:prstGeom>
          <a:noFill/>
          <a:ln w="0">
            <a:noFill/>
          </a:ln>
        </p:spPr>
        <p:txBody>
          <a:bodyPr lIns="68400" tIns="34200" rIns="68400" bIns="34200" anchor="t">
            <a:normAutofit fontScale="87123"/>
          </a:bodyPr>
          <a:lstStyle/>
          <a:p>
            <a:pPr marL="432000" indent="-324000">
              <a:spcBef>
                <a:spcPts val="1417"/>
              </a:spcBef>
              <a:buClr>
                <a:srgbClr val="000000"/>
              </a:buClr>
              <a:buSzPct val="45000"/>
              <a:buFont typeface="Wingdings" charset="2"/>
              <a:buChar char=""/>
            </a:pPr>
            <a:r>
              <a:rPr lang="de-DE" sz="21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1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21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21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21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21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2100" b="0" strike="noStrike" spc="-1">
                <a:solidFill>
                  <a:srgbClr val="000000"/>
                </a:solidFill>
                <a:latin typeface="Arial"/>
              </a:rPr>
              <a:t>Siebte Gliederungsebene</a:t>
            </a:r>
          </a:p>
        </p:txBody>
      </p:sp>
      <p:sp>
        <p:nvSpPr>
          <p:cNvPr id="62" name="PlaceHolder 3"/>
          <p:cNvSpPr>
            <a:spLocks noGrp="1"/>
          </p:cNvSpPr>
          <p:nvPr>
            <p:ph type="dt" idx="24"/>
          </p:nvPr>
        </p:nvSpPr>
        <p:spPr>
          <a:xfrm>
            <a:off x="628560" y="4767120"/>
            <a:ext cx="2057040" cy="273600"/>
          </a:xfrm>
          <a:prstGeom prst="rect">
            <a:avLst/>
          </a:prstGeom>
          <a:noFill/>
          <a:ln w="0">
            <a:noFill/>
          </a:ln>
        </p:spPr>
        <p:txBody>
          <a:bodyPr lIns="68400" tIns="34200" rIns="68400" bIns="34200" anchor="ctr">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&lt;Datum/Uhrzeit&gt;</a:t>
            </a:r>
          </a:p>
        </p:txBody>
      </p:sp>
      <p:sp>
        <p:nvSpPr>
          <p:cNvPr id="63" name="PlaceHolder 4"/>
          <p:cNvSpPr>
            <a:spLocks noGrp="1"/>
          </p:cNvSpPr>
          <p:nvPr>
            <p:ph type="ftr" idx="25"/>
          </p:nvPr>
        </p:nvSpPr>
        <p:spPr>
          <a:xfrm>
            <a:off x="3029040" y="4767120"/>
            <a:ext cx="3085920" cy="273600"/>
          </a:xfrm>
          <a:prstGeom prst="rect">
            <a:avLst/>
          </a:prstGeom>
          <a:noFill/>
          <a:ln w="0">
            <a:noFill/>
          </a:ln>
        </p:spPr>
        <p:txBody>
          <a:bodyPr lIns="68400" tIns="34200" rIns="68400" bIns="3420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64" name="PlaceHolder 5"/>
          <p:cNvSpPr>
            <a:spLocks noGrp="1"/>
          </p:cNvSpPr>
          <p:nvPr>
            <p:ph type="sldNum" idx="26"/>
          </p:nvPr>
        </p:nvSpPr>
        <p:spPr>
          <a:xfrm>
            <a:off x="6458040" y="4767120"/>
            <a:ext cx="2057040" cy="273600"/>
          </a:xfrm>
          <a:prstGeom prst="rect">
            <a:avLst/>
          </a:prstGeom>
          <a:noFill/>
          <a:ln w="0">
            <a:noFill/>
          </a:ln>
        </p:spPr>
        <p:txBody>
          <a:bodyPr lIns="68400" tIns="34200" rIns="68400" bIns="34200" anchor="ctr">
            <a:no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8AAACAB6-EBEE-474B-81E5-8EB5C52E09E7}" type="slidenum">
              <a:rPr lang="de" sz="900" b="0" strike="noStrike" spc="-1">
                <a:solidFill>
                  <a:srgbClr val="888888"/>
                </a:solidFill>
                <a:latin typeface="Calibri"/>
                <a:ea typeface="Calibri"/>
              </a:rPr>
              <a:t>‹#›</a:t>
            </a:fld>
            <a:endParaRPr lang="de-DE"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7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7.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65" name="PlaceHolder 1"/>
          <p:cNvSpPr>
            <a:spLocks noGrp="1"/>
          </p:cNvSpPr>
          <p:nvPr>
            <p:ph type="dt" idx="27"/>
          </p:nvPr>
        </p:nvSpPr>
        <p:spPr>
          <a:xfrm>
            <a:off x="628560" y="4767120"/>
            <a:ext cx="2057040" cy="273600"/>
          </a:xfrm>
          <a:prstGeom prst="rect">
            <a:avLst/>
          </a:prstGeom>
          <a:noFill/>
          <a:ln w="0">
            <a:noFill/>
          </a:ln>
        </p:spPr>
        <p:txBody>
          <a:bodyPr lIns="68400" tIns="34200" rIns="68400" bIns="34200" anchor="ctr">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&lt;Datum/Uhrzeit&gt;</a:t>
            </a:r>
          </a:p>
        </p:txBody>
      </p:sp>
      <p:sp>
        <p:nvSpPr>
          <p:cNvPr id="66" name="PlaceHolder 2"/>
          <p:cNvSpPr>
            <a:spLocks noGrp="1"/>
          </p:cNvSpPr>
          <p:nvPr>
            <p:ph type="ftr" idx="28"/>
          </p:nvPr>
        </p:nvSpPr>
        <p:spPr>
          <a:xfrm>
            <a:off x="3029040" y="4767120"/>
            <a:ext cx="3085920" cy="273600"/>
          </a:xfrm>
          <a:prstGeom prst="rect">
            <a:avLst/>
          </a:prstGeom>
          <a:noFill/>
          <a:ln w="0">
            <a:noFill/>
          </a:ln>
        </p:spPr>
        <p:txBody>
          <a:bodyPr lIns="68400" tIns="34200" rIns="68400" bIns="3420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67" name="PlaceHolder 3"/>
          <p:cNvSpPr>
            <a:spLocks noGrp="1"/>
          </p:cNvSpPr>
          <p:nvPr>
            <p:ph type="sldNum" idx="29"/>
          </p:nvPr>
        </p:nvSpPr>
        <p:spPr>
          <a:xfrm>
            <a:off x="6458040" y="4767120"/>
            <a:ext cx="2057040" cy="273600"/>
          </a:xfrm>
          <a:prstGeom prst="rect">
            <a:avLst/>
          </a:prstGeom>
          <a:noFill/>
          <a:ln w="0">
            <a:noFill/>
          </a:ln>
        </p:spPr>
        <p:txBody>
          <a:bodyPr lIns="68400" tIns="34200" rIns="68400" bIns="34200" anchor="ctr">
            <a:no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D42DA7B4-D24A-472F-89A4-3C54845B251A}" type="slidenum">
              <a:rPr lang="de" sz="900" b="0" strike="noStrike" spc="-1">
                <a:solidFill>
                  <a:srgbClr val="888888"/>
                </a:solidFill>
                <a:latin typeface="Calibri"/>
                <a:ea typeface="Calibri"/>
              </a:rPr>
              <a:t>‹#›</a:t>
            </a:fld>
            <a:endParaRPr lang="de-DE" sz="900" b="0" strike="noStrike" spc="-1">
              <a:solidFill>
                <a:srgbClr val="000000"/>
              </a:solidFill>
              <a:latin typeface="Times New Roman"/>
            </a:endParaRPr>
          </a:p>
        </p:txBody>
      </p:sp>
      <p:sp>
        <p:nvSpPr>
          <p:cNvPr id="68" name="PlaceHolder 4"/>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buNone/>
            </a:pPr>
            <a:r>
              <a:rPr lang="de-DE" sz="1400" b="0" strike="noStrike" spc="-1">
                <a:solidFill>
                  <a:srgbClr val="000000"/>
                </a:solidFill>
                <a:latin typeface="Arial"/>
              </a:rPr>
              <a:t>Format des Titeltextes durch Klicken bearbeiten</a:t>
            </a:r>
          </a:p>
        </p:txBody>
      </p:sp>
      <p:sp>
        <p:nvSpPr>
          <p:cNvPr id="69" name="PlaceHolder 5"/>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4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4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4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4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20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20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2000" b="0" strike="noStrike" spc="-1">
                <a:solidFill>
                  <a:srgbClr val="000000"/>
                </a:solidFill>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8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8.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0" name="PlaceHolder 1"/>
          <p:cNvSpPr>
            <a:spLocks noGrp="1"/>
          </p:cNvSpPr>
          <p:nvPr>
            <p:ph type="title"/>
          </p:nvPr>
        </p:nvSpPr>
        <p:spPr>
          <a:xfrm>
            <a:off x="311760" y="2151000"/>
            <a:ext cx="8520120" cy="841320"/>
          </a:xfrm>
          <a:prstGeom prst="rect">
            <a:avLst/>
          </a:prstGeom>
          <a:noFill/>
          <a:ln w="0">
            <a:noFill/>
          </a:ln>
        </p:spPr>
        <p:txBody>
          <a:bodyPr lIns="68400" tIns="68400" rIns="68400" bIns="68400" anchor="ctr">
            <a:normAutofit fontScale="85833"/>
          </a:bodyPr>
          <a:lstStyle/>
          <a:p>
            <a:pPr indent="0">
              <a:buNone/>
            </a:pPr>
            <a:r>
              <a:rPr lang="de-DE" sz="3600" b="0" strike="noStrike" spc="-1">
                <a:solidFill>
                  <a:srgbClr val="000000"/>
                </a:solidFill>
                <a:latin typeface="Arial"/>
              </a:rPr>
              <a:t>Format des Titeltextes durch Klicken bearbeiten</a:t>
            </a:r>
          </a:p>
        </p:txBody>
      </p:sp>
      <p:sp>
        <p:nvSpPr>
          <p:cNvPr id="71" name="PlaceHolder 2"/>
          <p:cNvSpPr>
            <a:spLocks noGrp="1"/>
          </p:cNvSpPr>
          <p:nvPr>
            <p:ph type="sldNum" idx="30"/>
          </p:nvPr>
        </p:nvSpPr>
        <p:spPr>
          <a:xfrm>
            <a:off x="8472600" y="4663080"/>
            <a:ext cx="548280" cy="393120"/>
          </a:xfrm>
          <a:prstGeom prst="rect">
            <a:avLst/>
          </a:prstGeom>
          <a:noFill/>
          <a:ln w="0">
            <a:noFill/>
          </a:ln>
        </p:spPr>
        <p:txBody>
          <a:bodyPr lIns="68400" tIns="68400" rIns="68400" bIns="68400" anchor="ctr">
            <a:norm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52B1F794-F55C-46FA-A831-C804D766E224}" type="slidenum">
              <a:rPr lang="de" sz="900" b="0" strike="noStrike" spc="-1">
                <a:solidFill>
                  <a:srgbClr val="888888"/>
                </a:solidFill>
                <a:latin typeface="Calibri"/>
                <a:ea typeface="Calibri"/>
              </a:rPr>
              <a:t>‹#›</a:t>
            </a:fld>
            <a:endParaRPr lang="de-DE"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8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9.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2" name="PlaceHolder 1"/>
          <p:cNvSpPr>
            <a:spLocks noGrp="1"/>
          </p:cNvSpPr>
          <p:nvPr>
            <p:ph type="title"/>
          </p:nvPr>
        </p:nvSpPr>
        <p:spPr>
          <a:xfrm>
            <a:off x="628560" y="273960"/>
            <a:ext cx="7886520" cy="993960"/>
          </a:xfrm>
          <a:prstGeom prst="rect">
            <a:avLst/>
          </a:prstGeom>
          <a:noFill/>
          <a:ln w="0">
            <a:noFill/>
          </a:ln>
        </p:spPr>
        <p:txBody>
          <a:bodyPr lIns="68400" tIns="34200" rIns="68400" bIns="34200" anchor="ctr">
            <a:normAutofit fontScale="90012"/>
          </a:bodyPr>
          <a:lstStyle/>
          <a:p>
            <a:pPr indent="0">
              <a:buNone/>
            </a:pPr>
            <a:r>
              <a:rPr lang="de-DE" sz="3300" b="0" strike="noStrike" spc="-1">
                <a:solidFill>
                  <a:srgbClr val="000000"/>
                </a:solidFill>
                <a:latin typeface="Arial"/>
              </a:rPr>
              <a:t>Format des Titeltextes durch Klicken bearbeiten</a:t>
            </a:r>
          </a:p>
        </p:txBody>
      </p:sp>
      <p:sp>
        <p:nvSpPr>
          <p:cNvPr id="73" name="PlaceHolder 2"/>
          <p:cNvSpPr>
            <a:spLocks noGrp="1"/>
          </p:cNvSpPr>
          <p:nvPr>
            <p:ph type="body"/>
          </p:nvPr>
        </p:nvSpPr>
        <p:spPr>
          <a:xfrm>
            <a:off x="628560" y="1369080"/>
            <a:ext cx="7886520" cy="3263040"/>
          </a:xfrm>
          <a:prstGeom prst="rect">
            <a:avLst/>
          </a:prstGeom>
          <a:noFill/>
          <a:ln w="0">
            <a:noFill/>
          </a:ln>
        </p:spPr>
        <p:txBody>
          <a:bodyPr lIns="68400" tIns="34200" rIns="68400" bIns="34200" anchor="t">
            <a:normAutofit/>
          </a:bodyPr>
          <a:lstStyle/>
          <a:p>
            <a:pPr marL="432000" indent="-324000">
              <a:spcBef>
                <a:spcPts val="1417"/>
              </a:spcBef>
              <a:buClr>
                <a:srgbClr val="000000"/>
              </a:buClr>
              <a:buSzPct val="45000"/>
              <a:buFont typeface="Wingdings" charset="2"/>
              <a:buChar char=""/>
            </a:pPr>
            <a:r>
              <a:rPr lang="de-DE" sz="21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1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21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21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21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21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2100" b="0" strike="noStrike" spc="-1">
                <a:solidFill>
                  <a:srgbClr val="000000"/>
                </a:solidFill>
                <a:latin typeface="Arial"/>
              </a:rPr>
              <a:t>Siebte Gliederungsebene</a:t>
            </a:r>
          </a:p>
        </p:txBody>
      </p:sp>
      <p:sp>
        <p:nvSpPr>
          <p:cNvPr id="74" name="PlaceHolder 3"/>
          <p:cNvSpPr>
            <a:spLocks noGrp="1"/>
          </p:cNvSpPr>
          <p:nvPr>
            <p:ph type="dt" idx="31"/>
          </p:nvPr>
        </p:nvSpPr>
        <p:spPr>
          <a:xfrm>
            <a:off x="628560" y="4767120"/>
            <a:ext cx="2057040" cy="273600"/>
          </a:xfrm>
          <a:prstGeom prst="rect">
            <a:avLst/>
          </a:prstGeom>
          <a:noFill/>
          <a:ln w="0">
            <a:noFill/>
          </a:ln>
        </p:spPr>
        <p:txBody>
          <a:bodyPr lIns="68400" tIns="34200" rIns="68400" bIns="34200" anchor="ctr">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&lt;Datum/Uhrzeit&gt;</a:t>
            </a:r>
          </a:p>
        </p:txBody>
      </p:sp>
      <p:sp>
        <p:nvSpPr>
          <p:cNvPr id="75" name="PlaceHolder 4"/>
          <p:cNvSpPr>
            <a:spLocks noGrp="1"/>
          </p:cNvSpPr>
          <p:nvPr>
            <p:ph type="ftr" idx="32"/>
          </p:nvPr>
        </p:nvSpPr>
        <p:spPr>
          <a:xfrm>
            <a:off x="3029040" y="4767120"/>
            <a:ext cx="3085920" cy="273600"/>
          </a:xfrm>
          <a:prstGeom prst="rect">
            <a:avLst/>
          </a:prstGeom>
          <a:noFill/>
          <a:ln w="0">
            <a:noFill/>
          </a:ln>
        </p:spPr>
        <p:txBody>
          <a:bodyPr lIns="68400" tIns="34200" rIns="68400" bIns="3420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76" name="PlaceHolder 5"/>
          <p:cNvSpPr>
            <a:spLocks noGrp="1"/>
          </p:cNvSpPr>
          <p:nvPr>
            <p:ph type="sldNum" idx="33"/>
          </p:nvPr>
        </p:nvSpPr>
        <p:spPr>
          <a:xfrm>
            <a:off x="6458040" y="4767120"/>
            <a:ext cx="2057040" cy="273600"/>
          </a:xfrm>
          <a:prstGeom prst="rect">
            <a:avLst/>
          </a:prstGeom>
          <a:noFill/>
          <a:ln w="0">
            <a:noFill/>
          </a:ln>
        </p:spPr>
        <p:txBody>
          <a:bodyPr lIns="68400" tIns="34200" rIns="68400" bIns="34200" anchor="ctr">
            <a:no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40161189-8BA4-4720-AFB1-58ECF6425EA4}" type="slidenum">
              <a:rPr lang="de" sz="900" b="0" strike="noStrike" spc="-1">
                <a:solidFill>
                  <a:srgbClr val="888888"/>
                </a:solidFill>
                <a:latin typeface="Calibri"/>
                <a:ea typeface="Calibri"/>
              </a:rPr>
              <a:t>‹#›</a:t>
            </a:fld>
            <a:endParaRPr lang="de-DE"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8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0.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9" name="PlaceHolder 1"/>
          <p:cNvSpPr>
            <a:spLocks noGrp="1"/>
          </p:cNvSpPr>
          <p:nvPr>
            <p:ph type="title"/>
          </p:nvPr>
        </p:nvSpPr>
        <p:spPr>
          <a:xfrm>
            <a:off x="311760" y="444960"/>
            <a:ext cx="8520120" cy="572400"/>
          </a:xfrm>
          <a:prstGeom prst="rect">
            <a:avLst/>
          </a:prstGeom>
          <a:noFill/>
          <a:ln w="0">
            <a:noFill/>
          </a:ln>
        </p:spPr>
        <p:txBody>
          <a:bodyPr lIns="68400" tIns="68400" rIns="68400" bIns="68400" anchor="t">
            <a:normAutofit fontScale="86982"/>
          </a:bodyPr>
          <a:lstStyle/>
          <a:p>
            <a:pPr indent="0">
              <a:buNone/>
            </a:pPr>
            <a:r>
              <a:rPr lang="de-DE" sz="3300" b="0" strike="noStrike" spc="-1">
                <a:solidFill>
                  <a:srgbClr val="000000"/>
                </a:solidFill>
                <a:latin typeface="Arial"/>
              </a:rPr>
              <a:t>Format des Titeltextes durch Klicken bearbeiten</a:t>
            </a:r>
          </a:p>
        </p:txBody>
      </p:sp>
      <p:sp>
        <p:nvSpPr>
          <p:cNvPr id="80" name="PlaceHolder 2"/>
          <p:cNvSpPr>
            <a:spLocks noGrp="1"/>
          </p:cNvSpPr>
          <p:nvPr>
            <p:ph type="body"/>
          </p:nvPr>
        </p:nvSpPr>
        <p:spPr>
          <a:xfrm>
            <a:off x="311760" y="1152360"/>
            <a:ext cx="8520120" cy="3416040"/>
          </a:xfrm>
          <a:prstGeom prst="rect">
            <a:avLst/>
          </a:prstGeom>
          <a:noFill/>
          <a:ln w="0">
            <a:noFill/>
          </a:ln>
        </p:spPr>
        <p:txBody>
          <a:bodyPr lIns="68400" tIns="68400" rIns="68400" bIns="68400" anchor="t">
            <a:normAutofit/>
          </a:bodyPr>
          <a:lstStyle/>
          <a:p>
            <a:pPr marL="432000" indent="-324000">
              <a:spcBef>
                <a:spcPts val="1417"/>
              </a:spcBef>
              <a:buClr>
                <a:srgbClr val="000000"/>
              </a:buClr>
              <a:buSzPct val="45000"/>
              <a:buFont typeface="Wingdings" charset="2"/>
              <a:buChar char=""/>
            </a:pPr>
            <a:r>
              <a:rPr lang="de-DE" sz="21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1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21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21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21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21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2100" b="0" strike="noStrike" spc="-1">
                <a:solidFill>
                  <a:srgbClr val="000000"/>
                </a:solidFill>
                <a:latin typeface="Arial"/>
              </a:rPr>
              <a:t>Siebte Gliederungsebene</a:t>
            </a:r>
          </a:p>
        </p:txBody>
      </p:sp>
      <p:sp>
        <p:nvSpPr>
          <p:cNvPr id="81" name="PlaceHolder 3"/>
          <p:cNvSpPr>
            <a:spLocks noGrp="1"/>
          </p:cNvSpPr>
          <p:nvPr>
            <p:ph type="sldNum" idx="34"/>
          </p:nvPr>
        </p:nvSpPr>
        <p:spPr>
          <a:xfrm>
            <a:off x="8472600" y="4663080"/>
            <a:ext cx="548280" cy="393120"/>
          </a:xfrm>
          <a:prstGeom prst="rect">
            <a:avLst/>
          </a:prstGeom>
          <a:noFill/>
          <a:ln w="0">
            <a:noFill/>
          </a:ln>
        </p:spPr>
        <p:txBody>
          <a:bodyPr lIns="68400" tIns="68400" rIns="68400" bIns="68400" anchor="ctr">
            <a:norm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8386D60A-9EA2-4896-A377-665134227667}" type="slidenum">
              <a:rPr lang="de" sz="900" b="0" strike="noStrike" spc="-1">
                <a:solidFill>
                  <a:srgbClr val="888888"/>
                </a:solidFill>
                <a:latin typeface="Calibri"/>
                <a:ea typeface="Calibri"/>
              </a:rPr>
              <a:t>‹#›</a:t>
            </a:fld>
            <a:endParaRPr lang="de-DE"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8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84" name="PlaceHolder 1"/>
          <p:cNvSpPr>
            <a:spLocks noGrp="1"/>
          </p:cNvSpPr>
          <p:nvPr>
            <p:ph type="title"/>
          </p:nvPr>
        </p:nvSpPr>
        <p:spPr>
          <a:xfrm>
            <a:off x="623880" y="1282320"/>
            <a:ext cx="7886520" cy="2139120"/>
          </a:xfrm>
          <a:prstGeom prst="rect">
            <a:avLst/>
          </a:prstGeom>
          <a:noFill/>
          <a:ln w="0">
            <a:noFill/>
          </a:ln>
        </p:spPr>
        <p:txBody>
          <a:bodyPr lIns="68400" tIns="34200" rIns="68400" bIns="34200" anchor="b">
            <a:normAutofit/>
          </a:bodyPr>
          <a:lstStyle/>
          <a:p>
            <a:pPr indent="0">
              <a:buNone/>
            </a:pPr>
            <a:r>
              <a:rPr lang="de-DE" sz="4500" b="0" strike="noStrike" spc="-1">
                <a:solidFill>
                  <a:srgbClr val="000000"/>
                </a:solidFill>
                <a:latin typeface="Arial"/>
              </a:rPr>
              <a:t>Format des Titeltextes durch Klicken bearbeiten</a:t>
            </a:r>
          </a:p>
        </p:txBody>
      </p:sp>
      <p:sp>
        <p:nvSpPr>
          <p:cNvPr id="85" name="PlaceHolder 2"/>
          <p:cNvSpPr>
            <a:spLocks noGrp="1"/>
          </p:cNvSpPr>
          <p:nvPr>
            <p:ph type="body"/>
          </p:nvPr>
        </p:nvSpPr>
        <p:spPr>
          <a:xfrm>
            <a:off x="623880" y="3441960"/>
            <a:ext cx="7886520" cy="1125000"/>
          </a:xfrm>
          <a:prstGeom prst="rect">
            <a:avLst/>
          </a:prstGeom>
          <a:noFill/>
          <a:ln w="0">
            <a:noFill/>
          </a:ln>
        </p:spPr>
        <p:txBody>
          <a:bodyPr lIns="68400" tIns="34200" rIns="68400" bIns="34200" anchor="t">
            <a:normAutofit fontScale="31111"/>
          </a:bodyPr>
          <a:lstStyle/>
          <a:p>
            <a:pPr marL="432000" indent="-324000">
              <a:spcBef>
                <a:spcPts val="1417"/>
              </a:spcBef>
              <a:buClr>
                <a:srgbClr val="000000"/>
              </a:buClr>
              <a:buSzPct val="45000"/>
              <a:buFont typeface="Wingdings" charset="2"/>
              <a:buChar char=""/>
            </a:pPr>
            <a:r>
              <a:rPr lang="de-DE" sz="18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8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8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8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8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800" b="0" strike="noStrike" spc="-1">
                <a:solidFill>
                  <a:srgbClr val="000000"/>
                </a:solidFill>
                <a:latin typeface="Arial"/>
              </a:rPr>
              <a:t>Siebte Gliederungsebene</a:t>
            </a:r>
          </a:p>
        </p:txBody>
      </p:sp>
      <p:sp>
        <p:nvSpPr>
          <p:cNvPr id="86" name="PlaceHolder 3"/>
          <p:cNvSpPr>
            <a:spLocks noGrp="1"/>
          </p:cNvSpPr>
          <p:nvPr>
            <p:ph type="dt" idx="35"/>
          </p:nvPr>
        </p:nvSpPr>
        <p:spPr>
          <a:xfrm>
            <a:off x="628560" y="4767120"/>
            <a:ext cx="2057040" cy="273600"/>
          </a:xfrm>
          <a:prstGeom prst="rect">
            <a:avLst/>
          </a:prstGeom>
          <a:noFill/>
          <a:ln w="0">
            <a:noFill/>
          </a:ln>
        </p:spPr>
        <p:txBody>
          <a:bodyPr lIns="68400" tIns="34200" rIns="68400" bIns="34200" anchor="ctr">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&lt;Datum/Uhrzeit&gt;</a:t>
            </a:r>
          </a:p>
        </p:txBody>
      </p:sp>
      <p:sp>
        <p:nvSpPr>
          <p:cNvPr id="87" name="PlaceHolder 4"/>
          <p:cNvSpPr>
            <a:spLocks noGrp="1"/>
          </p:cNvSpPr>
          <p:nvPr>
            <p:ph type="ftr" idx="36"/>
          </p:nvPr>
        </p:nvSpPr>
        <p:spPr>
          <a:xfrm>
            <a:off x="3029040" y="4767120"/>
            <a:ext cx="3085920" cy="273600"/>
          </a:xfrm>
          <a:prstGeom prst="rect">
            <a:avLst/>
          </a:prstGeom>
          <a:noFill/>
          <a:ln w="0">
            <a:noFill/>
          </a:ln>
        </p:spPr>
        <p:txBody>
          <a:bodyPr lIns="68400" tIns="34200" rIns="68400" bIns="3420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88" name="PlaceHolder 5"/>
          <p:cNvSpPr>
            <a:spLocks noGrp="1"/>
          </p:cNvSpPr>
          <p:nvPr>
            <p:ph type="sldNum" idx="37"/>
          </p:nvPr>
        </p:nvSpPr>
        <p:spPr>
          <a:xfrm>
            <a:off x="6458040" y="4767120"/>
            <a:ext cx="2057040" cy="273600"/>
          </a:xfrm>
          <a:prstGeom prst="rect">
            <a:avLst/>
          </a:prstGeom>
          <a:noFill/>
          <a:ln w="0">
            <a:noFill/>
          </a:ln>
        </p:spPr>
        <p:txBody>
          <a:bodyPr lIns="68400" tIns="34200" rIns="68400" bIns="34200" anchor="ctr">
            <a:no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BF3738DD-C31D-4BE2-87FC-0CFCC7795058}" type="slidenum">
              <a:rPr lang="de" sz="900" b="0" strike="noStrike" spc="-1">
                <a:solidFill>
                  <a:srgbClr val="888888"/>
                </a:solidFill>
                <a:latin typeface="Calibri"/>
                <a:ea typeface="Calibri"/>
              </a:rPr>
              <a:t>‹#›</a:t>
            </a:fld>
            <a:endParaRPr lang="de-DE"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8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89" name="PlaceHolder 1"/>
          <p:cNvSpPr>
            <a:spLocks noGrp="1"/>
          </p:cNvSpPr>
          <p:nvPr>
            <p:ph type="title"/>
          </p:nvPr>
        </p:nvSpPr>
        <p:spPr>
          <a:xfrm>
            <a:off x="628560" y="273960"/>
            <a:ext cx="7886520" cy="993960"/>
          </a:xfrm>
          <a:prstGeom prst="rect">
            <a:avLst/>
          </a:prstGeom>
          <a:noFill/>
          <a:ln w="0">
            <a:noFill/>
          </a:ln>
        </p:spPr>
        <p:txBody>
          <a:bodyPr lIns="68400" tIns="34200" rIns="68400" bIns="34200" anchor="ctr">
            <a:normAutofit fontScale="90012"/>
          </a:bodyPr>
          <a:lstStyle/>
          <a:p>
            <a:pPr indent="0">
              <a:buNone/>
            </a:pPr>
            <a:r>
              <a:rPr lang="de-DE" sz="3300" b="0" strike="noStrike" spc="-1">
                <a:solidFill>
                  <a:srgbClr val="000000"/>
                </a:solidFill>
                <a:latin typeface="Arial"/>
              </a:rPr>
              <a:t>Format des Titeltextes durch Klicken bearbeiten</a:t>
            </a:r>
          </a:p>
        </p:txBody>
      </p:sp>
      <p:sp>
        <p:nvSpPr>
          <p:cNvPr id="90" name="PlaceHolder 2"/>
          <p:cNvSpPr>
            <a:spLocks noGrp="1"/>
          </p:cNvSpPr>
          <p:nvPr>
            <p:ph type="body"/>
          </p:nvPr>
        </p:nvSpPr>
        <p:spPr>
          <a:xfrm>
            <a:off x="628560" y="1369080"/>
            <a:ext cx="3885840" cy="3263040"/>
          </a:xfrm>
          <a:prstGeom prst="rect">
            <a:avLst/>
          </a:prstGeom>
          <a:noFill/>
          <a:ln w="0">
            <a:noFill/>
          </a:ln>
        </p:spPr>
        <p:txBody>
          <a:bodyPr lIns="68400" tIns="34200" rIns="68400" bIns="34200" anchor="t">
            <a:normAutofit fontScale="68556" lnSpcReduction="10000"/>
          </a:bodyPr>
          <a:lstStyle/>
          <a:p>
            <a:pPr marL="432000" indent="-324000">
              <a:spcBef>
                <a:spcPts val="1417"/>
              </a:spcBef>
              <a:buClr>
                <a:srgbClr val="000000"/>
              </a:buClr>
              <a:buSzPct val="45000"/>
              <a:buFont typeface="Wingdings" charset="2"/>
              <a:buChar char=""/>
            </a:pPr>
            <a:r>
              <a:rPr lang="de-DE" sz="21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1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21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21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21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21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2100" b="0" strike="noStrike" spc="-1">
                <a:solidFill>
                  <a:srgbClr val="000000"/>
                </a:solidFill>
                <a:latin typeface="Arial"/>
              </a:rPr>
              <a:t>Siebte Gliederungsebene</a:t>
            </a:r>
          </a:p>
        </p:txBody>
      </p:sp>
      <p:sp>
        <p:nvSpPr>
          <p:cNvPr id="91" name="PlaceHolder 3"/>
          <p:cNvSpPr>
            <a:spLocks noGrp="1"/>
          </p:cNvSpPr>
          <p:nvPr>
            <p:ph type="body"/>
          </p:nvPr>
        </p:nvSpPr>
        <p:spPr>
          <a:xfrm>
            <a:off x="4629240" y="1369080"/>
            <a:ext cx="3885840" cy="3263040"/>
          </a:xfrm>
          <a:prstGeom prst="rect">
            <a:avLst/>
          </a:prstGeom>
          <a:noFill/>
          <a:ln w="0">
            <a:noFill/>
          </a:ln>
        </p:spPr>
        <p:txBody>
          <a:bodyPr lIns="68400" tIns="34200" rIns="68400" bIns="34200" anchor="t">
            <a:normAutofit fontScale="68556" lnSpcReduction="10000"/>
          </a:bodyPr>
          <a:lstStyle/>
          <a:p>
            <a:pPr marL="432000" indent="-324000">
              <a:spcBef>
                <a:spcPts val="1417"/>
              </a:spcBef>
              <a:buClr>
                <a:srgbClr val="000000"/>
              </a:buClr>
              <a:buSzPct val="45000"/>
              <a:buFont typeface="Wingdings" charset="2"/>
              <a:buChar char=""/>
            </a:pPr>
            <a:r>
              <a:rPr lang="de-DE" sz="21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1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21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21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21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21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2100" b="0" strike="noStrike" spc="-1">
                <a:solidFill>
                  <a:srgbClr val="000000"/>
                </a:solidFill>
                <a:latin typeface="Arial"/>
              </a:rPr>
              <a:t>Siebte Gliederungsebene</a:t>
            </a:r>
          </a:p>
        </p:txBody>
      </p:sp>
      <p:sp>
        <p:nvSpPr>
          <p:cNvPr id="92" name="PlaceHolder 4"/>
          <p:cNvSpPr>
            <a:spLocks noGrp="1"/>
          </p:cNvSpPr>
          <p:nvPr>
            <p:ph type="dt" idx="38"/>
          </p:nvPr>
        </p:nvSpPr>
        <p:spPr>
          <a:xfrm>
            <a:off x="628560" y="4767120"/>
            <a:ext cx="2057040" cy="273600"/>
          </a:xfrm>
          <a:prstGeom prst="rect">
            <a:avLst/>
          </a:prstGeom>
          <a:noFill/>
          <a:ln w="0">
            <a:noFill/>
          </a:ln>
        </p:spPr>
        <p:txBody>
          <a:bodyPr lIns="68400" tIns="34200" rIns="68400" bIns="34200" anchor="ctr">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&lt;Datum/Uhrzeit&gt;</a:t>
            </a:r>
          </a:p>
        </p:txBody>
      </p:sp>
      <p:sp>
        <p:nvSpPr>
          <p:cNvPr id="93" name="PlaceHolder 5"/>
          <p:cNvSpPr>
            <a:spLocks noGrp="1"/>
          </p:cNvSpPr>
          <p:nvPr>
            <p:ph type="ftr" idx="39"/>
          </p:nvPr>
        </p:nvSpPr>
        <p:spPr>
          <a:xfrm>
            <a:off x="3029040" y="4767120"/>
            <a:ext cx="3085920" cy="273600"/>
          </a:xfrm>
          <a:prstGeom prst="rect">
            <a:avLst/>
          </a:prstGeom>
          <a:noFill/>
          <a:ln w="0">
            <a:noFill/>
          </a:ln>
        </p:spPr>
        <p:txBody>
          <a:bodyPr lIns="68400" tIns="34200" rIns="68400" bIns="3420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94" name="PlaceHolder 6"/>
          <p:cNvSpPr>
            <a:spLocks noGrp="1"/>
          </p:cNvSpPr>
          <p:nvPr>
            <p:ph type="sldNum" idx="40"/>
          </p:nvPr>
        </p:nvSpPr>
        <p:spPr>
          <a:xfrm>
            <a:off x="6458040" y="4767120"/>
            <a:ext cx="2057040" cy="273600"/>
          </a:xfrm>
          <a:prstGeom prst="rect">
            <a:avLst/>
          </a:prstGeom>
          <a:noFill/>
          <a:ln w="0">
            <a:noFill/>
          </a:ln>
        </p:spPr>
        <p:txBody>
          <a:bodyPr lIns="68400" tIns="34200" rIns="68400" bIns="34200" anchor="ctr">
            <a:no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A4530249-2C8B-46D5-A732-96454D6B5063}" type="slidenum">
              <a:rPr lang="de" sz="900" b="0" strike="noStrike" spc="-1">
                <a:solidFill>
                  <a:srgbClr val="888888"/>
                </a:solidFill>
                <a:latin typeface="Calibri"/>
                <a:ea typeface="Calibri"/>
              </a:rPr>
              <a:t>‹#›</a:t>
            </a:fld>
            <a:endParaRPr lang="de-DE"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9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98" name="PlaceHolder 1"/>
          <p:cNvSpPr>
            <a:spLocks noGrp="1"/>
          </p:cNvSpPr>
          <p:nvPr>
            <p:ph type="title"/>
          </p:nvPr>
        </p:nvSpPr>
        <p:spPr>
          <a:xfrm>
            <a:off x="630000" y="273960"/>
            <a:ext cx="7886520" cy="993960"/>
          </a:xfrm>
          <a:prstGeom prst="rect">
            <a:avLst/>
          </a:prstGeom>
          <a:noFill/>
          <a:ln w="0">
            <a:noFill/>
          </a:ln>
        </p:spPr>
        <p:txBody>
          <a:bodyPr lIns="68400" tIns="34200" rIns="68400" bIns="34200" anchor="ctr">
            <a:normAutofit fontScale="90012"/>
          </a:bodyPr>
          <a:lstStyle/>
          <a:p>
            <a:pPr indent="0">
              <a:buNone/>
            </a:pPr>
            <a:r>
              <a:rPr lang="de-DE" sz="3300" b="0" strike="noStrike" spc="-1">
                <a:solidFill>
                  <a:srgbClr val="000000"/>
                </a:solidFill>
                <a:latin typeface="Arial"/>
              </a:rPr>
              <a:t>Format des Titeltextes durch Klicken bearbeiten</a:t>
            </a:r>
          </a:p>
        </p:txBody>
      </p:sp>
      <p:sp>
        <p:nvSpPr>
          <p:cNvPr id="99" name="PlaceHolder 2"/>
          <p:cNvSpPr>
            <a:spLocks noGrp="1"/>
          </p:cNvSpPr>
          <p:nvPr>
            <p:ph type="body"/>
          </p:nvPr>
        </p:nvSpPr>
        <p:spPr>
          <a:xfrm>
            <a:off x="630000" y="1260720"/>
            <a:ext cx="3868200" cy="617760"/>
          </a:xfrm>
          <a:prstGeom prst="rect">
            <a:avLst/>
          </a:prstGeom>
          <a:noFill/>
          <a:ln w="0">
            <a:noFill/>
          </a:ln>
        </p:spPr>
        <p:txBody>
          <a:bodyPr lIns="68400" tIns="34200" rIns="68400" bIns="34200" anchor="b">
            <a:normAutofit fontScale="6111"/>
          </a:bodyPr>
          <a:lstStyle/>
          <a:p>
            <a:pPr marL="432000" indent="-324000">
              <a:spcBef>
                <a:spcPts val="1417"/>
              </a:spcBef>
              <a:buClr>
                <a:srgbClr val="000000"/>
              </a:buClr>
              <a:buSzPct val="45000"/>
              <a:buFont typeface="Wingdings" charset="2"/>
              <a:buChar char=""/>
            </a:pPr>
            <a:r>
              <a:rPr lang="de-DE" sz="18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8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8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8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8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800" b="0" strike="noStrike" spc="-1">
                <a:solidFill>
                  <a:srgbClr val="000000"/>
                </a:solidFill>
                <a:latin typeface="Arial"/>
              </a:rPr>
              <a:t>Siebte Gliederungsebene</a:t>
            </a:r>
          </a:p>
        </p:txBody>
      </p:sp>
      <p:sp>
        <p:nvSpPr>
          <p:cNvPr id="100" name="PlaceHolder 3"/>
          <p:cNvSpPr>
            <a:spLocks noGrp="1"/>
          </p:cNvSpPr>
          <p:nvPr>
            <p:ph type="body"/>
          </p:nvPr>
        </p:nvSpPr>
        <p:spPr>
          <a:xfrm>
            <a:off x="630000" y="1878840"/>
            <a:ext cx="3868200" cy="2763360"/>
          </a:xfrm>
          <a:prstGeom prst="rect">
            <a:avLst/>
          </a:prstGeom>
          <a:noFill/>
          <a:ln w="0">
            <a:noFill/>
          </a:ln>
        </p:spPr>
        <p:txBody>
          <a:bodyPr lIns="68400" tIns="34200" rIns="68400" bIns="34200" anchor="t">
            <a:normAutofit fontScale="52845"/>
          </a:bodyPr>
          <a:lstStyle/>
          <a:p>
            <a:pPr marL="432000" indent="-324000">
              <a:spcBef>
                <a:spcPts val="1417"/>
              </a:spcBef>
              <a:buClr>
                <a:srgbClr val="000000"/>
              </a:buClr>
              <a:buSzPct val="45000"/>
              <a:buFont typeface="Wingdings" charset="2"/>
              <a:buChar char=""/>
            </a:pPr>
            <a:r>
              <a:rPr lang="de-DE" sz="21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1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21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21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21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21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2100" b="0" strike="noStrike" spc="-1">
                <a:solidFill>
                  <a:srgbClr val="000000"/>
                </a:solidFill>
                <a:latin typeface="Arial"/>
              </a:rPr>
              <a:t>Siebte Gliederungsebene</a:t>
            </a:r>
          </a:p>
        </p:txBody>
      </p:sp>
      <p:sp>
        <p:nvSpPr>
          <p:cNvPr id="101" name="PlaceHolder 4"/>
          <p:cNvSpPr>
            <a:spLocks noGrp="1"/>
          </p:cNvSpPr>
          <p:nvPr>
            <p:ph type="body"/>
          </p:nvPr>
        </p:nvSpPr>
        <p:spPr>
          <a:xfrm>
            <a:off x="4629240" y="1260720"/>
            <a:ext cx="3886920" cy="617760"/>
          </a:xfrm>
          <a:prstGeom prst="rect">
            <a:avLst/>
          </a:prstGeom>
          <a:noFill/>
          <a:ln w="0">
            <a:noFill/>
          </a:ln>
        </p:spPr>
        <p:txBody>
          <a:bodyPr lIns="68400" tIns="34200" rIns="68400" bIns="34200" anchor="b">
            <a:normAutofit fontScale="6111"/>
          </a:bodyPr>
          <a:lstStyle/>
          <a:p>
            <a:pPr marL="432000" indent="-324000">
              <a:spcBef>
                <a:spcPts val="1417"/>
              </a:spcBef>
              <a:buClr>
                <a:srgbClr val="000000"/>
              </a:buClr>
              <a:buSzPct val="45000"/>
              <a:buFont typeface="Wingdings" charset="2"/>
              <a:buChar char=""/>
            </a:pPr>
            <a:r>
              <a:rPr lang="de-DE" sz="18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18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18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18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18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1800" b="0" strike="noStrike" spc="-1">
                <a:solidFill>
                  <a:srgbClr val="000000"/>
                </a:solidFill>
                <a:latin typeface="Arial"/>
              </a:rPr>
              <a:t>Siebte Gliederungsebene</a:t>
            </a:r>
          </a:p>
        </p:txBody>
      </p:sp>
      <p:sp>
        <p:nvSpPr>
          <p:cNvPr id="102" name="PlaceHolder 5"/>
          <p:cNvSpPr>
            <a:spLocks noGrp="1"/>
          </p:cNvSpPr>
          <p:nvPr>
            <p:ph type="body"/>
          </p:nvPr>
        </p:nvSpPr>
        <p:spPr>
          <a:xfrm>
            <a:off x="4629240" y="1878840"/>
            <a:ext cx="3886920" cy="2763360"/>
          </a:xfrm>
          <a:prstGeom prst="rect">
            <a:avLst/>
          </a:prstGeom>
          <a:noFill/>
          <a:ln w="0">
            <a:noFill/>
          </a:ln>
        </p:spPr>
        <p:txBody>
          <a:bodyPr lIns="68400" tIns="34200" rIns="68400" bIns="34200" anchor="t">
            <a:normAutofit fontScale="62366" lnSpcReduction="10000"/>
          </a:bodyPr>
          <a:lstStyle/>
          <a:p>
            <a:pPr marL="432000" indent="-324000">
              <a:spcBef>
                <a:spcPts val="1417"/>
              </a:spcBef>
              <a:buClr>
                <a:srgbClr val="000000"/>
              </a:buClr>
              <a:buSzPct val="45000"/>
              <a:buFont typeface="Wingdings" charset="2"/>
              <a:buChar char=""/>
            </a:pPr>
            <a:r>
              <a:rPr lang="de-DE" sz="21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1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DE" sz="21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DE" sz="21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DE" sz="21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DE" sz="21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DE" sz="2100" b="0" strike="noStrike" spc="-1">
                <a:solidFill>
                  <a:srgbClr val="000000"/>
                </a:solidFill>
                <a:latin typeface="Arial"/>
              </a:rPr>
              <a:t>Siebte Gliederungsebene</a:t>
            </a:r>
          </a:p>
        </p:txBody>
      </p:sp>
      <p:sp>
        <p:nvSpPr>
          <p:cNvPr id="103" name="PlaceHolder 6"/>
          <p:cNvSpPr>
            <a:spLocks noGrp="1"/>
          </p:cNvSpPr>
          <p:nvPr>
            <p:ph type="dt" idx="41"/>
          </p:nvPr>
        </p:nvSpPr>
        <p:spPr>
          <a:xfrm>
            <a:off x="628560" y="4767120"/>
            <a:ext cx="2057040" cy="273600"/>
          </a:xfrm>
          <a:prstGeom prst="rect">
            <a:avLst/>
          </a:prstGeom>
          <a:noFill/>
          <a:ln w="0">
            <a:noFill/>
          </a:ln>
        </p:spPr>
        <p:txBody>
          <a:bodyPr lIns="68400" tIns="34200" rIns="68400" bIns="34200" anchor="ctr">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&lt;Datum/Uhrzeit&gt;</a:t>
            </a:r>
          </a:p>
        </p:txBody>
      </p:sp>
      <p:sp>
        <p:nvSpPr>
          <p:cNvPr id="104" name="PlaceHolder 7"/>
          <p:cNvSpPr>
            <a:spLocks noGrp="1"/>
          </p:cNvSpPr>
          <p:nvPr>
            <p:ph type="ftr" idx="42"/>
          </p:nvPr>
        </p:nvSpPr>
        <p:spPr>
          <a:xfrm>
            <a:off x="3029040" y="4767120"/>
            <a:ext cx="3085920" cy="273600"/>
          </a:xfrm>
          <a:prstGeom prst="rect">
            <a:avLst/>
          </a:prstGeom>
          <a:noFill/>
          <a:ln w="0">
            <a:noFill/>
          </a:ln>
        </p:spPr>
        <p:txBody>
          <a:bodyPr lIns="68400" tIns="34200" rIns="68400" bIns="3420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105" name="PlaceHolder 8"/>
          <p:cNvSpPr>
            <a:spLocks noGrp="1"/>
          </p:cNvSpPr>
          <p:nvPr>
            <p:ph type="sldNum" idx="43"/>
          </p:nvPr>
        </p:nvSpPr>
        <p:spPr>
          <a:xfrm>
            <a:off x="6458040" y="4767120"/>
            <a:ext cx="2057040" cy="273600"/>
          </a:xfrm>
          <a:prstGeom prst="rect">
            <a:avLst/>
          </a:prstGeom>
          <a:noFill/>
          <a:ln w="0">
            <a:noFill/>
          </a:ln>
        </p:spPr>
        <p:txBody>
          <a:bodyPr lIns="68400" tIns="34200" rIns="68400" bIns="34200" anchor="ctr">
            <a:no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3B8D0E09-A17C-4AAE-9174-1C5B4E0AB71C}" type="slidenum">
              <a:rPr lang="de" sz="900" b="0" strike="noStrike" spc="-1">
                <a:solidFill>
                  <a:srgbClr val="888888"/>
                </a:solidFill>
                <a:latin typeface="Calibri"/>
                <a:ea typeface="Calibri"/>
              </a:rPr>
              <a:t>‹#›</a:t>
            </a:fld>
            <a:endParaRPr lang="de-DE"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9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06" name="PlaceHolder 1"/>
          <p:cNvSpPr>
            <a:spLocks noGrp="1"/>
          </p:cNvSpPr>
          <p:nvPr>
            <p:ph type="title"/>
          </p:nvPr>
        </p:nvSpPr>
        <p:spPr>
          <a:xfrm>
            <a:off x="628560" y="273960"/>
            <a:ext cx="7886520" cy="993960"/>
          </a:xfrm>
          <a:prstGeom prst="rect">
            <a:avLst/>
          </a:prstGeom>
          <a:noFill/>
          <a:ln w="0">
            <a:noFill/>
          </a:ln>
        </p:spPr>
        <p:txBody>
          <a:bodyPr lIns="68400" tIns="34200" rIns="68400" bIns="34200" anchor="ctr">
            <a:normAutofit fontScale="90012"/>
          </a:bodyPr>
          <a:lstStyle/>
          <a:p>
            <a:pPr indent="0">
              <a:buNone/>
            </a:pPr>
            <a:r>
              <a:rPr lang="de-DE" sz="3300" b="0" strike="noStrike" spc="-1">
                <a:solidFill>
                  <a:srgbClr val="000000"/>
                </a:solidFill>
                <a:latin typeface="Arial"/>
              </a:rPr>
              <a:t>Format des Titeltextes durch Klicken bearbeiten</a:t>
            </a:r>
          </a:p>
        </p:txBody>
      </p:sp>
      <p:sp>
        <p:nvSpPr>
          <p:cNvPr id="107" name="PlaceHolder 2"/>
          <p:cNvSpPr>
            <a:spLocks noGrp="1"/>
          </p:cNvSpPr>
          <p:nvPr>
            <p:ph type="dt" idx="44"/>
          </p:nvPr>
        </p:nvSpPr>
        <p:spPr>
          <a:xfrm>
            <a:off x="628560" y="4767120"/>
            <a:ext cx="2057040" cy="273600"/>
          </a:xfrm>
          <a:prstGeom prst="rect">
            <a:avLst/>
          </a:prstGeom>
          <a:noFill/>
          <a:ln w="0">
            <a:noFill/>
          </a:ln>
        </p:spPr>
        <p:txBody>
          <a:bodyPr lIns="68400" tIns="34200" rIns="68400" bIns="34200" anchor="ctr">
            <a:noAutofit/>
          </a:bodyPr>
          <a:lstStyle>
            <a:lvl1pPr indent="0">
              <a:buNone/>
              <a:defRPr lang="de-DE" sz="1400" b="0" strike="noStrike" spc="-1">
                <a:solidFill>
                  <a:srgbClr val="000000"/>
                </a:solidFill>
                <a:latin typeface="Times New Roman"/>
              </a:defRPr>
            </a:lvl1pPr>
          </a:lstStyle>
          <a:p>
            <a:pPr indent="0">
              <a:buNone/>
            </a:pPr>
            <a:r>
              <a:rPr lang="de-DE" sz="1400" b="0" strike="noStrike" spc="-1">
                <a:solidFill>
                  <a:srgbClr val="000000"/>
                </a:solidFill>
                <a:latin typeface="Times New Roman"/>
              </a:rPr>
              <a:t>&lt;Datum/Uhrzeit&gt;</a:t>
            </a:r>
          </a:p>
        </p:txBody>
      </p:sp>
      <p:sp>
        <p:nvSpPr>
          <p:cNvPr id="108" name="PlaceHolder 3"/>
          <p:cNvSpPr>
            <a:spLocks noGrp="1"/>
          </p:cNvSpPr>
          <p:nvPr>
            <p:ph type="ftr" idx="45"/>
          </p:nvPr>
        </p:nvSpPr>
        <p:spPr>
          <a:xfrm>
            <a:off x="3029040" y="4767120"/>
            <a:ext cx="3085920" cy="273600"/>
          </a:xfrm>
          <a:prstGeom prst="rect">
            <a:avLst/>
          </a:prstGeom>
          <a:noFill/>
          <a:ln w="0">
            <a:noFill/>
          </a:ln>
        </p:spPr>
        <p:txBody>
          <a:bodyPr lIns="68400" tIns="34200" rIns="68400" bIns="34200" anchor="ctr">
            <a:noAutofit/>
          </a:bodyPr>
          <a:lstStyle>
            <a:lvl1pPr indent="0" algn="ctr">
              <a:buNone/>
              <a:defRPr lang="de-DE" sz="1400" b="0" strike="noStrike" spc="-1">
                <a:solidFill>
                  <a:srgbClr val="000000"/>
                </a:solidFill>
                <a:latin typeface="Times New Roman"/>
              </a:defRPr>
            </a:lvl1pPr>
          </a:lstStyle>
          <a:p>
            <a:pPr indent="0" algn="ctr">
              <a:buNone/>
            </a:pPr>
            <a:r>
              <a:rPr lang="de-DE" sz="1400" b="0" strike="noStrike" spc="-1">
                <a:solidFill>
                  <a:srgbClr val="000000"/>
                </a:solidFill>
                <a:latin typeface="Times New Roman"/>
              </a:rPr>
              <a:t>&lt;Fußzeile&gt;</a:t>
            </a:r>
          </a:p>
        </p:txBody>
      </p:sp>
      <p:sp>
        <p:nvSpPr>
          <p:cNvPr id="109" name="PlaceHolder 4"/>
          <p:cNvSpPr>
            <a:spLocks noGrp="1"/>
          </p:cNvSpPr>
          <p:nvPr>
            <p:ph type="sldNum" idx="46"/>
          </p:nvPr>
        </p:nvSpPr>
        <p:spPr>
          <a:xfrm>
            <a:off x="6458040" y="4767120"/>
            <a:ext cx="2057040" cy="273600"/>
          </a:xfrm>
          <a:prstGeom prst="rect">
            <a:avLst/>
          </a:prstGeom>
          <a:noFill/>
          <a:ln w="0">
            <a:noFill/>
          </a:ln>
        </p:spPr>
        <p:txBody>
          <a:bodyPr lIns="68400" tIns="34200" rIns="68400" bIns="34200" anchor="ctr">
            <a:noAutofit/>
          </a:bodyPr>
          <a:lstStyle>
            <a:lvl1pPr indent="0" algn="r">
              <a:lnSpc>
                <a:spcPct val="100000"/>
              </a:lnSpc>
              <a:buNone/>
              <a:tabLst>
                <a:tab pos="0" algn="l"/>
              </a:tabLst>
              <a:defRPr lang="de" sz="900" b="0" strike="noStrike" spc="-1">
                <a:solidFill>
                  <a:srgbClr val="888888"/>
                </a:solidFill>
                <a:latin typeface="Calibri"/>
                <a:ea typeface="Calibri"/>
              </a:defRPr>
            </a:lvl1pPr>
          </a:lstStyle>
          <a:p>
            <a:pPr indent="0" algn="r">
              <a:lnSpc>
                <a:spcPct val="100000"/>
              </a:lnSpc>
              <a:buNone/>
              <a:tabLst>
                <a:tab pos="0" algn="l"/>
              </a:tabLst>
            </a:pPr>
            <a:fld id="{139B2A0F-03E3-4D9D-B838-B56E70D4F302}" type="slidenum">
              <a:rPr lang="de" sz="900" b="0" strike="noStrike" spc="-1">
                <a:solidFill>
                  <a:srgbClr val="888888"/>
                </a:solidFill>
                <a:latin typeface="Calibri"/>
                <a:ea typeface="Calibri"/>
              </a:rPr>
              <a:t>‹#›</a:t>
            </a:fld>
            <a:endParaRPr lang="de-DE" sz="9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9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7" name="Google Shape;149;p2"/>
          <p:cNvGrpSpPr/>
          <p:nvPr/>
        </p:nvGrpSpPr>
        <p:grpSpPr>
          <a:xfrm>
            <a:off x="360" y="-1800"/>
            <a:ext cx="4420080" cy="779040"/>
            <a:chOff x="360" y="-1800"/>
            <a:chExt cx="4420080" cy="779040"/>
          </a:xfrm>
        </p:grpSpPr>
        <p:grpSp>
          <p:nvGrpSpPr>
            <p:cNvPr id="118" name="Google Shape;150;p2"/>
            <p:cNvGrpSpPr/>
            <p:nvPr/>
          </p:nvGrpSpPr>
          <p:grpSpPr>
            <a:xfrm>
              <a:off x="360" y="72000"/>
              <a:ext cx="4420080" cy="705240"/>
              <a:chOff x="360" y="72000"/>
              <a:chExt cx="4420080" cy="705240"/>
            </a:xfrm>
          </p:grpSpPr>
          <p:sp>
            <p:nvSpPr>
              <p:cNvPr id="119" name="Google Shape;151;p2"/>
              <p:cNvSpPr/>
              <p:nvPr/>
            </p:nvSpPr>
            <p:spPr>
              <a:xfrm>
                <a:off x="360" y="72000"/>
                <a:ext cx="3269160" cy="705240"/>
              </a:xfrm>
              <a:prstGeom prst="rect">
                <a:avLst/>
              </a:prstGeom>
              <a:solidFill>
                <a:srgbClr val="5562E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sp>
            <p:nvSpPr>
              <p:cNvPr id="120" name="Google Shape;152;p2"/>
              <p:cNvSpPr/>
              <p:nvPr/>
            </p:nvSpPr>
            <p:spPr>
              <a:xfrm>
                <a:off x="2785680" y="72000"/>
                <a:ext cx="1634760" cy="705240"/>
              </a:xfrm>
              <a:prstGeom prst="flowChartInputOutput">
                <a:avLst/>
              </a:prstGeom>
              <a:solidFill>
                <a:srgbClr val="5562E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grpSp>
        <p:grpSp>
          <p:nvGrpSpPr>
            <p:cNvPr id="121" name="Google Shape;153;p2"/>
            <p:cNvGrpSpPr/>
            <p:nvPr/>
          </p:nvGrpSpPr>
          <p:grpSpPr>
            <a:xfrm>
              <a:off x="360" y="-1800"/>
              <a:ext cx="4334040" cy="705240"/>
              <a:chOff x="360" y="-1800"/>
              <a:chExt cx="4334040" cy="705240"/>
            </a:xfrm>
          </p:grpSpPr>
          <p:sp>
            <p:nvSpPr>
              <p:cNvPr id="122" name="Google Shape;154;p2"/>
              <p:cNvSpPr/>
              <p:nvPr/>
            </p:nvSpPr>
            <p:spPr>
              <a:xfrm>
                <a:off x="360" y="-1800"/>
                <a:ext cx="3236400" cy="705240"/>
              </a:xfrm>
              <a:prstGeom prst="rect">
                <a:avLst/>
              </a:prstGeom>
              <a:solidFill>
                <a:srgbClr val="152044"/>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sp>
            <p:nvSpPr>
              <p:cNvPr id="123" name="Google Shape;155;p2"/>
              <p:cNvSpPr/>
              <p:nvPr/>
            </p:nvSpPr>
            <p:spPr>
              <a:xfrm>
                <a:off x="2715840" y="-1800"/>
                <a:ext cx="1618560" cy="705240"/>
              </a:xfrm>
              <a:prstGeom prst="flowChartInputOutput">
                <a:avLst/>
              </a:prstGeom>
              <a:solidFill>
                <a:srgbClr val="152044"/>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grpSp>
      </p:grpSp>
      <p:sp>
        <p:nvSpPr>
          <p:cNvPr id="124" name="Google Shape;156;p2"/>
          <p:cNvSpPr/>
          <p:nvPr/>
        </p:nvSpPr>
        <p:spPr>
          <a:xfrm flipH="1">
            <a:off x="12600" y="-82440"/>
            <a:ext cx="4090320" cy="873000"/>
          </a:xfrm>
          <a:prstGeom prst="rect">
            <a:avLst/>
          </a:prstGeom>
          <a:no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15000"/>
              </a:lnSpc>
              <a:tabLst>
                <a:tab pos="0" algn="l"/>
              </a:tabLst>
            </a:pPr>
            <a:r>
              <a:rPr lang="de" sz="1800" b="0" strike="noStrike" spc="-1">
                <a:solidFill>
                  <a:schemeClr val="lt1"/>
                </a:solidFill>
                <a:latin typeface="Montserrat ExtraBold"/>
                <a:ea typeface="Montserrat ExtraBold"/>
              </a:rPr>
              <a:t>Feli</a:t>
            </a:r>
            <a:endParaRPr lang="de-DE" sz="1800" b="0" strike="noStrike" spc="-1">
              <a:solidFill>
                <a:srgbClr val="000000"/>
              </a:solidFill>
              <a:latin typeface="Arial"/>
            </a:endParaRPr>
          </a:p>
          <a:p>
            <a:pPr>
              <a:lnSpc>
                <a:spcPct val="115000"/>
              </a:lnSpc>
              <a:tabLst>
                <a:tab pos="0" algn="l"/>
              </a:tabLst>
            </a:pPr>
            <a:r>
              <a:rPr lang="de" sz="1800" b="0" strike="noStrike" spc="-1">
                <a:solidFill>
                  <a:srgbClr val="FFB951"/>
                </a:solidFill>
                <a:latin typeface="Montserrat ExtraBold"/>
                <a:ea typeface="Montserrat ExtraBold"/>
              </a:rPr>
              <a:t>Happiness Mask</a:t>
            </a:r>
            <a:endParaRPr lang="de-DE" sz="1800" b="0" strike="noStrike" spc="-1">
              <a:solidFill>
                <a:srgbClr val="000000"/>
              </a:solidFill>
              <a:latin typeface="Arial"/>
            </a:endParaRPr>
          </a:p>
        </p:txBody>
      </p:sp>
      <p:pic>
        <p:nvPicPr>
          <p:cNvPr id="125" name="Grafik 2" descr="Ein Bild, das Entwurf, Zeichnung, Lineart, Darstellung enthält."/>
          <p:cNvPicPr/>
          <p:nvPr/>
        </p:nvPicPr>
        <p:blipFill>
          <a:blip r:embed="rId2"/>
          <a:stretch/>
        </p:blipFill>
        <p:spPr>
          <a:xfrm>
            <a:off x="529200" y="993240"/>
            <a:ext cx="8085960" cy="3962520"/>
          </a:xfrm>
          <a:prstGeom prst="rect">
            <a:avLst/>
          </a:prstGeom>
          <a:ln w="0">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6" name="Google Shape;161;g3b636e5de4b_0_32"/>
          <p:cNvGrpSpPr/>
          <p:nvPr/>
        </p:nvGrpSpPr>
        <p:grpSpPr>
          <a:xfrm>
            <a:off x="360" y="-1800"/>
            <a:ext cx="3490560" cy="779040"/>
            <a:chOff x="360" y="-1800"/>
            <a:chExt cx="3490560" cy="779040"/>
          </a:xfrm>
        </p:grpSpPr>
        <p:grpSp>
          <p:nvGrpSpPr>
            <p:cNvPr id="127" name="Google Shape;162;g3b636e5de4b_0_32"/>
            <p:cNvGrpSpPr/>
            <p:nvPr/>
          </p:nvGrpSpPr>
          <p:grpSpPr>
            <a:xfrm>
              <a:off x="360" y="72000"/>
              <a:ext cx="3490560" cy="705240"/>
              <a:chOff x="360" y="72000"/>
              <a:chExt cx="3490560" cy="705240"/>
            </a:xfrm>
          </p:grpSpPr>
          <p:sp>
            <p:nvSpPr>
              <p:cNvPr id="128" name="Google Shape;163;g3b636e5de4b_0_32"/>
              <p:cNvSpPr/>
              <p:nvPr/>
            </p:nvSpPr>
            <p:spPr>
              <a:xfrm>
                <a:off x="360" y="72000"/>
                <a:ext cx="2581560" cy="705240"/>
              </a:xfrm>
              <a:prstGeom prst="rect">
                <a:avLst/>
              </a:prstGeom>
              <a:solidFill>
                <a:srgbClr val="5562E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sp>
            <p:nvSpPr>
              <p:cNvPr id="129" name="Google Shape;164;g3b636e5de4b_0_32"/>
              <p:cNvSpPr/>
              <p:nvPr/>
            </p:nvSpPr>
            <p:spPr>
              <a:xfrm>
                <a:off x="2199960" y="72000"/>
                <a:ext cx="1290960" cy="705240"/>
              </a:xfrm>
              <a:prstGeom prst="flowChartInputOutput">
                <a:avLst/>
              </a:prstGeom>
              <a:solidFill>
                <a:srgbClr val="5562E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grpSp>
        <p:grpSp>
          <p:nvGrpSpPr>
            <p:cNvPr id="130" name="Google Shape;165;g3b636e5de4b_0_32"/>
            <p:cNvGrpSpPr/>
            <p:nvPr/>
          </p:nvGrpSpPr>
          <p:grpSpPr>
            <a:xfrm>
              <a:off x="360" y="-1800"/>
              <a:ext cx="3422520" cy="705240"/>
              <a:chOff x="360" y="-1800"/>
              <a:chExt cx="3422520" cy="705240"/>
            </a:xfrm>
          </p:grpSpPr>
          <p:sp>
            <p:nvSpPr>
              <p:cNvPr id="131" name="Google Shape;166;g3b636e5de4b_0_32"/>
              <p:cNvSpPr/>
              <p:nvPr/>
            </p:nvSpPr>
            <p:spPr>
              <a:xfrm>
                <a:off x="360" y="-1800"/>
                <a:ext cx="2555640" cy="705240"/>
              </a:xfrm>
              <a:prstGeom prst="rect">
                <a:avLst/>
              </a:prstGeom>
              <a:solidFill>
                <a:srgbClr val="152044"/>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sp>
            <p:nvSpPr>
              <p:cNvPr id="132" name="Google Shape;167;g3b636e5de4b_0_32"/>
              <p:cNvSpPr/>
              <p:nvPr/>
            </p:nvSpPr>
            <p:spPr>
              <a:xfrm>
                <a:off x="2144880" y="-1800"/>
                <a:ext cx="1278000" cy="705240"/>
              </a:xfrm>
              <a:prstGeom prst="flowChartInputOutput">
                <a:avLst/>
              </a:prstGeom>
              <a:solidFill>
                <a:srgbClr val="152044"/>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grpSp>
      </p:grpSp>
      <p:sp>
        <p:nvSpPr>
          <p:cNvPr id="133" name="Google Shape;168;g3b636e5de4b_0_32"/>
          <p:cNvSpPr/>
          <p:nvPr/>
        </p:nvSpPr>
        <p:spPr>
          <a:xfrm flipH="1">
            <a:off x="12240" y="-82440"/>
            <a:ext cx="3755160" cy="873000"/>
          </a:xfrm>
          <a:prstGeom prst="rect">
            <a:avLst/>
          </a:prstGeom>
          <a:no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15000"/>
              </a:lnSpc>
              <a:tabLst>
                <a:tab pos="0" algn="l"/>
              </a:tabLst>
            </a:pPr>
            <a:r>
              <a:rPr lang="de" sz="1800" b="0" strike="noStrike" spc="-1">
                <a:solidFill>
                  <a:schemeClr val="lt1"/>
                </a:solidFill>
                <a:latin typeface="Montserrat ExtraBold"/>
                <a:ea typeface="Montserrat ExtraBold"/>
              </a:rPr>
              <a:t>Feli</a:t>
            </a:r>
            <a:endParaRPr lang="de-DE" sz="1800" b="0" strike="noStrike" spc="-1">
              <a:solidFill>
                <a:srgbClr val="000000"/>
              </a:solidFill>
              <a:latin typeface="Arial"/>
            </a:endParaRPr>
          </a:p>
          <a:p>
            <a:pPr>
              <a:lnSpc>
                <a:spcPct val="115000"/>
              </a:lnSpc>
              <a:tabLst>
                <a:tab pos="0" algn="l"/>
              </a:tabLst>
            </a:pPr>
            <a:r>
              <a:rPr lang="de" sz="1800" b="0" strike="noStrike" spc="-1">
                <a:solidFill>
                  <a:srgbClr val="FFB951"/>
                </a:solidFill>
                <a:latin typeface="Montserrat ExtraBold"/>
                <a:ea typeface="Montserrat ExtraBold"/>
              </a:rPr>
              <a:t>Character Checklist</a:t>
            </a:r>
            <a:endParaRPr lang="de-DE" sz="1800" b="0" strike="noStrike" spc="-1">
              <a:solidFill>
                <a:srgbClr val="000000"/>
              </a:solidFill>
              <a:latin typeface="Arial"/>
            </a:endParaRPr>
          </a:p>
        </p:txBody>
      </p:sp>
      <p:graphicFrame>
        <p:nvGraphicFramePr>
          <p:cNvPr id="134" name="Google Shape;169;g3b636e5de4b_0_32"/>
          <p:cNvGraphicFramePr/>
          <p:nvPr>
            <p:extLst>
              <p:ext uri="{D42A27DB-BD31-4B8C-83A1-F6EECF244321}">
                <p14:modId xmlns:p14="http://schemas.microsoft.com/office/powerpoint/2010/main" val="3088743420"/>
              </p:ext>
            </p:extLst>
          </p:nvPr>
        </p:nvGraphicFramePr>
        <p:xfrm>
          <a:off x="361800" y="945360"/>
          <a:ext cx="8419680" cy="4590120"/>
        </p:xfrm>
        <a:graphic>
          <a:graphicData uri="http://schemas.openxmlformats.org/drawingml/2006/table">
            <a:tbl>
              <a:tblPr>
                <a:tableStyleId>{284E427A-3D55-4303-BF80-6455036E1DE7}</a:tableStyleId>
              </a:tblPr>
              <a:tblGrid>
                <a:gridCol w="2104920">
                  <a:extLst>
                    <a:ext uri="{9D8B030D-6E8A-4147-A177-3AD203B41FA5}">
                      <a16:colId xmlns:a16="http://schemas.microsoft.com/office/drawing/2014/main" val="20000"/>
                    </a:ext>
                  </a:extLst>
                </a:gridCol>
                <a:gridCol w="2104920">
                  <a:extLst>
                    <a:ext uri="{9D8B030D-6E8A-4147-A177-3AD203B41FA5}">
                      <a16:colId xmlns:a16="http://schemas.microsoft.com/office/drawing/2014/main" val="20001"/>
                    </a:ext>
                  </a:extLst>
                </a:gridCol>
                <a:gridCol w="2104920">
                  <a:extLst>
                    <a:ext uri="{9D8B030D-6E8A-4147-A177-3AD203B41FA5}">
                      <a16:colId xmlns:a16="http://schemas.microsoft.com/office/drawing/2014/main" val="20002"/>
                    </a:ext>
                  </a:extLst>
                </a:gridCol>
                <a:gridCol w="2104920">
                  <a:extLst>
                    <a:ext uri="{9D8B030D-6E8A-4147-A177-3AD203B41FA5}">
                      <a16:colId xmlns:a16="http://schemas.microsoft.com/office/drawing/2014/main" val="20003"/>
                    </a:ext>
                  </a:extLst>
                </a:gridCol>
              </a:tblGrid>
              <a:tr h="656280">
                <a:tc>
                  <a:txBody>
                    <a:bodyPr/>
                    <a:lstStyle/>
                    <a:p>
                      <a:pPr>
                        <a:lnSpc>
                          <a:spcPct val="100000"/>
                        </a:lnSpc>
                        <a:tabLst>
                          <a:tab pos="0" algn="l"/>
                        </a:tabLst>
                      </a:pPr>
                      <a:r>
                        <a:rPr lang="de" sz="1400" b="1" strike="noStrike" spc="-1" dirty="0">
                          <a:solidFill>
                            <a:schemeClr val="dk1"/>
                          </a:solidFill>
                        </a:rPr>
                        <a:t>Goal</a:t>
                      </a:r>
                      <a:endParaRPr lang="de-DE" sz="1400" b="0" strike="noStrike" spc="-1" dirty="0">
                        <a:solidFill>
                          <a:srgbClr val="000000"/>
                        </a:solidFill>
                        <a:latin typeface="Arial"/>
                      </a:endParaRPr>
                    </a:p>
                  </a:txBody>
                  <a:tcPr/>
                </a:tc>
                <a:tc>
                  <a:txBody>
                    <a:bodyPr/>
                    <a:lstStyle/>
                    <a:p>
                      <a:pPr>
                        <a:lnSpc>
                          <a:spcPct val="100000"/>
                        </a:lnSpc>
                        <a:tabLst>
                          <a:tab pos="0" algn="l"/>
                        </a:tabLst>
                      </a:pPr>
                      <a:r>
                        <a:rPr lang="en-GB" sz="1400" b="0" strike="noStrike" spc="-1">
                          <a:solidFill>
                            <a:schemeClr val="dk1"/>
                          </a:solidFill>
                        </a:rPr>
                        <a:t>Anderen zeigen, wie schön die Welt ist und sich davon inspirieren zu lassen</a:t>
                      </a:r>
                      <a:endParaRPr lang="de-DE" sz="1400" b="0" strike="noStrike" spc="-1">
                        <a:solidFill>
                          <a:srgbClr val="000000"/>
                        </a:solidFill>
                        <a:latin typeface="Arial"/>
                      </a:endParaRPr>
                    </a:p>
                  </a:txBody>
                  <a:tcPr/>
                </a:tc>
                <a:tc>
                  <a:txBody>
                    <a:bodyPr/>
                    <a:lstStyle/>
                    <a:p>
                      <a:pPr>
                        <a:lnSpc>
                          <a:spcPct val="100000"/>
                        </a:lnSpc>
                        <a:tabLst>
                          <a:tab pos="0" algn="l"/>
                        </a:tabLst>
                      </a:pPr>
                      <a:r>
                        <a:rPr lang="de" sz="1400" b="1" strike="noStrike" spc="-1">
                          <a:solidFill>
                            <a:schemeClr val="dk1"/>
                          </a:solidFill>
                        </a:rPr>
                        <a:t>A specific personality / Universal Behaviour</a:t>
                      </a:r>
                      <a:endParaRPr lang="de-DE" sz="1400" b="0" strike="noStrike" spc="-1">
                        <a:solidFill>
                          <a:srgbClr val="000000"/>
                        </a:solidFill>
                        <a:latin typeface="Arial"/>
                      </a:endParaRPr>
                    </a:p>
                  </a:txBody>
                  <a:tcPr/>
                </a:tc>
                <a:tc>
                  <a:txBody>
                    <a:bodyPr/>
                    <a:lstStyle/>
                    <a:p>
                      <a:pPr>
                        <a:lnSpc>
                          <a:spcPct val="100000"/>
                        </a:lnSpc>
                        <a:tabLst>
                          <a:tab pos="0" algn="l"/>
                        </a:tabLst>
                      </a:pPr>
                      <a:r>
                        <a:rPr lang="de-DE" sz="1400" b="0" strike="noStrike" spc="-1" dirty="0">
                          <a:solidFill>
                            <a:srgbClr val="000000"/>
                          </a:solidFill>
                          <a:latin typeface="Arial"/>
                        </a:rPr>
                        <a:t>Wird sehr schnell sehr hibbelig und (positiv) aufgeregt</a:t>
                      </a:r>
                    </a:p>
                  </a:txBody>
                  <a:tcPr/>
                </a:tc>
                <a:extLst>
                  <a:ext uri="{0D108BD9-81ED-4DB2-BD59-A6C34878D82A}">
                    <a16:rowId xmlns:a16="http://schemas.microsoft.com/office/drawing/2014/main" val="10000"/>
                  </a:ext>
                </a:extLst>
              </a:tr>
              <a:tr h="656280">
                <a:tc>
                  <a:txBody>
                    <a:bodyPr/>
                    <a:lstStyle/>
                    <a:p>
                      <a:pPr>
                        <a:lnSpc>
                          <a:spcPct val="100000"/>
                        </a:lnSpc>
                        <a:tabLst>
                          <a:tab pos="0" algn="l"/>
                        </a:tabLst>
                      </a:pPr>
                      <a:r>
                        <a:rPr lang="de" sz="1400" b="1" strike="noStrike" spc="-1">
                          <a:solidFill>
                            <a:schemeClr val="dk1"/>
                          </a:solidFill>
                        </a:rPr>
                        <a:t>Flaw</a:t>
                      </a:r>
                      <a:endParaRPr lang="de-DE" sz="1400" b="0" strike="noStrike" spc="-1">
                        <a:solidFill>
                          <a:srgbClr val="000000"/>
                        </a:solidFill>
                        <a:latin typeface="Arial"/>
                      </a:endParaRPr>
                    </a:p>
                  </a:txBody>
                  <a:tcPr/>
                </a:tc>
                <a:tc>
                  <a:txBody>
                    <a:bodyPr/>
                    <a:lstStyle/>
                    <a:p>
                      <a:pPr>
                        <a:lnSpc>
                          <a:spcPct val="100000"/>
                        </a:lnSpc>
                        <a:tabLst>
                          <a:tab pos="0" algn="l"/>
                        </a:tabLst>
                      </a:pPr>
                      <a:r>
                        <a:rPr lang="en-GB" sz="1400" b="0" strike="noStrike" spc="-1">
                          <a:solidFill>
                            <a:schemeClr val="dk1"/>
                          </a:solidFill>
                        </a:rPr>
                        <a:t>Delusional, ist zu optimistisch</a:t>
                      </a:r>
                      <a:endParaRPr lang="de-DE" sz="1400" b="0" strike="noStrike" spc="-1">
                        <a:solidFill>
                          <a:srgbClr val="000000"/>
                        </a:solidFill>
                        <a:latin typeface="Arial"/>
                      </a:endParaRPr>
                    </a:p>
                  </a:txBody>
                  <a:tcPr/>
                </a:tc>
                <a:tc>
                  <a:txBody>
                    <a:bodyPr/>
                    <a:lstStyle/>
                    <a:p>
                      <a:pPr>
                        <a:lnSpc>
                          <a:spcPct val="100000"/>
                        </a:lnSpc>
                        <a:tabLst>
                          <a:tab pos="0" algn="l"/>
                        </a:tabLst>
                      </a:pPr>
                      <a:r>
                        <a:rPr lang="de" sz="1400" b="1" strike="noStrike" spc="-1" dirty="0">
                          <a:solidFill>
                            <a:schemeClr val="dk1"/>
                          </a:solidFill>
                        </a:rPr>
                        <a:t>Secrets</a:t>
                      </a:r>
                      <a:endParaRPr lang="de-DE" sz="1400" b="0" strike="noStrike" spc="-1" dirty="0">
                        <a:solidFill>
                          <a:srgbClr val="000000"/>
                        </a:solidFill>
                        <a:latin typeface="Arial"/>
                      </a:endParaRPr>
                    </a:p>
                  </a:txBody>
                  <a:tcPr/>
                </a:tc>
                <a:tc>
                  <a:txBody>
                    <a:bodyPr/>
                    <a:lstStyle/>
                    <a:p>
                      <a:pPr>
                        <a:lnSpc>
                          <a:spcPct val="100000"/>
                        </a:lnSpc>
                        <a:tabLst>
                          <a:tab pos="0" algn="l"/>
                        </a:tabLst>
                      </a:pPr>
                      <a:r>
                        <a:rPr lang="de-DE" sz="1400" b="0" strike="noStrike" spc="-1" dirty="0">
                          <a:solidFill>
                            <a:srgbClr val="000000"/>
                          </a:solidFill>
                          <a:latin typeface="Arial"/>
                        </a:rPr>
                        <a:t>Lieblingssnack: Regenbogen-Buntstift</a:t>
                      </a:r>
                    </a:p>
                  </a:txBody>
                  <a:tcPr/>
                </a:tc>
                <a:extLst>
                  <a:ext uri="{0D108BD9-81ED-4DB2-BD59-A6C34878D82A}">
                    <a16:rowId xmlns:a16="http://schemas.microsoft.com/office/drawing/2014/main" val="10001"/>
                  </a:ext>
                </a:extLst>
              </a:tr>
              <a:tr h="656280">
                <a:tc>
                  <a:txBody>
                    <a:bodyPr/>
                    <a:lstStyle/>
                    <a:p>
                      <a:pPr>
                        <a:lnSpc>
                          <a:spcPct val="100000"/>
                        </a:lnSpc>
                        <a:tabLst>
                          <a:tab pos="0" algn="l"/>
                        </a:tabLst>
                      </a:pPr>
                      <a:r>
                        <a:rPr lang="de" sz="1400" b="1" strike="noStrike" spc="-1">
                          <a:solidFill>
                            <a:schemeClr val="dk1"/>
                          </a:solidFill>
                        </a:rPr>
                        <a:t>Belonging</a:t>
                      </a:r>
                      <a:endParaRPr lang="de-DE" sz="1400" b="0" strike="noStrike" spc="-1">
                        <a:solidFill>
                          <a:srgbClr val="000000"/>
                        </a:solidFill>
                        <a:latin typeface="Arial"/>
                      </a:endParaRPr>
                    </a:p>
                  </a:txBody>
                  <a:tcPr/>
                </a:tc>
                <a:tc>
                  <a:txBody>
                    <a:bodyPr/>
                    <a:lstStyle/>
                    <a:p>
                      <a:pPr>
                        <a:lnSpc>
                          <a:spcPct val="100000"/>
                        </a:lnSpc>
                        <a:tabLst>
                          <a:tab pos="0" algn="l"/>
                        </a:tabLst>
                      </a:pPr>
                      <a:r>
                        <a:rPr lang="en-GB" sz="1400" b="0" strike="noStrike" spc="-1">
                          <a:solidFill>
                            <a:schemeClr val="dk1"/>
                          </a:solidFill>
                        </a:rPr>
                        <a:t>Sleep Department</a:t>
                      </a:r>
                      <a:endParaRPr lang="de-DE" sz="1400" b="0" strike="noStrike" spc="-1">
                        <a:solidFill>
                          <a:srgbClr val="000000"/>
                        </a:solidFill>
                        <a:latin typeface="Arial"/>
                      </a:endParaRPr>
                    </a:p>
                  </a:txBody>
                  <a:tcPr/>
                </a:tc>
                <a:tc>
                  <a:txBody>
                    <a:bodyPr/>
                    <a:lstStyle/>
                    <a:p>
                      <a:pPr>
                        <a:lnSpc>
                          <a:spcPct val="100000"/>
                        </a:lnSpc>
                        <a:tabLst>
                          <a:tab pos="0" algn="l"/>
                        </a:tabLst>
                      </a:pPr>
                      <a:r>
                        <a:rPr lang="de" sz="1400" b="1" strike="noStrike" spc="-1">
                          <a:solidFill>
                            <a:schemeClr val="dk1"/>
                          </a:solidFill>
                        </a:rPr>
                        <a:t>Assertiveness</a:t>
                      </a:r>
                      <a:endParaRPr lang="de-DE" sz="1400" b="0" strike="noStrike" spc="-1">
                        <a:solidFill>
                          <a:srgbClr val="000000"/>
                        </a:solidFill>
                        <a:latin typeface="Arial"/>
                      </a:endParaRPr>
                    </a:p>
                  </a:txBody>
                  <a:tcPr/>
                </a:tc>
                <a:tc>
                  <a:txBody>
                    <a:bodyPr/>
                    <a:lstStyle/>
                    <a:p>
                      <a:pPr>
                        <a:lnSpc>
                          <a:spcPct val="100000"/>
                        </a:lnSpc>
                        <a:tabLst>
                          <a:tab pos="0" algn="l"/>
                        </a:tabLst>
                      </a:pPr>
                      <a:r>
                        <a:rPr lang="en-GB" sz="1400" b="0" strike="noStrike" spc="-1" dirty="0" err="1">
                          <a:solidFill>
                            <a:schemeClr val="dk1"/>
                          </a:solidFill>
                        </a:rPr>
                        <a:t>Hilfsbereit</a:t>
                      </a:r>
                      <a:r>
                        <a:rPr lang="en-GB" sz="1400" b="0" strike="noStrike" spc="-1" dirty="0">
                          <a:solidFill>
                            <a:schemeClr val="dk1"/>
                          </a:solidFill>
                        </a:rPr>
                        <a:t>, </a:t>
                      </a:r>
                      <a:r>
                        <a:rPr lang="en-GB" sz="1400" b="0" strike="noStrike" spc="-1" dirty="0" err="1">
                          <a:solidFill>
                            <a:schemeClr val="dk1"/>
                          </a:solidFill>
                        </a:rPr>
                        <a:t>zuvorkommend</a:t>
                      </a:r>
                      <a:endParaRPr lang="de-DE" sz="1400" b="0" strike="noStrike" spc="-1" dirty="0">
                        <a:solidFill>
                          <a:srgbClr val="000000"/>
                        </a:solidFill>
                        <a:latin typeface="Arial"/>
                      </a:endParaRPr>
                    </a:p>
                  </a:txBody>
                  <a:tcPr/>
                </a:tc>
                <a:extLst>
                  <a:ext uri="{0D108BD9-81ED-4DB2-BD59-A6C34878D82A}">
                    <a16:rowId xmlns:a16="http://schemas.microsoft.com/office/drawing/2014/main" val="10002"/>
                  </a:ext>
                </a:extLst>
              </a:tr>
              <a:tr h="656280">
                <a:tc>
                  <a:txBody>
                    <a:bodyPr/>
                    <a:lstStyle/>
                    <a:p>
                      <a:pPr>
                        <a:lnSpc>
                          <a:spcPct val="100000"/>
                        </a:lnSpc>
                        <a:tabLst>
                          <a:tab pos="0" algn="l"/>
                        </a:tabLst>
                      </a:pPr>
                      <a:r>
                        <a:rPr lang="de" sz="1400" b="1" strike="noStrike" spc="-1">
                          <a:solidFill>
                            <a:schemeClr val="dk1"/>
                          </a:solidFill>
                        </a:rPr>
                        <a:t>Believe</a:t>
                      </a:r>
                      <a:endParaRPr lang="de-DE" sz="1400" b="0" strike="noStrike" spc="-1">
                        <a:solidFill>
                          <a:srgbClr val="000000"/>
                        </a:solidFill>
                        <a:latin typeface="Arial"/>
                      </a:endParaRPr>
                    </a:p>
                  </a:txBody>
                  <a:tcPr/>
                </a:tc>
                <a:tc>
                  <a:txBody>
                    <a:bodyPr/>
                    <a:lstStyle/>
                    <a:p>
                      <a:pPr>
                        <a:lnSpc>
                          <a:spcPct val="100000"/>
                        </a:lnSpc>
                        <a:tabLst>
                          <a:tab pos="0" algn="l"/>
                        </a:tabLst>
                      </a:pPr>
                      <a:r>
                        <a:rPr lang="en-GB" sz="1400" b="0" strike="noStrike" spc="-1">
                          <a:solidFill>
                            <a:schemeClr val="dk1"/>
                          </a:solidFill>
                        </a:rPr>
                        <a:t>Dass es nichts Böses auf der Welt gibt, nur Leute mit anderen Ansichten</a:t>
                      </a:r>
                      <a:endParaRPr lang="de-DE" sz="1400" b="0" strike="noStrike" spc="-1">
                        <a:solidFill>
                          <a:srgbClr val="000000"/>
                        </a:solidFill>
                        <a:latin typeface="Arial"/>
                      </a:endParaRPr>
                    </a:p>
                  </a:txBody>
                  <a:tcPr/>
                </a:tc>
                <a:tc>
                  <a:txBody>
                    <a:bodyPr/>
                    <a:lstStyle/>
                    <a:p>
                      <a:pPr>
                        <a:lnSpc>
                          <a:spcPct val="100000"/>
                        </a:lnSpc>
                        <a:tabLst>
                          <a:tab pos="0" algn="l"/>
                        </a:tabLst>
                      </a:pPr>
                      <a:r>
                        <a:rPr lang="de" sz="1400" b="1" strike="noStrike" spc="-1">
                          <a:solidFill>
                            <a:schemeClr val="dk1"/>
                          </a:solidFill>
                        </a:rPr>
                        <a:t>Specific Tastes and professions</a:t>
                      </a:r>
                      <a:endParaRPr lang="de-DE" sz="1400" b="0" strike="noStrike" spc="-1">
                        <a:solidFill>
                          <a:srgbClr val="000000"/>
                        </a:solidFill>
                        <a:latin typeface="Arial"/>
                      </a:endParaRPr>
                    </a:p>
                  </a:txBody>
                  <a:tcPr/>
                </a:tc>
                <a:tc>
                  <a:txBody>
                    <a:bodyPr/>
                    <a:lstStyle/>
                    <a:p>
                      <a:pPr>
                        <a:lnSpc>
                          <a:spcPct val="100000"/>
                        </a:lnSpc>
                        <a:tabLst>
                          <a:tab pos="0" algn="l"/>
                        </a:tabLst>
                      </a:pPr>
                      <a:r>
                        <a:rPr lang="en-GB" sz="1400" b="0" strike="noStrike" spc="-1">
                          <a:solidFill>
                            <a:schemeClr val="dk1"/>
                          </a:solidFill>
                        </a:rPr>
                        <a:t>Süßigkeiten, Unehrlichkeit(bei negativen Dingen)</a:t>
                      </a:r>
                      <a:endParaRPr lang="de-DE" sz="1400" b="0" strike="noStrike" spc="-1">
                        <a:solidFill>
                          <a:srgbClr val="000000"/>
                        </a:solidFill>
                        <a:latin typeface="Arial"/>
                      </a:endParaRPr>
                    </a:p>
                  </a:txBody>
                  <a:tcPr/>
                </a:tc>
                <a:extLst>
                  <a:ext uri="{0D108BD9-81ED-4DB2-BD59-A6C34878D82A}">
                    <a16:rowId xmlns:a16="http://schemas.microsoft.com/office/drawing/2014/main" val="10003"/>
                  </a:ext>
                </a:extLst>
              </a:tr>
              <a:tr h="656280">
                <a:tc>
                  <a:txBody>
                    <a:bodyPr/>
                    <a:lstStyle/>
                    <a:p>
                      <a:pPr>
                        <a:lnSpc>
                          <a:spcPct val="100000"/>
                        </a:lnSpc>
                        <a:tabLst>
                          <a:tab pos="0" algn="l"/>
                        </a:tabLst>
                      </a:pPr>
                      <a:r>
                        <a:rPr lang="de" sz="1400" b="1" strike="noStrike" spc="-1">
                          <a:solidFill>
                            <a:schemeClr val="dk1"/>
                          </a:solidFill>
                        </a:rPr>
                        <a:t>Information</a:t>
                      </a:r>
                      <a:endParaRPr lang="de-DE" sz="1400" b="0" strike="noStrike" spc="-1">
                        <a:solidFill>
                          <a:srgbClr val="000000"/>
                        </a:solidFill>
                        <a:latin typeface="Arial"/>
                      </a:endParaRPr>
                    </a:p>
                  </a:txBody>
                  <a:tcPr/>
                </a:tc>
                <a:tc>
                  <a:txBody>
                    <a:bodyPr/>
                    <a:lstStyle/>
                    <a:p>
                      <a:pPr>
                        <a:lnSpc>
                          <a:spcPct val="100000"/>
                        </a:lnSpc>
                        <a:tabLst>
                          <a:tab pos="0" algn="l"/>
                        </a:tabLst>
                      </a:pPr>
                      <a:r>
                        <a:rPr lang="en-GB" sz="1400" b="0" strike="noStrike" spc="-1" dirty="0">
                          <a:solidFill>
                            <a:schemeClr val="dk1"/>
                          </a:solidFill>
                        </a:rPr>
                        <a:t>Positive </a:t>
                      </a:r>
                      <a:r>
                        <a:rPr lang="en-GB" sz="1400" b="0" strike="noStrike" spc="-1" dirty="0" err="1">
                          <a:solidFill>
                            <a:schemeClr val="dk1"/>
                          </a:solidFill>
                        </a:rPr>
                        <a:t>Energiequelle</a:t>
                      </a:r>
                      <a:r>
                        <a:rPr lang="en-GB" sz="1400" b="0" strike="noStrike" spc="-1" dirty="0">
                          <a:solidFill>
                            <a:schemeClr val="dk1"/>
                          </a:solidFill>
                        </a:rPr>
                        <a:t>, </a:t>
                      </a:r>
                      <a:r>
                        <a:rPr lang="en-GB" sz="1400" b="0" strike="noStrike" spc="-1" dirty="0" err="1">
                          <a:solidFill>
                            <a:schemeClr val="dk1"/>
                          </a:solidFill>
                        </a:rPr>
                        <a:t>inspirierend</a:t>
                      </a:r>
                      <a:r>
                        <a:rPr lang="en-GB" sz="1400" b="0" strike="noStrike" spc="-1" dirty="0">
                          <a:solidFill>
                            <a:schemeClr val="dk1"/>
                          </a:solidFill>
                        </a:rPr>
                        <a:t>, </a:t>
                      </a:r>
                      <a:r>
                        <a:rPr lang="en-GB" sz="1400" b="0" strike="noStrike" spc="-1" dirty="0" err="1">
                          <a:solidFill>
                            <a:schemeClr val="dk1"/>
                          </a:solidFill>
                        </a:rPr>
                        <a:t>liebt</a:t>
                      </a:r>
                      <a:r>
                        <a:rPr lang="en-GB" sz="1400" b="0" strike="noStrike" spc="-1" dirty="0">
                          <a:solidFill>
                            <a:schemeClr val="dk1"/>
                          </a:solidFill>
                        </a:rPr>
                        <a:t> overstimulation</a:t>
                      </a:r>
                      <a:endParaRPr lang="de-DE" sz="1400" b="0" strike="noStrike" spc="-1" dirty="0">
                        <a:solidFill>
                          <a:srgbClr val="000000"/>
                        </a:solidFill>
                        <a:latin typeface="Arial"/>
                      </a:endParaRPr>
                    </a:p>
                  </a:txBody>
                  <a:tcPr/>
                </a:tc>
                <a:tc>
                  <a:txBody>
                    <a:bodyPr/>
                    <a:lstStyle/>
                    <a:p>
                      <a:pPr>
                        <a:lnSpc>
                          <a:spcPct val="100000"/>
                        </a:lnSpc>
                        <a:tabLst>
                          <a:tab pos="0" algn="l"/>
                        </a:tabLst>
                      </a:pPr>
                      <a:r>
                        <a:rPr lang="de" sz="1400" b="1" strike="noStrike" spc="-1">
                          <a:solidFill>
                            <a:schemeClr val="dk1"/>
                          </a:solidFill>
                        </a:rPr>
                        <a:t>Hurt Them</a:t>
                      </a:r>
                      <a:endParaRPr lang="de-DE" sz="1400" b="0" strike="noStrike" spc="-1">
                        <a:solidFill>
                          <a:srgbClr val="000000"/>
                        </a:solidFill>
                        <a:latin typeface="Arial"/>
                      </a:endParaRPr>
                    </a:p>
                  </a:txBody>
                  <a:tcPr/>
                </a:tc>
                <a:tc>
                  <a:txBody>
                    <a:bodyPr/>
                    <a:lstStyle/>
                    <a:p>
                      <a:pPr>
                        <a:lnSpc>
                          <a:spcPct val="100000"/>
                        </a:lnSpc>
                        <a:tabLst>
                          <a:tab pos="0" algn="l"/>
                        </a:tabLst>
                      </a:pPr>
                      <a:r>
                        <a:rPr lang="en-GB" sz="1400" b="0" strike="noStrike" spc="-1">
                          <a:solidFill>
                            <a:schemeClr val="dk1"/>
                          </a:solidFill>
                        </a:rPr>
                        <a:t>Retrospektiv: Die ersten zwei Tage, als sie alleine im Labor war</a:t>
                      </a:r>
                      <a:endParaRPr lang="de-DE" sz="1400" b="0" strike="noStrike" spc="-1">
                        <a:solidFill>
                          <a:srgbClr val="000000"/>
                        </a:solidFill>
                        <a:latin typeface="Arial"/>
                      </a:endParaRPr>
                    </a:p>
                  </a:txBody>
                  <a:tcPr/>
                </a:tc>
                <a:extLst>
                  <a:ext uri="{0D108BD9-81ED-4DB2-BD59-A6C34878D82A}">
                    <a16:rowId xmlns:a16="http://schemas.microsoft.com/office/drawing/2014/main" val="10004"/>
                  </a:ext>
                </a:extLst>
              </a:tr>
              <a:tr h="656280">
                <a:tc>
                  <a:txBody>
                    <a:bodyPr/>
                    <a:lstStyle/>
                    <a:p>
                      <a:pPr>
                        <a:lnSpc>
                          <a:spcPct val="100000"/>
                        </a:lnSpc>
                        <a:tabLst>
                          <a:tab pos="0" algn="l"/>
                        </a:tabLst>
                      </a:pPr>
                      <a:r>
                        <a:rPr lang="de" sz="1400" b="1" strike="noStrike" spc="-1">
                          <a:solidFill>
                            <a:schemeClr val="dk1"/>
                          </a:solidFill>
                        </a:rPr>
                        <a:t>Special Skill</a:t>
                      </a:r>
                      <a:endParaRPr lang="de-DE" sz="1400" b="0" strike="noStrike" spc="-1">
                        <a:solidFill>
                          <a:srgbClr val="000000"/>
                        </a:solidFill>
                        <a:latin typeface="Arial"/>
                      </a:endParaRPr>
                    </a:p>
                  </a:txBody>
                  <a:tcPr/>
                </a:tc>
                <a:tc>
                  <a:txBody>
                    <a:bodyPr/>
                    <a:lstStyle/>
                    <a:p>
                      <a:pPr>
                        <a:lnSpc>
                          <a:spcPct val="100000"/>
                        </a:lnSpc>
                        <a:tabLst>
                          <a:tab pos="0" algn="l"/>
                        </a:tabLst>
                      </a:pPr>
                      <a:r>
                        <a:rPr lang="en-GB" sz="1100" b="0" strike="noStrike" spc="-1">
                          <a:solidFill>
                            <a:schemeClr val="dk1"/>
                          </a:solidFill>
                        </a:rPr>
                        <a:t>Balloon Twisting Gott</a:t>
                      </a:r>
                      <a:endParaRPr lang="de-DE" sz="1100" b="0" strike="noStrike" spc="-1">
                        <a:solidFill>
                          <a:srgbClr val="000000"/>
                        </a:solidFill>
                        <a:latin typeface="Arial"/>
                      </a:endParaRPr>
                    </a:p>
                  </a:txBody>
                  <a:tcPr/>
                </a:tc>
                <a:tc>
                  <a:txBody>
                    <a:bodyPr/>
                    <a:lstStyle/>
                    <a:p>
                      <a:pPr>
                        <a:lnSpc>
                          <a:spcPct val="100000"/>
                        </a:lnSpc>
                        <a:tabLst>
                          <a:tab pos="0" algn="l"/>
                        </a:tabLst>
                      </a:pPr>
                      <a:endParaRPr lang="de-DE" sz="1400" b="1" strike="noStrike" spc="-1">
                        <a:solidFill>
                          <a:schemeClr val="dk1"/>
                        </a:solidFill>
                        <a:latin typeface="Arial"/>
                        <a:ea typeface="Arial"/>
                      </a:endParaRPr>
                    </a:p>
                  </a:txBody>
                  <a:tcPr/>
                </a:tc>
                <a:tc>
                  <a:txBody>
                    <a:bodyPr/>
                    <a:lstStyle/>
                    <a:p>
                      <a:pPr>
                        <a:lnSpc>
                          <a:spcPct val="100000"/>
                        </a:lnSpc>
                        <a:tabLst>
                          <a:tab pos="0" algn="l"/>
                        </a:tabLst>
                      </a:pPr>
                      <a:endParaRPr lang="de-DE" sz="1100" b="0" strike="noStrike" spc="-1" dirty="0">
                        <a:solidFill>
                          <a:schemeClr val="dk1"/>
                        </a:solidFill>
                        <a:latin typeface="Arial"/>
                        <a:ea typeface="Arial"/>
                      </a:endParaRP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Google Shape;174;p3"/>
          <p:cNvSpPr/>
          <p:nvPr/>
        </p:nvSpPr>
        <p:spPr>
          <a:xfrm>
            <a:off x="21960" y="703800"/>
            <a:ext cx="9121680" cy="456372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spAutoFit/>
          </a:bodyPr>
          <a:lstStyle/>
          <a:p>
            <a:pPr>
              <a:lnSpc>
                <a:spcPct val="115000"/>
              </a:lnSpc>
              <a:tabLst>
                <a:tab pos="0" algn="l"/>
              </a:tabLst>
            </a:pPr>
            <a:r>
              <a:rPr lang="de" sz="1800" b="1" strike="noStrike" spc="-1">
                <a:solidFill>
                  <a:srgbClr val="FF0000"/>
                </a:solidFill>
                <a:latin typeface="Calibri"/>
                <a:ea typeface="Calibri"/>
              </a:rPr>
              <a:t>Name: </a:t>
            </a:r>
            <a:r>
              <a:rPr lang="de" sz="1800" b="1" strike="noStrike" spc="-1">
                <a:solidFill>
                  <a:schemeClr val="dk1"/>
                </a:solidFill>
                <a:latin typeface="Calibri"/>
                <a:ea typeface="Calibri"/>
              </a:rPr>
              <a:t>Feli</a:t>
            </a:r>
            <a:endParaRPr lang="de-DE" sz="1800" b="0" strike="noStrike" spc="-1">
              <a:solidFill>
                <a:srgbClr val="000000"/>
              </a:solidFill>
              <a:latin typeface="Arial"/>
            </a:endParaRPr>
          </a:p>
          <a:p>
            <a:pPr>
              <a:lnSpc>
                <a:spcPct val="115000"/>
              </a:lnSpc>
              <a:tabLst>
                <a:tab pos="0" algn="l"/>
              </a:tabLst>
            </a:pPr>
            <a:r>
              <a:rPr lang="de" sz="1800" b="1" strike="noStrike" spc="-1">
                <a:solidFill>
                  <a:srgbClr val="FF0000"/>
                </a:solidFill>
                <a:latin typeface="Calibri"/>
                <a:ea typeface="Calibri"/>
              </a:rPr>
              <a:t>Gender: </a:t>
            </a:r>
            <a:r>
              <a:rPr lang="de" sz="1800" b="1" strike="noStrike" spc="-1">
                <a:solidFill>
                  <a:schemeClr val="dk1"/>
                </a:solidFill>
                <a:latin typeface="Calibri"/>
                <a:ea typeface="Calibri"/>
              </a:rPr>
              <a:t>female</a:t>
            </a:r>
            <a:endParaRPr lang="de-DE" sz="1800" b="0" strike="noStrike" spc="-1">
              <a:solidFill>
                <a:srgbClr val="000000"/>
              </a:solidFill>
              <a:latin typeface="Arial"/>
            </a:endParaRPr>
          </a:p>
          <a:p>
            <a:pPr>
              <a:lnSpc>
                <a:spcPct val="115000"/>
              </a:lnSpc>
              <a:tabLst>
                <a:tab pos="0" algn="l"/>
              </a:tabLst>
            </a:pPr>
            <a:r>
              <a:rPr lang="de" sz="1800" b="1" strike="noStrike" spc="-1">
                <a:solidFill>
                  <a:srgbClr val="FF0000"/>
                </a:solidFill>
                <a:latin typeface="Calibri"/>
                <a:ea typeface="Calibri"/>
              </a:rPr>
              <a:t>Age: </a:t>
            </a:r>
            <a:r>
              <a:rPr lang="de" sz="1800" b="1" strike="noStrike" spc="-1">
                <a:solidFill>
                  <a:schemeClr val="dk1"/>
                </a:solidFill>
                <a:latin typeface="Calibri"/>
                <a:ea typeface="Calibri"/>
              </a:rPr>
              <a:t>4</a:t>
            </a:r>
            <a:r>
              <a:rPr lang="de" sz="1800" b="1" strike="noStrike" spc="-1">
                <a:solidFill>
                  <a:srgbClr val="FF0000"/>
                </a:solidFill>
                <a:latin typeface="Calibri"/>
                <a:ea typeface="Calibri"/>
              </a:rPr>
              <a:t> </a:t>
            </a:r>
            <a:r>
              <a:rPr lang="de" sz="1800" b="1" strike="noStrike" spc="-1">
                <a:solidFill>
                  <a:schemeClr val="dk1"/>
                </a:solidFill>
                <a:latin typeface="Calibri"/>
                <a:ea typeface="Calibri"/>
              </a:rPr>
              <a:t>years</a:t>
            </a:r>
            <a:endParaRPr lang="de-DE" sz="1800" b="0" strike="noStrike" spc="-1">
              <a:solidFill>
                <a:srgbClr val="000000"/>
              </a:solidFill>
              <a:latin typeface="Arial"/>
            </a:endParaRPr>
          </a:p>
          <a:p>
            <a:pPr>
              <a:lnSpc>
                <a:spcPct val="115000"/>
              </a:lnSpc>
              <a:tabLst>
                <a:tab pos="0" algn="l"/>
              </a:tabLst>
            </a:pPr>
            <a:r>
              <a:rPr lang="de" sz="1800" b="1" strike="noStrike" spc="-1">
                <a:solidFill>
                  <a:srgbClr val="FF0000"/>
                </a:solidFill>
                <a:latin typeface="Calibri"/>
                <a:ea typeface="Calibri"/>
              </a:rPr>
              <a:t>Personality: </a:t>
            </a:r>
            <a:r>
              <a:rPr lang="de" sz="1800" b="1" strike="noStrike" spc="-1">
                <a:solidFill>
                  <a:schemeClr val="dk1"/>
                </a:solidFill>
                <a:latin typeface="Calibri"/>
                <a:ea typeface="Calibri"/>
              </a:rPr>
              <a:t>The Everyman, The Caregiver</a:t>
            </a:r>
            <a:endParaRPr lang="de-DE" sz="1800" b="0" strike="noStrike" spc="-1">
              <a:solidFill>
                <a:srgbClr val="000000"/>
              </a:solidFill>
              <a:latin typeface="Arial"/>
            </a:endParaRPr>
          </a:p>
          <a:p>
            <a:pPr>
              <a:lnSpc>
                <a:spcPct val="115000"/>
              </a:lnSpc>
              <a:tabLst>
                <a:tab pos="0" algn="l"/>
              </a:tabLst>
            </a:pPr>
            <a:r>
              <a:rPr lang="de" sz="1800" b="1" strike="noStrike" spc="-1">
                <a:solidFill>
                  <a:srgbClr val="FF0000"/>
                </a:solidFill>
                <a:latin typeface="Calibri"/>
                <a:ea typeface="Calibri"/>
              </a:rPr>
              <a:t>Alignment: </a:t>
            </a:r>
            <a:r>
              <a:rPr lang="de" sz="1800" b="1" strike="noStrike" spc="-1">
                <a:solidFill>
                  <a:schemeClr val="dk1"/>
                </a:solidFill>
                <a:latin typeface="Calibri"/>
                <a:ea typeface="Calibri"/>
              </a:rPr>
              <a:t>Chaotic Good</a:t>
            </a:r>
            <a:endParaRPr lang="de-DE" sz="1800" b="0" strike="noStrike" spc="-1">
              <a:solidFill>
                <a:srgbClr val="000000"/>
              </a:solidFill>
              <a:latin typeface="Arial"/>
            </a:endParaRPr>
          </a:p>
          <a:p>
            <a:pPr>
              <a:lnSpc>
                <a:spcPct val="115000"/>
              </a:lnSpc>
              <a:tabLst>
                <a:tab pos="0" algn="l"/>
              </a:tabLst>
            </a:pPr>
            <a:r>
              <a:rPr lang="de" sz="1800" b="1" strike="noStrike" spc="-1">
                <a:solidFill>
                  <a:srgbClr val="FF0000"/>
                </a:solidFill>
                <a:latin typeface="Calibri"/>
                <a:ea typeface="Calibri"/>
              </a:rPr>
              <a:t>Occupation: </a:t>
            </a:r>
            <a:r>
              <a:rPr lang="de" sz="1800" b="1" strike="noStrike" spc="-1">
                <a:solidFill>
                  <a:schemeClr val="dk1"/>
                </a:solidFill>
                <a:latin typeface="Calibri"/>
                <a:ea typeface="Calibri"/>
              </a:rPr>
              <a:t>Sleep Department</a:t>
            </a:r>
            <a:endParaRPr lang="de-DE" sz="1800" b="0" strike="noStrike" spc="-1">
              <a:solidFill>
                <a:srgbClr val="000000"/>
              </a:solidFill>
              <a:latin typeface="Arial"/>
            </a:endParaRPr>
          </a:p>
          <a:p>
            <a:pPr>
              <a:lnSpc>
                <a:spcPct val="115000"/>
              </a:lnSpc>
              <a:spcBef>
                <a:spcPts val="901"/>
              </a:spcBef>
              <a:tabLst>
                <a:tab pos="0" algn="l"/>
              </a:tabLst>
            </a:pPr>
            <a:r>
              <a:rPr lang="de" sz="1800" b="1" strike="noStrike" spc="-1">
                <a:solidFill>
                  <a:srgbClr val="FF0000"/>
                </a:solidFill>
                <a:latin typeface="Arial"/>
                <a:ea typeface="Arial"/>
              </a:rPr>
              <a:t>Describe the past, the what and the now shortly</a:t>
            </a:r>
            <a:endParaRPr lang="de-DE" sz="1800" b="0" strike="noStrike" spc="-1">
              <a:solidFill>
                <a:srgbClr val="000000"/>
              </a:solidFill>
              <a:latin typeface="Arial"/>
            </a:endParaRPr>
          </a:p>
          <a:p>
            <a:pPr>
              <a:lnSpc>
                <a:spcPct val="115000"/>
              </a:lnSpc>
              <a:spcBef>
                <a:spcPts val="901"/>
              </a:spcBef>
              <a:tabLst>
                <a:tab pos="0" algn="l"/>
              </a:tabLst>
            </a:pPr>
            <a:r>
              <a:rPr lang="de" sz="1600" b="1" strike="noStrike" spc="-1">
                <a:solidFill>
                  <a:schemeClr val="dk1"/>
                </a:solidFill>
                <a:latin typeface="Arial"/>
                <a:ea typeface="Arial"/>
              </a:rPr>
              <a:t>Feli wurde im Labor des Sleep Departments erschaffen und hat noch nie Ablehnung oder Schmerz erfahren. Die anderen Masken sind für sie wie Familie.</a:t>
            </a:r>
            <a:endParaRPr lang="de-DE" sz="1600" b="0" strike="noStrike" spc="-1">
              <a:solidFill>
                <a:srgbClr val="000000"/>
              </a:solidFill>
              <a:latin typeface="Arial"/>
            </a:endParaRPr>
          </a:p>
          <a:p>
            <a:pPr>
              <a:lnSpc>
                <a:spcPct val="115000"/>
              </a:lnSpc>
              <a:spcBef>
                <a:spcPts val="901"/>
              </a:spcBef>
              <a:tabLst>
                <a:tab pos="0" algn="l"/>
              </a:tabLst>
            </a:pPr>
            <a:r>
              <a:rPr lang="de" sz="1600" b="1" strike="noStrike" spc="-1">
                <a:solidFill>
                  <a:schemeClr val="dk1"/>
                </a:solidFill>
                <a:latin typeface="Arial"/>
                <a:ea typeface="Arial"/>
              </a:rPr>
              <a:t>Die anderen Masken haben es sich zur Aufgabe gemacht, ihre fröhliche Art und surreale Weltanschauung um jeden Preis zu schützen. Das bedeutet aber auch, dass sie manchmal die Wahrheit nicht erfährt.</a:t>
            </a:r>
            <a:endParaRPr lang="de-DE" sz="1600" b="0" strike="noStrike" spc="-1">
              <a:solidFill>
                <a:srgbClr val="000000"/>
              </a:solidFill>
              <a:latin typeface="Arial"/>
            </a:endParaRPr>
          </a:p>
          <a:p>
            <a:pPr>
              <a:lnSpc>
                <a:spcPct val="115000"/>
              </a:lnSpc>
              <a:spcBef>
                <a:spcPts val="901"/>
              </a:spcBef>
              <a:tabLst>
                <a:tab pos="0" algn="l"/>
              </a:tabLst>
            </a:pPr>
            <a:endParaRPr lang="de-DE" sz="1800" b="0" strike="noStrike" spc="-1">
              <a:solidFill>
                <a:srgbClr val="000000"/>
              </a:solidFill>
              <a:latin typeface="Arial"/>
            </a:endParaRPr>
          </a:p>
        </p:txBody>
      </p:sp>
      <p:grpSp>
        <p:nvGrpSpPr>
          <p:cNvPr id="136" name="Google Shape;175;p3"/>
          <p:cNvGrpSpPr/>
          <p:nvPr/>
        </p:nvGrpSpPr>
        <p:grpSpPr>
          <a:xfrm>
            <a:off x="360" y="-1800"/>
            <a:ext cx="3490560" cy="779040"/>
            <a:chOff x="360" y="-1800"/>
            <a:chExt cx="3490560" cy="779040"/>
          </a:xfrm>
        </p:grpSpPr>
        <p:grpSp>
          <p:nvGrpSpPr>
            <p:cNvPr id="137" name="Google Shape;176;p3"/>
            <p:cNvGrpSpPr/>
            <p:nvPr/>
          </p:nvGrpSpPr>
          <p:grpSpPr>
            <a:xfrm>
              <a:off x="360" y="72000"/>
              <a:ext cx="3490560" cy="705240"/>
              <a:chOff x="360" y="72000"/>
              <a:chExt cx="3490560" cy="705240"/>
            </a:xfrm>
          </p:grpSpPr>
          <p:sp>
            <p:nvSpPr>
              <p:cNvPr id="138" name="Google Shape;177;p3"/>
              <p:cNvSpPr/>
              <p:nvPr/>
            </p:nvSpPr>
            <p:spPr>
              <a:xfrm>
                <a:off x="360" y="72000"/>
                <a:ext cx="2581560" cy="705240"/>
              </a:xfrm>
              <a:prstGeom prst="rect">
                <a:avLst/>
              </a:prstGeom>
              <a:solidFill>
                <a:srgbClr val="5562E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sp>
            <p:nvSpPr>
              <p:cNvPr id="139" name="Google Shape;178;p3"/>
              <p:cNvSpPr/>
              <p:nvPr/>
            </p:nvSpPr>
            <p:spPr>
              <a:xfrm>
                <a:off x="2199960" y="72000"/>
                <a:ext cx="1290960" cy="705240"/>
              </a:xfrm>
              <a:prstGeom prst="flowChartInputOutput">
                <a:avLst/>
              </a:prstGeom>
              <a:solidFill>
                <a:srgbClr val="5562E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grpSp>
        <p:grpSp>
          <p:nvGrpSpPr>
            <p:cNvPr id="140" name="Google Shape;179;p3"/>
            <p:cNvGrpSpPr/>
            <p:nvPr/>
          </p:nvGrpSpPr>
          <p:grpSpPr>
            <a:xfrm>
              <a:off x="360" y="-1800"/>
              <a:ext cx="3422520" cy="705240"/>
              <a:chOff x="360" y="-1800"/>
              <a:chExt cx="3422520" cy="705240"/>
            </a:xfrm>
          </p:grpSpPr>
          <p:sp>
            <p:nvSpPr>
              <p:cNvPr id="141" name="Google Shape;180;p3"/>
              <p:cNvSpPr/>
              <p:nvPr/>
            </p:nvSpPr>
            <p:spPr>
              <a:xfrm>
                <a:off x="360" y="-1800"/>
                <a:ext cx="2555640" cy="705240"/>
              </a:xfrm>
              <a:prstGeom prst="rect">
                <a:avLst/>
              </a:prstGeom>
              <a:solidFill>
                <a:srgbClr val="152044"/>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sp>
            <p:nvSpPr>
              <p:cNvPr id="142" name="Google Shape;181;p3"/>
              <p:cNvSpPr/>
              <p:nvPr/>
            </p:nvSpPr>
            <p:spPr>
              <a:xfrm>
                <a:off x="2144880" y="-1800"/>
                <a:ext cx="1278000" cy="705240"/>
              </a:xfrm>
              <a:prstGeom prst="flowChartInputOutput">
                <a:avLst/>
              </a:prstGeom>
              <a:solidFill>
                <a:srgbClr val="152044"/>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grpSp>
      </p:grpSp>
      <p:sp>
        <p:nvSpPr>
          <p:cNvPr id="143" name="Google Shape;182;p3"/>
          <p:cNvSpPr/>
          <p:nvPr/>
        </p:nvSpPr>
        <p:spPr>
          <a:xfrm flipH="1">
            <a:off x="12240" y="-82440"/>
            <a:ext cx="3755160" cy="873000"/>
          </a:xfrm>
          <a:prstGeom prst="rect">
            <a:avLst/>
          </a:prstGeom>
          <a:no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15000"/>
              </a:lnSpc>
              <a:tabLst>
                <a:tab pos="0" algn="l"/>
              </a:tabLst>
            </a:pPr>
            <a:r>
              <a:rPr lang="de" sz="1800" b="0" strike="noStrike" spc="-1">
                <a:solidFill>
                  <a:schemeClr val="lt1"/>
                </a:solidFill>
                <a:latin typeface="Montserrat ExtraBold"/>
                <a:ea typeface="Montserrat ExtraBold"/>
              </a:rPr>
              <a:t>Feli</a:t>
            </a:r>
            <a:endParaRPr lang="de-DE" sz="1800" b="0" strike="noStrike" spc="-1">
              <a:solidFill>
                <a:srgbClr val="000000"/>
              </a:solidFill>
              <a:latin typeface="Arial"/>
            </a:endParaRPr>
          </a:p>
          <a:p>
            <a:pPr>
              <a:lnSpc>
                <a:spcPct val="115000"/>
              </a:lnSpc>
              <a:tabLst>
                <a:tab pos="0" algn="l"/>
              </a:tabLst>
            </a:pPr>
            <a:r>
              <a:rPr lang="de" sz="1800" b="0" strike="noStrike" spc="-1">
                <a:solidFill>
                  <a:srgbClr val="FFB951"/>
                </a:solidFill>
                <a:latin typeface="Montserrat ExtraBold"/>
                <a:ea typeface="Montserrat ExtraBold"/>
              </a:rPr>
              <a:t>Character Bio (short)</a:t>
            </a:r>
            <a:endParaRPr lang="de-DE" sz="1800" b="0" strike="noStrike" spc="-1">
              <a:solidFill>
                <a:srgbClr val="000000"/>
              </a:solidFill>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 name="Google Shape;187;p4"/>
          <p:cNvSpPr/>
          <p:nvPr/>
        </p:nvSpPr>
        <p:spPr>
          <a:xfrm>
            <a:off x="21960" y="703800"/>
            <a:ext cx="9121680" cy="671580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spAutoFit/>
          </a:bodyPr>
          <a:lstStyle/>
          <a:p>
            <a:pPr>
              <a:lnSpc>
                <a:spcPct val="115000"/>
              </a:lnSpc>
              <a:tabLst>
                <a:tab pos="0" algn="l"/>
              </a:tabLst>
            </a:pPr>
            <a:endParaRPr lang="de-DE" sz="1100" b="0" strike="noStrike" spc="-1" dirty="0">
              <a:solidFill>
                <a:srgbClr val="000000"/>
              </a:solidFill>
              <a:latin typeface="Arial"/>
            </a:endParaRPr>
          </a:p>
          <a:p>
            <a:pPr>
              <a:lnSpc>
                <a:spcPct val="115000"/>
              </a:lnSpc>
              <a:spcBef>
                <a:spcPts val="901"/>
              </a:spcBef>
              <a:tabLst>
                <a:tab pos="0" algn="l"/>
              </a:tabLst>
            </a:pPr>
            <a:r>
              <a:rPr lang="en-GB" sz="1800" b="1" strike="noStrike" spc="-1" dirty="0">
                <a:solidFill>
                  <a:schemeClr val="dk1"/>
                </a:solidFill>
                <a:latin typeface="Arial"/>
                <a:ea typeface="Arial"/>
              </a:rPr>
              <a:t>Das Sleep Department </a:t>
            </a:r>
            <a:r>
              <a:rPr lang="en-GB" sz="1800" b="1" strike="noStrike" spc="-1" dirty="0" err="1">
                <a:solidFill>
                  <a:schemeClr val="dk1"/>
                </a:solidFill>
                <a:latin typeface="Arial"/>
                <a:ea typeface="Arial"/>
              </a:rPr>
              <a:t>ist</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ein</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voller</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Erfolg</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doch</a:t>
            </a:r>
            <a:r>
              <a:rPr lang="en-GB" sz="1800" b="1" strike="noStrike" spc="-1" dirty="0">
                <a:solidFill>
                  <a:schemeClr val="dk1"/>
                </a:solidFill>
                <a:latin typeface="Arial"/>
                <a:ea typeface="Arial"/>
              </a:rPr>
              <a:t> es </a:t>
            </a:r>
            <a:r>
              <a:rPr lang="en-GB" sz="1800" b="1" strike="noStrike" spc="-1" dirty="0" err="1">
                <a:solidFill>
                  <a:schemeClr val="dk1"/>
                </a:solidFill>
                <a:latin typeface="Arial"/>
                <a:ea typeface="Arial"/>
              </a:rPr>
              <a:t>gibt</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ein</a:t>
            </a:r>
            <a:r>
              <a:rPr lang="en-GB" sz="1800" b="1" strike="noStrike" spc="-1" dirty="0">
                <a:solidFill>
                  <a:schemeClr val="dk1"/>
                </a:solidFill>
                <a:latin typeface="Arial"/>
                <a:ea typeface="Arial"/>
              </a:rPr>
              <a:t> Problem: es </a:t>
            </a:r>
            <a:r>
              <a:rPr lang="en-GB" sz="1800" b="1" strike="noStrike" spc="-1" dirty="0" err="1">
                <a:solidFill>
                  <a:schemeClr val="dk1"/>
                </a:solidFill>
                <a:latin typeface="Arial"/>
                <a:ea typeface="Arial"/>
              </a:rPr>
              <a:t>wurde</a:t>
            </a:r>
            <a:r>
              <a:rPr lang="en-GB" sz="1800" b="1" strike="noStrike" spc="-1" dirty="0">
                <a:solidFill>
                  <a:schemeClr val="dk1"/>
                </a:solidFill>
                <a:latin typeface="Arial"/>
                <a:ea typeface="Arial"/>
              </a:rPr>
              <a:t> bis </a:t>
            </a:r>
            <a:r>
              <a:rPr lang="en-GB" sz="1800" b="1" strike="noStrike" spc="-1" dirty="0" err="1">
                <a:solidFill>
                  <a:schemeClr val="dk1"/>
                </a:solidFill>
                <a:latin typeface="Arial"/>
                <a:ea typeface="Arial"/>
              </a:rPr>
              <a:t>jetzt</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keine</a:t>
            </a:r>
            <a:r>
              <a:rPr lang="en-GB" sz="1800" b="1" strike="noStrike" spc="-1" dirty="0">
                <a:solidFill>
                  <a:schemeClr val="dk1"/>
                </a:solidFill>
                <a:latin typeface="Arial"/>
                <a:ea typeface="Arial"/>
              </a:rPr>
              <a:t> Maske für </a:t>
            </a:r>
            <a:r>
              <a:rPr lang="en-GB" sz="1800" b="1" strike="noStrike" spc="-1" dirty="0" err="1">
                <a:solidFill>
                  <a:schemeClr val="dk1"/>
                </a:solidFill>
                <a:latin typeface="Arial"/>
                <a:ea typeface="Arial"/>
              </a:rPr>
              <a:t>Fröhlichkeit</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gefunden</a:t>
            </a:r>
            <a:r>
              <a:rPr lang="en-GB" sz="1800" b="1" strike="noStrike" spc="-1" dirty="0">
                <a:solidFill>
                  <a:schemeClr val="dk1"/>
                </a:solidFill>
                <a:latin typeface="Arial"/>
                <a:ea typeface="Arial"/>
              </a:rPr>
              <a:t>. Also </a:t>
            </a:r>
            <a:r>
              <a:rPr lang="en-GB" sz="1800" b="1" strike="noStrike" spc="-1" dirty="0" err="1">
                <a:solidFill>
                  <a:schemeClr val="dk1"/>
                </a:solidFill>
                <a:latin typeface="Arial"/>
                <a:ea typeface="Arial"/>
              </a:rPr>
              <a:t>beschließen</a:t>
            </a:r>
            <a:r>
              <a:rPr lang="en-GB" sz="1800" b="1" strike="noStrike" spc="-1" dirty="0">
                <a:solidFill>
                  <a:schemeClr val="dk1"/>
                </a:solidFill>
                <a:latin typeface="Arial"/>
                <a:ea typeface="Arial"/>
              </a:rPr>
              <a:t> die </a:t>
            </a:r>
            <a:r>
              <a:rPr lang="en-GB" sz="1800" b="1" strike="noStrike" spc="-1" dirty="0" err="1">
                <a:solidFill>
                  <a:schemeClr val="dk1"/>
                </a:solidFill>
                <a:latin typeface="Arial"/>
                <a:ea typeface="Arial"/>
              </a:rPr>
              <a:t>Gründer</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eine</a:t>
            </a:r>
            <a:r>
              <a:rPr lang="en-GB" sz="1800" b="1" strike="noStrike" spc="-1" dirty="0">
                <a:solidFill>
                  <a:schemeClr val="dk1"/>
                </a:solidFill>
                <a:latin typeface="Arial"/>
                <a:ea typeface="Arial"/>
              </a:rPr>
              <a:t> Maske </a:t>
            </a:r>
            <a:r>
              <a:rPr lang="en-GB" sz="1800" b="1" strike="noStrike" spc="-1" dirty="0" err="1">
                <a:solidFill>
                  <a:schemeClr val="dk1"/>
                </a:solidFill>
                <a:latin typeface="Arial"/>
                <a:ea typeface="Arial"/>
              </a:rPr>
              <a:t>künstlich</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herzustellen</a:t>
            </a:r>
            <a:r>
              <a:rPr lang="en-GB" sz="1800" b="1" strike="noStrike" spc="-1" dirty="0">
                <a:solidFill>
                  <a:schemeClr val="dk1"/>
                </a:solidFill>
                <a:latin typeface="Arial"/>
                <a:ea typeface="Arial"/>
              </a:rPr>
              <a:t>. Feli </a:t>
            </a:r>
            <a:r>
              <a:rPr lang="en-GB" sz="1800" b="1" strike="noStrike" spc="-1" dirty="0" err="1">
                <a:solidFill>
                  <a:schemeClr val="dk1"/>
                </a:solidFill>
                <a:latin typeface="Arial"/>
                <a:ea typeface="Arial"/>
              </a:rPr>
              <a:t>wurde</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im</a:t>
            </a:r>
            <a:r>
              <a:rPr lang="en-GB" sz="1800" b="1" strike="noStrike" spc="-1" dirty="0">
                <a:solidFill>
                  <a:schemeClr val="dk1"/>
                </a:solidFill>
                <a:latin typeface="Arial"/>
                <a:ea typeface="Arial"/>
              </a:rPr>
              <a:t> Labor des Sleep Departments </a:t>
            </a:r>
            <a:r>
              <a:rPr lang="en-GB" sz="1800" b="1" strike="noStrike" spc="-1" dirty="0" err="1">
                <a:solidFill>
                  <a:schemeClr val="dk1"/>
                </a:solidFill>
                <a:latin typeface="Arial"/>
                <a:ea typeface="Arial"/>
              </a:rPr>
              <a:t>erschaffen</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Retrospektiv</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waren</a:t>
            </a:r>
            <a:r>
              <a:rPr lang="en-GB" sz="1800" b="1" strike="noStrike" spc="-1" dirty="0">
                <a:solidFill>
                  <a:schemeClr val="dk1"/>
                </a:solidFill>
                <a:latin typeface="Arial"/>
                <a:ea typeface="Arial"/>
              </a:rPr>
              <a:t> die </a:t>
            </a:r>
            <a:r>
              <a:rPr lang="en-GB" sz="1800" b="1" strike="noStrike" spc="-1" dirty="0" err="1">
                <a:solidFill>
                  <a:schemeClr val="dk1"/>
                </a:solidFill>
                <a:latin typeface="Arial"/>
                <a:ea typeface="Arial"/>
              </a:rPr>
              <a:t>zwei</a:t>
            </a:r>
            <a:r>
              <a:rPr lang="en-GB" sz="1800" b="1" strike="noStrike" spc="-1" dirty="0">
                <a:solidFill>
                  <a:schemeClr val="dk1"/>
                </a:solidFill>
                <a:latin typeface="Arial"/>
                <a:ea typeface="Arial"/>
              </a:rPr>
              <a:t> Tage, in </a:t>
            </a:r>
            <a:r>
              <a:rPr lang="en-GB" sz="1800" b="1" strike="noStrike" spc="-1" dirty="0" err="1">
                <a:solidFill>
                  <a:schemeClr val="dk1"/>
                </a:solidFill>
                <a:latin typeface="Arial"/>
                <a:ea typeface="Arial"/>
              </a:rPr>
              <a:t>denen</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sie</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alleine</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im</a:t>
            </a:r>
            <a:r>
              <a:rPr lang="en-GB" sz="1800" b="1" strike="noStrike" spc="-1" dirty="0">
                <a:solidFill>
                  <a:schemeClr val="dk1"/>
                </a:solidFill>
                <a:latin typeface="Arial"/>
                <a:ea typeface="Arial"/>
              </a:rPr>
              <a:t> Labor lag, die </a:t>
            </a:r>
            <a:r>
              <a:rPr lang="en-GB" sz="1800" b="1" strike="noStrike" spc="-1" dirty="0" err="1">
                <a:solidFill>
                  <a:schemeClr val="dk1"/>
                </a:solidFill>
                <a:latin typeface="Arial"/>
                <a:ea typeface="Arial"/>
              </a:rPr>
              <a:t>schlimmsten</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ihres</a:t>
            </a:r>
            <a:r>
              <a:rPr lang="en-GB" sz="1800" b="1" strike="noStrike" spc="-1" dirty="0">
                <a:solidFill>
                  <a:schemeClr val="dk1"/>
                </a:solidFill>
                <a:latin typeface="Arial"/>
                <a:ea typeface="Arial"/>
              </a:rPr>
              <a:t> Lebens, da </a:t>
            </a:r>
            <a:r>
              <a:rPr lang="en-GB" sz="1800" b="1" strike="noStrike" spc="-1" dirty="0" err="1">
                <a:solidFill>
                  <a:schemeClr val="dk1"/>
                </a:solidFill>
                <a:latin typeface="Arial"/>
                <a:ea typeface="Arial"/>
              </a:rPr>
              <a:t>sie</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noch</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nie</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Schmerz</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oder</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Ablehnung</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erfahren</a:t>
            </a:r>
            <a:r>
              <a:rPr lang="en-GB" sz="1800" b="1" strike="noStrike" spc="-1" dirty="0">
                <a:solidFill>
                  <a:schemeClr val="dk1"/>
                </a:solidFill>
                <a:latin typeface="Arial"/>
                <a:ea typeface="Arial"/>
              </a:rPr>
              <a:t> hat. </a:t>
            </a:r>
            <a:endParaRPr lang="de-DE" sz="1800" b="0" strike="noStrike" spc="-1" dirty="0">
              <a:solidFill>
                <a:srgbClr val="000000"/>
              </a:solidFill>
              <a:latin typeface="Arial"/>
            </a:endParaRPr>
          </a:p>
          <a:p>
            <a:pPr>
              <a:lnSpc>
                <a:spcPct val="115000"/>
              </a:lnSpc>
              <a:spcBef>
                <a:spcPts val="901"/>
              </a:spcBef>
              <a:tabLst>
                <a:tab pos="0" algn="l"/>
              </a:tabLst>
            </a:pPr>
            <a:r>
              <a:rPr lang="en-GB" sz="1800" b="1" strike="noStrike" spc="-1" dirty="0">
                <a:solidFill>
                  <a:schemeClr val="dk1"/>
                </a:solidFill>
                <a:latin typeface="Arial"/>
                <a:ea typeface="Arial"/>
              </a:rPr>
              <a:t>Die </a:t>
            </a:r>
            <a:r>
              <a:rPr lang="en-GB" sz="1800" b="1" strike="noStrike" spc="-1" dirty="0" err="1">
                <a:solidFill>
                  <a:schemeClr val="dk1"/>
                </a:solidFill>
                <a:latin typeface="Arial"/>
                <a:ea typeface="Arial"/>
              </a:rPr>
              <a:t>anderen</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Masken</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sind</a:t>
            </a:r>
            <a:r>
              <a:rPr lang="en-GB" sz="1800" b="1" strike="noStrike" spc="-1" dirty="0">
                <a:solidFill>
                  <a:schemeClr val="dk1"/>
                </a:solidFill>
                <a:latin typeface="Arial"/>
                <a:ea typeface="Arial"/>
              </a:rPr>
              <a:t> für </a:t>
            </a:r>
            <a:r>
              <a:rPr lang="en-GB" sz="1800" b="1" strike="noStrike" spc="-1" dirty="0" err="1">
                <a:solidFill>
                  <a:schemeClr val="dk1"/>
                </a:solidFill>
                <a:latin typeface="Arial"/>
                <a:ea typeface="Arial"/>
              </a:rPr>
              <a:t>sie</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ihre</a:t>
            </a:r>
            <a:r>
              <a:rPr lang="en-GB" sz="1800" b="1" strike="noStrike" spc="-1" dirty="0">
                <a:solidFill>
                  <a:schemeClr val="dk1"/>
                </a:solidFill>
                <a:latin typeface="Arial"/>
                <a:ea typeface="Arial"/>
              </a:rPr>
              <a:t> </a:t>
            </a:r>
            <a:r>
              <a:rPr lang="en-GB" sz="1800" b="1" strike="noStrike" spc="-1" dirty="0" err="1">
                <a:solidFill>
                  <a:schemeClr val="dk1"/>
                </a:solidFill>
                <a:latin typeface="Arial"/>
                <a:ea typeface="Arial"/>
              </a:rPr>
              <a:t>Familie</a:t>
            </a:r>
            <a:r>
              <a:rPr lang="en-GB" sz="1800" b="1" strike="noStrike" spc="-1" dirty="0">
                <a:solidFill>
                  <a:schemeClr val="dk1"/>
                </a:solidFill>
                <a:latin typeface="Arial"/>
                <a:ea typeface="Arial"/>
              </a:rPr>
              <a:t>.</a:t>
            </a:r>
            <a:endParaRPr lang="de-DE" sz="1800" b="0" strike="noStrike" spc="-1" dirty="0">
              <a:solidFill>
                <a:srgbClr val="000000"/>
              </a:solidFill>
              <a:latin typeface="Arial"/>
            </a:endParaRPr>
          </a:p>
          <a:p>
            <a:pPr>
              <a:lnSpc>
                <a:spcPct val="115000"/>
              </a:lnSpc>
              <a:spcBef>
                <a:spcPts val="901"/>
              </a:spcBef>
              <a:tabLst>
                <a:tab pos="0" algn="l"/>
              </a:tabLst>
            </a:pPr>
            <a:r>
              <a:rPr lang="de-DE" sz="1800" b="1" strike="noStrike" spc="-1" dirty="0">
                <a:solidFill>
                  <a:schemeClr val="dk1"/>
                </a:solidFill>
                <a:latin typeface="Arial"/>
                <a:ea typeface="Arial"/>
              </a:rPr>
              <a:t>Diese haben es sich zur Aufgabe gemacht, ihre fröhliche Art und surreale Weltanschauung um jeden Preis zu schützen. Das bedeutet aber auch, dass sie manchmal die Wahrheit nicht erfährt.</a:t>
            </a:r>
            <a:endParaRPr lang="de-DE" sz="1800" b="0" strike="noStrike" spc="-1" dirty="0">
              <a:solidFill>
                <a:srgbClr val="000000"/>
              </a:solidFill>
              <a:latin typeface="Arial"/>
            </a:endParaRPr>
          </a:p>
          <a:p>
            <a:pPr>
              <a:lnSpc>
                <a:spcPct val="115000"/>
              </a:lnSpc>
              <a:spcBef>
                <a:spcPts val="901"/>
              </a:spcBef>
              <a:tabLst>
                <a:tab pos="0" algn="l"/>
              </a:tabLst>
            </a:pPr>
            <a:endParaRPr lang="de-DE" sz="1800" b="0" strike="noStrike" spc="-1" dirty="0">
              <a:solidFill>
                <a:srgbClr val="000000"/>
              </a:solidFill>
              <a:latin typeface="Arial"/>
            </a:endParaRPr>
          </a:p>
          <a:p>
            <a:pPr>
              <a:lnSpc>
                <a:spcPct val="115000"/>
              </a:lnSpc>
              <a:spcBef>
                <a:spcPts val="901"/>
              </a:spcBef>
              <a:tabLst>
                <a:tab pos="0" algn="l"/>
              </a:tabLst>
            </a:pPr>
            <a:endParaRPr lang="de-DE" sz="1800" b="0" strike="noStrike" spc="-1" dirty="0">
              <a:solidFill>
                <a:srgbClr val="000000"/>
              </a:solidFill>
              <a:latin typeface="Arial"/>
            </a:endParaRPr>
          </a:p>
          <a:p>
            <a:pPr>
              <a:lnSpc>
                <a:spcPct val="115000"/>
              </a:lnSpc>
              <a:spcBef>
                <a:spcPts val="901"/>
              </a:spcBef>
              <a:tabLst>
                <a:tab pos="0" algn="l"/>
              </a:tabLst>
            </a:pPr>
            <a:endParaRPr lang="de-DE" sz="1800" b="0" strike="noStrike" spc="-1" dirty="0">
              <a:solidFill>
                <a:srgbClr val="000000"/>
              </a:solidFill>
              <a:latin typeface="Arial"/>
            </a:endParaRPr>
          </a:p>
          <a:p>
            <a:pPr>
              <a:lnSpc>
                <a:spcPct val="115000"/>
              </a:lnSpc>
              <a:spcBef>
                <a:spcPts val="901"/>
              </a:spcBef>
              <a:tabLst>
                <a:tab pos="0" algn="l"/>
              </a:tabLst>
            </a:pPr>
            <a:r>
              <a:rPr lang="de" sz="1800" b="1" strike="noStrike" spc="-1" dirty="0">
                <a:solidFill>
                  <a:srgbClr val="FF0000"/>
                </a:solidFill>
                <a:latin typeface="Arial"/>
                <a:ea typeface="Arial"/>
              </a:rPr>
              <a:t>Describe the past, the what and the now (see the checklist)</a:t>
            </a:r>
            <a:endParaRPr lang="de-DE" sz="1800" b="0" strike="noStrike" spc="-1" dirty="0">
              <a:solidFill>
                <a:srgbClr val="000000"/>
              </a:solidFill>
              <a:latin typeface="Arial"/>
            </a:endParaRPr>
          </a:p>
          <a:p>
            <a:pPr>
              <a:lnSpc>
                <a:spcPct val="115000"/>
              </a:lnSpc>
              <a:spcBef>
                <a:spcPts val="901"/>
              </a:spcBef>
              <a:tabLst>
                <a:tab pos="0" algn="l"/>
              </a:tabLst>
            </a:pPr>
            <a:endParaRPr lang="de-DE" sz="1200" b="0" strike="noStrike" spc="-1" dirty="0">
              <a:solidFill>
                <a:srgbClr val="000000"/>
              </a:solidFill>
              <a:latin typeface="Arial"/>
            </a:endParaRPr>
          </a:p>
          <a:p>
            <a:pPr>
              <a:lnSpc>
                <a:spcPct val="115000"/>
              </a:lnSpc>
              <a:spcBef>
                <a:spcPts val="901"/>
              </a:spcBef>
              <a:tabLst>
                <a:tab pos="0" algn="l"/>
              </a:tabLst>
            </a:pPr>
            <a:endParaRPr lang="de-DE" sz="1200" b="0" strike="noStrike" spc="-1" dirty="0">
              <a:solidFill>
                <a:srgbClr val="000000"/>
              </a:solidFill>
              <a:latin typeface="Arial"/>
            </a:endParaRPr>
          </a:p>
          <a:p>
            <a:pPr>
              <a:lnSpc>
                <a:spcPct val="115000"/>
              </a:lnSpc>
              <a:spcBef>
                <a:spcPts val="901"/>
              </a:spcBef>
              <a:tabLst>
                <a:tab pos="0" algn="l"/>
              </a:tabLst>
            </a:pPr>
            <a:endParaRPr lang="de-DE" sz="1100" b="0" strike="noStrike" spc="-1" dirty="0">
              <a:solidFill>
                <a:srgbClr val="000000"/>
              </a:solidFill>
              <a:latin typeface="Arial"/>
            </a:endParaRPr>
          </a:p>
          <a:p>
            <a:pPr>
              <a:lnSpc>
                <a:spcPct val="115000"/>
              </a:lnSpc>
              <a:tabLst>
                <a:tab pos="0" algn="l"/>
              </a:tabLst>
            </a:pPr>
            <a:endParaRPr lang="de-DE" sz="1100" b="0" strike="noStrike" spc="-1" dirty="0">
              <a:solidFill>
                <a:srgbClr val="000000"/>
              </a:solidFill>
              <a:latin typeface="Arial"/>
            </a:endParaRPr>
          </a:p>
        </p:txBody>
      </p:sp>
      <p:grpSp>
        <p:nvGrpSpPr>
          <p:cNvPr id="145" name="Google Shape;188;p4"/>
          <p:cNvGrpSpPr/>
          <p:nvPr/>
        </p:nvGrpSpPr>
        <p:grpSpPr>
          <a:xfrm>
            <a:off x="360" y="-1800"/>
            <a:ext cx="3893760" cy="779040"/>
            <a:chOff x="360" y="-1800"/>
            <a:chExt cx="3893760" cy="779040"/>
          </a:xfrm>
        </p:grpSpPr>
        <p:grpSp>
          <p:nvGrpSpPr>
            <p:cNvPr id="146" name="Google Shape;189;p4"/>
            <p:cNvGrpSpPr/>
            <p:nvPr/>
          </p:nvGrpSpPr>
          <p:grpSpPr>
            <a:xfrm>
              <a:off x="360" y="72000"/>
              <a:ext cx="3893760" cy="705240"/>
              <a:chOff x="360" y="72000"/>
              <a:chExt cx="3893760" cy="705240"/>
            </a:xfrm>
          </p:grpSpPr>
          <p:sp>
            <p:nvSpPr>
              <p:cNvPr id="147" name="Google Shape;190;p4"/>
              <p:cNvSpPr/>
              <p:nvPr/>
            </p:nvSpPr>
            <p:spPr>
              <a:xfrm>
                <a:off x="360" y="72000"/>
                <a:ext cx="2879640" cy="705240"/>
              </a:xfrm>
              <a:prstGeom prst="rect">
                <a:avLst/>
              </a:prstGeom>
              <a:solidFill>
                <a:srgbClr val="5562E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sp>
            <p:nvSpPr>
              <p:cNvPr id="148" name="Google Shape;191;p4"/>
              <p:cNvSpPr/>
              <p:nvPr/>
            </p:nvSpPr>
            <p:spPr>
              <a:xfrm>
                <a:off x="2454120" y="72000"/>
                <a:ext cx="1440000" cy="705240"/>
              </a:xfrm>
              <a:prstGeom prst="flowChartInputOutput">
                <a:avLst/>
              </a:prstGeom>
              <a:solidFill>
                <a:srgbClr val="5562EB"/>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grpSp>
        <p:grpSp>
          <p:nvGrpSpPr>
            <p:cNvPr id="149" name="Google Shape;192;p4"/>
            <p:cNvGrpSpPr/>
            <p:nvPr/>
          </p:nvGrpSpPr>
          <p:grpSpPr>
            <a:xfrm>
              <a:off x="360" y="-1800"/>
              <a:ext cx="3817800" cy="705240"/>
              <a:chOff x="360" y="-1800"/>
              <a:chExt cx="3817800" cy="705240"/>
            </a:xfrm>
          </p:grpSpPr>
          <p:sp>
            <p:nvSpPr>
              <p:cNvPr id="150" name="Google Shape;193;p4"/>
              <p:cNvSpPr/>
              <p:nvPr/>
            </p:nvSpPr>
            <p:spPr>
              <a:xfrm>
                <a:off x="360" y="-1800"/>
                <a:ext cx="2850840" cy="705240"/>
              </a:xfrm>
              <a:prstGeom prst="rect">
                <a:avLst/>
              </a:prstGeom>
              <a:solidFill>
                <a:srgbClr val="152044"/>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sp>
            <p:nvSpPr>
              <p:cNvPr id="151" name="Google Shape;194;p4"/>
              <p:cNvSpPr/>
              <p:nvPr/>
            </p:nvSpPr>
            <p:spPr>
              <a:xfrm>
                <a:off x="2392560" y="-1800"/>
                <a:ext cx="1425600" cy="705240"/>
              </a:xfrm>
              <a:prstGeom prst="flowChartInputOutput">
                <a:avLst/>
              </a:prstGeom>
              <a:solidFill>
                <a:srgbClr val="152044"/>
              </a:solidFill>
              <a:ln w="0">
                <a:noFill/>
              </a:ln>
            </p:spPr>
            <p:style>
              <a:lnRef idx="0">
                <a:scrgbClr r="0" g="0" b="0"/>
              </a:lnRef>
              <a:fillRef idx="0">
                <a:scrgbClr r="0" g="0" b="0"/>
              </a:fillRef>
              <a:effectRef idx="0">
                <a:scrgbClr r="0" g="0" b="0"/>
              </a:effectRef>
              <a:fontRef idx="minor"/>
            </p:style>
            <p:txBody>
              <a:bodyPr tIns="91440" bIns="91440" anchor="ctr">
                <a:noAutofit/>
              </a:bodyPr>
              <a:lstStyle/>
              <a:p>
                <a:pPr algn="ctr">
                  <a:lnSpc>
                    <a:spcPct val="100000"/>
                  </a:lnSpc>
                  <a:tabLst>
                    <a:tab pos="0" algn="l"/>
                  </a:tabLst>
                </a:pPr>
                <a:endParaRPr lang="de-DE" sz="1400" b="0" strike="noStrike" spc="-1">
                  <a:solidFill>
                    <a:schemeClr val="dk1"/>
                  </a:solidFill>
                  <a:latin typeface="Montserrat"/>
                  <a:ea typeface="Montserrat"/>
                </a:endParaRPr>
              </a:p>
            </p:txBody>
          </p:sp>
        </p:grpSp>
      </p:grpSp>
      <p:sp>
        <p:nvSpPr>
          <p:cNvPr id="152" name="Google Shape;195;p4"/>
          <p:cNvSpPr/>
          <p:nvPr/>
        </p:nvSpPr>
        <p:spPr>
          <a:xfrm flipH="1">
            <a:off x="12960" y="-82440"/>
            <a:ext cx="3805200" cy="873000"/>
          </a:xfrm>
          <a:prstGeom prst="rect">
            <a:avLst/>
          </a:prstGeom>
          <a:no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15000"/>
              </a:lnSpc>
              <a:tabLst>
                <a:tab pos="0" algn="l"/>
              </a:tabLst>
            </a:pPr>
            <a:r>
              <a:rPr lang="de" sz="1800" b="0" strike="noStrike" spc="-1">
                <a:solidFill>
                  <a:schemeClr val="lt1"/>
                </a:solidFill>
                <a:latin typeface="Montserrat ExtraBold"/>
                <a:ea typeface="Montserrat ExtraBold"/>
              </a:rPr>
              <a:t>Character Name</a:t>
            </a:r>
            <a:endParaRPr lang="de-DE" sz="1800" b="0" strike="noStrike" spc="-1">
              <a:solidFill>
                <a:srgbClr val="000000"/>
              </a:solidFill>
              <a:latin typeface="Arial"/>
            </a:endParaRPr>
          </a:p>
          <a:p>
            <a:pPr>
              <a:lnSpc>
                <a:spcPct val="115000"/>
              </a:lnSpc>
              <a:tabLst>
                <a:tab pos="0" algn="l"/>
              </a:tabLst>
            </a:pPr>
            <a:r>
              <a:rPr lang="de" sz="1800" b="0" strike="noStrike" spc="-1">
                <a:solidFill>
                  <a:srgbClr val="FFB951"/>
                </a:solidFill>
                <a:latin typeface="Montserrat ExtraBold"/>
                <a:ea typeface="Montserrat ExtraBold"/>
              </a:rPr>
              <a:t>Character Bio (Long)</a:t>
            </a:r>
            <a:endParaRPr lang="de-DE" sz="1800" b="0" strike="noStrike" spc="-1">
              <a:solidFill>
                <a:srgbClr val="000000"/>
              </a:solidFill>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3" name="Google Shape;242;p7"/>
          <p:cNvGraphicFramePr/>
          <p:nvPr/>
        </p:nvGraphicFramePr>
        <p:xfrm>
          <a:off x="35640" y="50400"/>
          <a:ext cx="9108000" cy="6180840"/>
        </p:xfrm>
        <a:graphic>
          <a:graphicData uri="http://schemas.openxmlformats.org/drawingml/2006/table">
            <a:tbl>
              <a:tblPr/>
              <a:tblGrid>
                <a:gridCol w="1302480">
                  <a:extLst>
                    <a:ext uri="{9D8B030D-6E8A-4147-A177-3AD203B41FA5}">
                      <a16:colId xmlns:a16="http://schemas.microsoft.com/office/drawing/2014/main" val="20000"/>
                    </a:ext>
                  </a:extLst>
                </a:gridCol>
                <a:gridCol w="3928680">
                  <a:extLst>
                    <a:ext uri="{9D8B030D-6E8A-4147-A177-3AD203B41FA5}">
                      <a16:colId xmlns:a16="http://schemas.microsoft.com/office/drawing/2014/main" val="20001"/>
                    </a:ext>
                  </a:extLst>
                </a:gridCol>
                <a:gridCol w="3876840">
                  <a:extLst>
                    <a:ext uri="{9D8B030D-6E8A-4147-A177-3AD203B41FA5}">
                      <a16:colId xmlns:a16="http://schemas.microsoft.com/office/drawing/2014/main" val="20002"/>
                    </a:ext>
                  </a:extLst>
                </a:gridCol>
              </a:tblGrid>
              <a:tr h="239400">
                <a:tc>
                  <a:txBody>
                    <a:bodyPr/>
                    <a:lstStyle/>
                    <a:p>
                      <a:pPr algn="ctr">
                        <a:lnSpc>
                          <a:spcPct val="100000"/>
                        </a:lnSpc>
                        <a:tabLst>
                          <a:tab pos="0" algn="l"/>
                        </a:tabLst>
                      </a:pPr>
                      <a:r>
                        <a:rPr lang="de" sz="1100" b="1" strike="noStrike" spc="-1">
                          <a:solidFill>
                            <a:schemeClr val="dk1"/>
                          </a:solidFill>
                          <a:latin typeface="Arial"/>
                          <a:ea typeface="Arial"/>
                        </a:rPr>
                        <a:t>Character: (Name)</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FFC000"/>
                    </a:solidFill>
                  </a:tcPr>
                </a:tc>
                <a:tc>
                  <a:txBody>
                    <a:bodyPr/>
                    <a:lstStyle/>
                    <a:p>
                      <a:pPr algn="ctr">
                        <a:lnSpc>
                          <a:spcPct val="100000"/>
                        </a:lnSpc>
                        <a:tabLst>
                          <a:tab pos="0" algn="l"/>
                        </a:tabLst>
                      </a:pPr>
                      <a:r>
                        <a:rPr lang="de" sz="1100" b="1" strike="noStrike" spc="-1">
                          <a:solidFill>
                            <a:schemeClr val="dk1"/>
                          </a:solidFill>
                          <a:latin typeface="Aptos"/>
                          <a:ea typeface="Aptos"/>
                        </a:rPr>
                        <a:t>DIALOGUE BARK – Situation v01 </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FFC000"/>
                    </a:solidFill>
                  </a:tcPr>
                </a:tc>
                <a:tc>
                  <a:txBody>
                    <a:bodyPr/>
                    <a:lstStyle/>
                    <a:p>
                      <a:pPr algn="ctr">
                        <a:lnSpc>
                          <a:spcPct val="100000"/>
                        </a:lnSpc>
                        <a:tabLst>
                          <a:tab pos="0" algn="l"/>
                        </a:tabLst>
                      </a:pPr>
                      <a:r>
                        <a:rPr lang="de" sz="1100" b="1" strike="noStrike" spc="-1">
                          <a:solidFill>
                            <a:schemeClr val="dk1"/>
                          </a:solidFill>
                          <a:latin typeface="Arial"/>
                          <a:ea typeface="Arial"/>
                        </a:rPr>
                        <a:t>DIALOGUE BARK – </a:t>
                      </a:r>
                      <a:r>
                        <a:rPr lang="de" sz="1100" b="0" strike="noStrike" spc="-1">
                          <a:solidFill>
                            <a:schemeClr val="dk1"/>
                          </a:solidFill>
                          <a:latin typeface="Arial"/>
                          <a:ea typeface="Arial"/>
                        </a:rPr>
                        <a:t>Situation </a:t>
                      </a:r>
                      <a:r>
                        <a:rPr lang="de" sz="1100" b="1" strike="noStrike" spc="-1">
                          <a:solidFill>
                            <a:schemeClr val="dk1"/>
                          </a:solidFill>
                          <a:latin typeface="Arial"/>
                          <a:ea typeface="Arial"/>
                        </a:rPr>
                        <a:t> v02</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FFC000"/>
                    </a:solidFill>
                  </a:tcPr>
                </a:tc>
                <a:extLst>
                  <a:ext uri="{0D108BD9-81ED-4DB2-BD59-A6C34878D82A}">
                    <a16:rowId xmlns:a16="http://schemas.microsoft.com/office/drawing/2014/main" val="10000"/>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38160" cap="flat" cmpd="sng" algn="ctr">
                      <a:solidFill>
                        <a:srgbClr val="FFFFFF"/>
                      </a:solidFill>
                      <a:prstDash val="solid"/>
                      <a:round/>
                      <a:headEnd type="none" w="med" len="med"/>
                      <a:tailEnd type="none" w="med" len="med"/>
                    </a:lnT>
                    <a:lnB w="12240">
                      <a:solidFill>
                        <a:srgbClr val="FFFFFF"/>
                      </a:solidFill>
                      <a:prstDash val="solid"/>
                    </a:lnB>
                    <a:noFill/>
                  </a:tcPr>
                </a:tc>
                <a:tc>
                  <a:txBody>
                    <a:bodyPr/>
                    <a:lstStyle/>
                    <a:p>
                      <a:pPr>
                        <a:lnSpc>
                          <a:spcPct val="100000"/>
                        </a:lnSpc>
                        <a:tabLst>
                          <a:tab pos="0" algn="l"/>
                        </a:tabLst>
                      </a:pPr>
                      <a:r>
                        <a:rPr lang="en-GB" sz="1100" b="0" strike="noStrike" spc="-1">
                          <a:solidFill>
                            <a:schemeClr val="dk1"/>
                          </a:solidFill>
                          <a:latin typeface="Arial"/>
                          <a:ea typeface="Arial"/>
                        </a:rPr>
                        <a:t>“OH MEIN GOTT EINE NEUE PERSON HALLO WIE GEHTS DIR ICH MÖCHTE ALLES ÜBER DICH WISSEN!!! :D”</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38160" cap="flat" cmpd="sng" algn="ctr">
                      <a:solidFill>
                        <a:srgbClr val="FFFFFF"/>
                      </a:solidFill>
                      <a:prstDash val="solid"/>
                      <a:round/>
                      <a:headEnd type="none" w="med" len="med"/>
                      <a:tailEnd type="none" w="med" len="me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38160" cap="flat" cmpd="sng" algn="ctr">
                      <a:solidFill>
                        <a:srgbClr val="FFFFFF"/>
                      </a:solidFill>
                      <a:prstDash val="solid"/>
                      <a:round/>
                      <a:headEnd type="none" w="med" len="med"/>
                      <a:tailEnd type="none" w="med" len="med"/>
                    </a:lnT>
                    <a:lnB w="12240">
                      <a:solidFill>
                        <a:srgbClr val="FFFFFF"/>
                      </a:solidFill>
                      <a:prstDash val="solid"/>
                    </a:lnB>
                    <a:noFill/>
                  </a:tcPr>
                </a:tc>
                <a:extLst>
                  <a:ext uri="{0D108BD9-81ED-4DB2-BD59-A6C34878D82A}">
                    <a16:rowId xmlns:a16="http://schemas.microsoft.com/office/drawing/2014/main" val="10001"/>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02"/>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r>
                        <a:rPr lang="en-GB" sz="1100" b="0" strike="noStrike" spc="-1">
                          <a:solidFill>
                            <a:schemeClr val="dk1"/>
                          </a:solidFill>
                          <a:latin typeface="Arial"/>
                          <a:ea typeface="Arial"/>
                        </a:rPr>
                        <a:t>“Keine Sorge, es gibt nichts schlechtes Auf der Welt, dein Problem ist nur in deinem Kopf und nicht real, also wird es dir bald besser gehen! ;)”</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03"/>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04"/>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r>
                        <a:rPr lang="en-GB" sz="1100" b="0" strike="noStrike" spc="-1">
                          <a:solidFill>
                            <a:schemeClr val="dk1"/>
                          </a:solidFill>
                          <a:latin typeface="Arial"/>
                          <a:ea typeface="Arial"/>
                        </a:rPr>
                        <a:t>“Bald träumst du nur noch von Blümchen und Einhörnern, so wie ich! Das wird toll!!!”</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05"/>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06"/>
                  </a:ext>
                </a:extLst>
              </a:tr>
              <a:tr h="239400">
                <a:tc>
                  <a:txBody>
                    <a:bodyPr/>
                    <a:lstStyle/>
                    <a:p>
                      <a:pPr algn="ctr">
                        <a:lnSpc>
                          <a:spcPct val="100000"/>
                        </a:lnSpc>
                        <a:tabLst>
                          <a:tab pos="0" algn="l"/>
                        </a:tabLst>
                      </a:pPr>
                      <a:r>
                        <a:rPr lang="de" sz="1100" b="1" strike="noStrike" spc="-1">
                          <a:solidFill>
                            <a:schemeClr val="dk1"/>
                          </a:solidFill>
                          <a:latin typeface="Arial"/>
                          <a:ea typeface="Arial"/>
                        </a:rPr>
                        <a:t>Character: (Name)</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c>
                  <a:txBody>
                    <a:bodyPr/>
                    <a:lstStyle/>
                    <a:p>
                      <a:pPr algn="ctr">
                        <a:lnSpc>
                          <a:spcPct val="100000"/>
                        </a:lnSpc>
                        <a:tabLst>
                          <a:tab pos="0" algn="l"/>
                        </a:tabLst>
                      </a:pPr>
                      <a:r>
                        <a:rPr lang="de" sz="1100" b="1" strike="noStrike" spc="-1">
                          <a:solidFill>
                            <a:schemeClr val="dk1"/>
                          </a:solidFill>
                          <a:latin typeface="Arial"/>
                          <a:ea typeface="Arial"/>
                        </a:rPr>
                        <a:t>DIALOGUE BARK – Situation  v01</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c>
                  <a:txBody>
                    <a:bodyPr/>
                    <a:lstStyle/>
                    <a:p>
                      <a:pPr algn="ctr">
                        <a:lnSpc>
                          <a:spcPct val="100000"/>
                        </a:lnSpc>
                        <a:tabLst>
                          <a:tab pos="0" algn="l"/>
                        </a:tabLst>
                      </a:pPr>
                      <a:r>
                        <a:rPr lang="de" sz="1100" b="1" strike="noStrike" spc="-1">
                          <a:solidFill>
                            <a:schemeClr val="dk1"/>
                          </a:solidFill>
                          <a:latin typeface="Arial"/>
                          <a:ea typeface="Arial"/>
                        </a:rPr>
                        <a:t>DIALOGUE BARK – Situation  v02</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extLst>
                  <a:ext uri="{0D108BD9-81ED-4DB2-BD59-A6C34878D82A}">
                    <a16:rowId xmlns:a16="http://schemas.microsoft.com/office/drawing/2014/main" val="10007"/>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08"/>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09"/>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10"/>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11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11"/>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12"/>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13"/>
                  </a:ext>
                </a:extLst>
              </a:tr>
              <a:tr h="239400">
                <a:tc>
                  <a:txBody>
                    <a:bodyPr/>
                    <a:lstStyle/>
                    <a:p>
                      <a:pPr algn="ctr">
                        <a:lnSpc>
                          <a:spcPct val="100000"/>
                        </a:lnSpc>
                        <a:tabLst>
                          <a:tab pos="0" algn="l"/>
                        </a:tabLst>
                      </a:pPr>
                      <a:r>
                        <a:rPr lang="de" sz="1100" b="1" strike="noStrike" spc="-1">
                          <a:solidFill>
                            <a:schemeClr val="dk1"/>
                          </a:solidFill>
                          <a:latin typeface="Arial"/>
                          <a:ea typeface="Arial"/>
                        </a:rPr>
                        <a:t>Character: (Name)</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c>
                  <a:txBody>
                    <a:bodyPr/>
                    <a:lstStyle/>
                    <a:p>
                      <a:pPr algn="ctr">
                        <a:lnSpc>
                          <a:spcPct val="100000"/>
                        </a:lnSpc>
                        <a:tabLst>
                          <a:tab pos="0" algn="l"/>
                        </a:tabLst>
                      </a:pPr>
                      <a:r>
                        <a:rPr lang="de" sz="1100" b="1" strike="noStrike" spc="-1">
                          <a:solidFill>
                            <a:schemeClr val="dk1"/>
                          </a:solidFill>
                          <a:latin typeface="Arial"/>
                          <a:ea typeface="Arial"/>
                        </a:rPr>
                        <a:t>DIALOGUE BARK –  Situation v01</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tc>
                  <a:txBody>
                    <a:bodyPr/>
                    <a:lstStyle/>
                    <a:p>
                      <a:pPr algn="ctr">
                        <a:lnSpc>
                          <a:spcPct val="100000"/>
                        </a:lnSpc>
                        <a:tabLst>
                          <a:tab pos="0" algn="l"/>
                        </a:tabLst>
                      </a:pPr>
                      <a:r>
                        <a:rPr lang="de" sz="1100" b="1" strike="noStrike" spc="-1">
                          <a:solidFill>
                            <a:schemeClr val="dk1"/>
                          </a:solidFill>
                          <a:latin typeface="Arial"/>
                          <a:ea typeface="Arial"/>
                        </a:rPr>
                        <a:t>DIALOGUE BARK –  Situation v02</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C000"/>
                    </a:solidFill>
                  </a:tcPr>
                </a:tc>
                <a:extLst>
                  <a:ext uri="{0D108BD9-81ED-4DB2-BD59-A6C34878D82A}">
                    <a16:rowId xmlns:a16="http://schemas.microsoft.com/office/drawing/2014/main" val="10014"/>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15"/>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16"/>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17"/>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18"/>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19"/>
                  </a:ext>
                </a:extLst>
              </a:tr>
              <a:tr h="239400">
                <a:tc>
                  <a:txBody>
                    <a:bodyPr/>
                    <a:lstStyle/>
                    <a:p>
                      <a:pPr>
                        <a:lnSpc>
                          <a:spcPct val="100000"/>
                        </a:lnSpc>
                        <a:tabLst>
                          <a:tab pos="0" algn="l"/>
                        </a:tabLst>
                      </a:pPr>
                      <a:r>
                        <a:rPr lang="de" sz="1100" b="0" strike="noStrike" spc="-1">
                          <a:solidFill>
                            <a:schemeClr val="dk1"/>
                          </a:solidFill>
                          <a:latin typeface="Arial"/>
                          <a:ea typeface="Arial"/>
                        </a:rPr>
                        <a:t>Location/Action</a:t>
                      </a:r>
                      <a:endParaRPr lang="de-DE" sz="1100" b="0" strike="noStrike" spc="-1">
                        <a:solidFill>
                          <a:srgbClr val="000000"/>
                        </a:solidFill>
                        <a:latin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tc>
                  <a:txBody>
                    <a:bodyPr/>
                    <a:lstStyle/>
                    <a:p>
                      <a:pPr>
                        <a:lnSpc>
                          <a:spcPct val="100000"/>
                        </a:lnSpc>
                        <a:tabLst>
                          <a:tab pos="0" algn="l"/>
                        </a:tabLst>
                      </a:pPr>
                      <a:endParaRPr lang="de-DE" sz="900" b="0" strike="noStrike" spc="-1">
                        <a:solidFill>
                          <a:schemeClr val="dk1"/>
                        </a:solidFill>
                        <a:latin typeface="Arial"/>
                        <a:ea typeface="Arial"/>
                      </a:endParaRPr>
                    </a:p>
                  </a:txBody>
                  <a:tcPr marL="68400" marR="684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noFill/>
                  </a:tcPr>
                </a:tc>
                <a:extLst>
                  <a:ext uri="{0D108BD9-81ED-4DB2-BD59-A6C34878D82A}">
                    <a16:rowId xmlns:a16="http://schemas.microsoft.com/office/drawing/2014/main" val="10020"/>
                  </a:ext>
                </a:extLst>
              </a:tr>
            </a:tbl>
          </a:graphicData>
        </a:graphic>
      </p:graphicFrame>
      <p:sp>
        <p:nvSpPr>
          <p:cNvPr id="154" name="Google Shape;243;p7"/>
          <p:cNvSpPr/>
          <p:nvPr/>
        </p:nvSpPr>
        <p:spPr>
          <a:xfrm>
            <a:off x="0" y="0"/>
            <a:ext cx="2999520" cy="396000"/>
          </a:xfrm>
          <a:prstGeom prst="rect">
            <a:avLst/>
          </a:prstGeom>
          <a:noFill/>
          <a:ln w="0">
            <a:noFill/>
          </a:ln>
        </p:spPr>
        <p:style>
          <a:lnRef idx="0">
            <a:scrgbClr r="0" g="0" b="0"/>
          </a:lnRef>
          <a:fillRef idx="0">
            <a:scrgbClr r="0" g="0" b="0"/>
          </a:fillRef>
          <a:effectRef idx="0">
            <a:scrgbClr r="0" g="0" b="0"/>
          </a:effectRef>
          <a:fontRef idx="minor"/>
        </p:style>
        <p:txBody>
          <a:bodyPr tIns="91440" bIns="91440" anchor="t">
            <a:spAutoFit/>
          </a:bodyPr>
          <a:lstStyle/>
          <a:p>
            <a:pPr>
              <a:lnSpc>
                <a:spcPct val="100000"/>
              </a:lnSpc>
              <a:tabLst>
                <a:tab pos="0" algn="l"/>
              </a:tabLst>
            </a:pPr>
            <a:r>
              <a:rPr lang="de" sz="1400" b="0" strike="noStrike" spc="-1">
                <a:solidFill>
                  <a:srgbClr val="000000"/>
                </a:solidFill>
                <a:latin typeface="Arial"/>
                <a:ea typeface="Arial"/>
              </a:rPr>
              <a:t> </a:t>
            </a:r>
            <a:endParaRPr lang="de-DE" sz="1400" b="0" strike="noStrike" spc="-1">
              <a:solidFill>
                <a:srgbClr val="000000"/>
              </a:solidFill>
              <a:latin typeface="Arial"/>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5.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6.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7.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8.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9.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0.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4.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5.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6.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7.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8.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19.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0.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4.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5.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TotalTime>
  <Words>577</Words>
  <Application>Microsoft Office PowerPoint</Application>
  <PresentationFormat>On-screen Show (16:9)</PresentationFormat>
  <Paragraphs>83</Paragraphs>
  <Slides>5</Slides>
  <Notes>1</Notes>
  <HiddenSlides>0</HiddenSlides>
  <MMClips>0</MMClips>
  <ScaleCrop>false</ScaleCrop>
  <HeadingPairs>
    <vt:vector size="6" baseType="variant">
      <vt:variant>
        <vt:lpstr>Fonts Used</vt:lpstr>
      </vt:variant>
      <vt:variant>
        <vt:i4>8</vt:i4>
      </vt:variant>
      <vt:variant>
        <vt:lpstr>Theme</vt:lpstr>
      </vt:variant>
      <vt:variant>
        <vt:i4>24</vt:i4>
      </vt:variant>
      <vt:variant>
        <vt:lpstr>Slide Titles</vt:lpstr>
      </vt:variant>
      <vt:variant>
        <vt:i4>5</vt:i4>
      </vt:variant>
    </vt:vector>
  </HeadingPairs>
  <TitlesOfParts>
    <vt:vector size="37" baseType="lpstr">
      <vt:lpstr>Aptos</vt:lpstr>
      <vt:lpstr>Arial</vt:lpstr>
      <vt:lpstr>Calibri</vt:lpstr>
      <vt:lpstr>Montserrat</vt:lpstr>
      <vt:lpstr>Montserrat ExtraBold</vt:lpstr>
      <vt:lpstr>Symbol</vt:lpstr>
      <vt:lpstr>Times New Roman</vt:lpstr>
      <vt:lpstr>Wingdings</vt:lpstr>
      <vt:lpstr>Simple Light</vt:lpstr>
      <vt:lpstr>Simple Light</vt:lpstr>
      <vt:lpstr>Simple Light</vt:lpstr>
      <vt:lpstr>Simple Light</vt:lpstr>
      <vt:lpstr>Simple Light</vt:lpstr>
      <vt:lpstr>Simple Light</vt:lpstr>
      <vt:lpstr>Simple Light</vt:lpstr>
      <vt:lpstr>Simple Light</vt:lpstr>
      <vt:lpstr>Simple Light</vt:lpstr>
      <vt:lpstr>Simple Light</vt:lpstr>
      <vt:lpstr>Simple Light</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dc:description/>
  <cp:lastModifiedBy>Brenner, Rika (Stud SRH-University)</cp:lastModifiedBy>
  <cp:revision>8</cp:revision>
  <dcterms:modified xsi:type="dcterms:W3CDTF">2026-01-31T17:39:57Z</dcterms:modified>
  <dc:language>de-DE</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5</vt:i4>
  </property>
  <property fmtid="{D5CDD505-2E9C-101B-9397-08002B2CF9AE}" pid="3" name="PresentationFormat">
    <vt:lpwstr>On-screen Show (16:9)</vt:lpwstr>
  </property>
  <property fmtid="{D5CDD505-2E9C-101B-9397-08002B2CF9AE}" pid="4" name="Slides">
    <vt:i4>5</vt:i4>
  </property>
</Properties>
</file>