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26.xml" ContentType="application/vnd.openxmlformats-officedocument.them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Masters/slideMaster1.xml" ContentType="application/vnd.openxmlformats-officedocument.presentationml.slideMaster+xml"/>
  <Override PartName="/ppt/slideMasters/slideMaster25.xml" ContentType="application/vnd.openxmlformats-officedocument.presentationml.slideMaster+xml"/>
  <Override PartName="/ppt/slideMasters/slideMaster12.xml" ContentType="application/vnd.openxmlformats-officedocument.presentationml.slideMaster+xml"/>
  <Override PartName="/ppt/notesSlides/notesSlide6.xml" ContentType="application/vnd.openxmlformats-officedocument.presentationml.notesSlide+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24.xml" ContentType="application/vnd.openxmlformats-officedocument.presentationml.slideLayout+xml"/>
  <Override PartName="/ppt/slideLayouts/slideLayout6.xml" ContentType="application/vnd.openxmlformats-officedocument.presentationml.slideLayout+xml"/>
  <Override PartName="/ppt/slideLayouts/slideLayout25.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 id="2147483660" r:id="rId3"/>
    <p:sldMasterId id="2147483674" r:id="rId4"/>
  </p:sldMasterIdLst>
  <p:notesMasterIdLst>
    <p:notesMasterId r:id="rId5"/>
  </p:notesMasterIdLst>
  <p:sldIdLst>
    <p:sldId id="256" r:id="rId6"/>
    <p:sldId id="257" r:id="rId7"/>
    <p:sldId id="258" r:id="rId8"/>
    <p:sldId id="259" r:id="rId9"/>
    <p:sldId id="260" r:id="rId10"/>
    <p:sldId id="261" r:id="rId11"/>
  </p:sldIdLst>
  <p:sldSz cx="9144000" cy="5143500"/>
  <p:notesSz cx="6858000" cy="9144000"/>
  <p:embeddedFontLst>
    <p:embeddedFont>
      <p:font typeface="Montserrat"/>
      <p:regular r:id="rId12"/>
      <p:bold r:id="rId13"/>
      <p:boldItalic r:id="rId14"/>
    </p:embeddedFont>
    <p:embeddedFont>
      <p:font typeface="Montserrat ExtraBold"/>
    </p:embeddedFont>
    <p:embeddedFont>
      <p:font typeface="Microsoft YaHei"/>
    </p:embeddedFont>
    <p:embeddedFont>
      <p:font typeface="Lucida Sans"/>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12.xml"/><Relationship Id="rId4" Type="http://schemas.openxmlformats.org/officeDocument/2006/relationships/slideMaster" Target="slideMasters/slideMaster25.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font" Target="fonts/Font_1_Montserrat_Regular.fntdata"/><Relationship Id="rId13" Type="http://schemas.openxmlformats.org/officeDocument/2006/relationships/font" Target="fonts/Font_2_Montserrat_Bold.fntdata"/><Relationship Id="rId14" Type="http://schemas.openxmlformats.org/officeDocument/2006/relationships/font" Target="fonts/Font_3_Montserrat_BoldItalic.fntdata"/><Relationship Id="rId1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6.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lang="en-GB" sz="1400" b="0" u="none" strike="noStrike">
                <a:solidFill>
                  <a:srgbClr val="000000"/>
                </a:solidFill>
                <a:effectLst/>
                <a:uFillTx/>
                <a:latin typeface="Arial"/>
              </a:rPr>
              <a:t>Click to move the slide</a:t>
            </a:r>
            <a:endParaRPr lang="en-GB" sz="1400" b="0" u="none" strike="noStrike">
              <a:solidFill>
                <a:srgbClr val="000000"/>
              </a:solidFill>
              <a:effectLst/>
              <a:uFillTx/>
              <a:latin typeface="Arial"/>
            </a:endParaRPr>
          </a:p>
        </p:txBody>
      </p:sp>
      <p:sp>
        <p:nvSpPr>
          <p:cNvPr id="9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lang="en-GB" sz="2000" b="0" u="none" strike="noStrike">
                <a:solidFill>
                  <a:srgbClr val="000000"/>
                </a:solidFill>
                <a:effectLst/>
                <a:uFillTx/>
                <a:latin typeface="Arial"/>
              </a:rPr>
              <a:t>Click to edit the notes' format</a:t>
            </a:r>
            <a:endParaRPr lang="en-GB" sz="2000" b="0" u="none" strike="noStrike">
              <a:solidFill>
                <a:srgbClr val="000000"/>
              </a:solidFill>
              <a:effectLst/>
              <a:uFillTx/>
              <a:latin typeface="Arial"/>
            </a:endParaRPr>
          </a:p>
        </p:txBody>
      </p:sp>
      <p:sp>
        <p:nvSpPr>
          <p:cNvPr id="100"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lang="en-GB" sz="1400" b="0" u="none" strike="noStrike">
                <a:solidFill>
                  <a:srgbClr val="000000"/>
                </a:solidFill>
                <a:effectLst/>
                <a:uFillTx/>
                <a:latin typeface="Times New Roman"/>
              </a:rPr>
              <a:t> </a:t>
            </a:r>
            <a:endParaRPr lang="en-GB" sz="1400" b="0" u="none" strike="noStrike">
              <a:solidFill>
                <a:srgbClr val="000000"/>
              </a:solidFill>
              <a:effectLst/>
              <a:uFillTx/>
              <a:latin typeface="Times New Roman"/>
            </a:endParaRPr>
          </a:p>
        </p:txBody>
      </p:sp>
      <p:sp>
        <p:nvSpPr>
          <p:cNvPr id="101" name="PlaceHolder 4"/>
          <p:cNvSpPr>
            <a:spLocks noGrp="1"/>
          </p:cNvSpPr>
          <p:nvPr>
            <p:ph type="dt" idx="50"/>
          </p:nvPr>
        </p:nvSpPr>
        <p:spPr>
          <a:xfrm>
            <a:off x="4278960" y="0"/>
            <a:ext cx="3280680" cy="534240"/>
          </a:xfrm>
          <a:prstGeom prst="rect">
            <a:avLst/>
          </a:prstGeom>
          <a:noFill/>
          <a:ln w="0">
            <a:noFill/>
          </a:ln>
        </p:spPr>
        <p:txBody>
          <a:bodyPr lIns="0" rIns="0" t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 </a:t>
            </a:r>
            <a:endParaRPr lang="en-GB" sz="1400" b="0" u="none" strike="noStrike">
              <a:solidFill>
                <a:srgbClr val="000000"/>
              </a:solidFill>
              <a:effectLst/>
              <a:uFillTx/>
              <a:latin typeface="Times New Roman"/>
            </a:endParaRPr>
          </a:p>
        </p:txBody>
      </p:sp>
      <p:sp>
        <p:nvSpPr>
          <p:cNvPr id="102" name="PlaceHolder 5"/>
          <p:cNvSpPr>
            <a:spLocks noGrp="1"/>
          </p:cNvSpPr>
          <p:nvPr>
            <p:ph type="ftr" idx="51"/>
          </p:nvPr>
        </p:nvSpPr>
        <p:spPr>
          <a:xfrm>
            <a:off x="0" y="10157400"/>
            <a:ext cx="3280680" cy="534240"/>
          </a:xfrm>
          <a:prstGeom prst="rect">
            <a:avLst/>
          </a:prstGeom>
          <a:noFill/>
          <a:ln w="0">
            <a:noFill/>
          </a:ln>
        </p:spPr>
        <p:txBody>
          <a:bodyPr lIns="0" rIns="0" t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 </a:t>
            </a:r>
            <a:endParaRPr lang="en-GB" sz="1400" b="0" u="none" strike="noStrike">
              <a:solidFill>
                <a:srgbClr val="000000"/>
              </a:solidFill>
              <a:effectLst/>
              <a:uFillTx/>
              <a:latin typeface="Times New Roman"/>
            </a:endParaRPr>
          </a:p>
        </p:txBody>
      </p:sp>
      <p:sp>
        <p:nvSpPr>
          <p:cNvPr id="103" name="PlaceHolder 6"/>
          <p:cNvSpPr>
            <a:spLocks noGrp="1"/>
          </p:cNvSpPr>
          <p:nvPr>
            <p:ph type="sldNum" idx="52"/>
          </p:nvPr>
        </p:nvSpPr>
        <p:spPr>
          <a:xfrm>
            <a:off x="4278960" y="10157400"/>
            <a:ext cx="3280680" cy="534240"/>
          </a:xfrm>
          <a:prstGeom prst="rect">
            <a:avLst/>
          </a:prstGeom>
          <a:noFill/>
          <a:ln w="0">
            <a:noFill/>
          </a:ln>
        </p:spPr>
        <p:txBody>
          <a:bodyPr lIns="0" rIns="0" t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E9E448BF-EC2F-40D5-8A6D-62CC5201EEAB}" type="slidenum">
              <a:rPr lang="en-GB" sz="1400" b="0" u="none" strike="noStrike">
                <a:solidFill>
                  <a:srgbClr val="000000"/>
                </a:solidFill>
                <a:effectLst/>
                <a:uFillTx/>
                <a:latin typeface="Times New Roman"/>
              </a:rPr>
              <a:t>1</a:t>
            </a:fld>
            <a:endParaRPr lang="en-GB"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PlaceHolder 1"/>
          <p:cNvSpPr>
            <a:spLocks noGrp="1"/>
          </p:cNvSpPr>
          <p:nvPr>
            <p:ph type="sldImg"/>
          </p:nvPr>
        </p:nvSpPr>
        <p:spPr>
          <a:xfrm>
            <a:off x="380880" y="685800"/>
            <a:ext cx="6095520" cy="3428640"/>
          </a:xfrm>
          <a:prstGeom prst="rect">
            <a:avLst/>
          </a:prstGeom>
          <a:ln w="0">
            <a:noFill/>
          </a:ln>
        </p:spPr>
      </p:sp>
      <p:sp>
        <p:nvSpPr>
          <p:cNvPr id="172" name="PlaceHolder 2"/>
          <p:cNvSpPr>
            <a:spLocks noGrp="1"/>
          </p:cNvSpPr>
          <p:nvPr>
            <p:ph type="body"/>
          </p:nvPr>
        </p:nvSpPr>
        <p:spPr>
          <a:xfrm>
            <a:off x="685800" y="4400640"/>
            <a:ext cx="5486040" cy="3600360"/>
          </a:xfrm>
          <a:prstGeom prst="rect">
            <a:avLst/>
          </a:prstGeom>
          <a:noFill/>
          <a:ln w="0">
            <a:noFill/>
          </a:ln>
        </p:spPr>
        <p:txBody>
          <a:bodyPr lIns="91440" rIns="91440" tIns="45720" bIns="45720" anchor="t">
            <a:noAutofit/>
          </a:bodyPr>
          <a:p>
            <a:pPr indent="0">
              <a:lnSpc>
                <a:spcPct val="100000"/>
              </a:lnSpc>
              <a:buNone/>
              <a:tabLst>
                <a:tab algn="l" pos="0"/>
              </a:tabLst>
            </a:pPr>
            <a:r>
              <a:rPr lang="de" sz="1100" b="0" u="none" strike="noStrike">
                <a:solidFill>
                  <a:srgbClr val="000000"/>
                </a:solidFill>
                <a:effectLst/>
                <a:uFillTx/>
                <a:latin typeface="Arial"/>
                <a:ea typeface="Arial"/>
              </a:rPr>
              <a:t>20 minutes </a:t>
            </a:r>
            <a:endParaRPr lang="en-GB" sz="1100" b="0" u="none" strike="noStrike">
              <a:solidFill>
                <a:srgbClr val="000000"/>
              </a:solidFill>
              <a:effectLst/>
              <a:uFillTx/>
              <a:latin typeface="Arial"/>
            </a:endParaRPr>
          </a:p>
          <a:p>
            <a:pPr indent="0">
              <a:lnSpc>
                <a:spcPct val="100000"/>
              </a:lnSpc>
              <a:buNone/>
              <a:tabLst>
                <a:tab algn="l" pos="0"/>
              </a:tabLst>
            </a:pPr>
            <a:endParaRPr lang="en-GB" sz="1100" b="0" u="none" strike="noStrike">
              <a:solidFill>
                <a:srgbClr val="000000"/>
              </a:solidFill>
              <a:effectLst/>
              <a:uFillTx/>
              <a:latin typeface="Arial"/>
            </a:endParaRPr>
          </a:p>
          <a:p>
            <a:pPr indent="0">
              <a:lnSpc>
                <a:spcPct val="100000"/>
              </a:lnSpc>
              <a:buNone/>
              <a:tabLst>
                <a:tab algn="l" pos="0"/>
              </a:tabLst>
            </a:pPr>
            <a:r>
              <a:rPr lang="de" sz="1100" b="0" u="none" strike="noStrike">
                <a:solidFill>
                  <a:srgbClr val="000000"/>
                </a:solidFill>
                <a:effectLst/>
                <a:uFillTx/>
                <a:latin typeface="Arial"/>
                <a:ea typeface="Arial"/>
              </a:rPr>
              <a:t>Remember, when you are done your first draft. YOU ARE NOT DONE.  COUNT YOUR WORDS, if you are over 20 or under 3 in any line of dialogue you must edit your own text to make it fit or expand on the world lore or to make the character speaking sound unique. </a:t>
            </a:r>
            <a:endParaRPr lang="en-GB" sz="1100" b="0" u="none" strike="noStrike">
              <a:solidFill>
                <a:srgbClr val="000000"/>
              </a:solidFill>
              <a:effectLst/>
              <a:uFillTx/>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bg>
      <p:bgPr>
        <a:solidFill>
          <a:schemeClr val="lt1"/>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311760" y="744480"/>
            <a:ext cx="8520120" cy="2052360"/>
          </a:xfrm>
          <a:prstGeom prst="rect">
            <a:avLst/>
          </a:prstGeom>
          <a:noFill/>
          <a:ln w="0">
            <a:noFill/>
          </a:ln>
        </p:spPr>
        <p:txBody>
          <a:bodyPr lIns="91440" rIns="91440" tIns="91440" bIns="91440" anchor="b">
            <a:normAutofit/>
          </a:bodyPr>
          <a:p>
            <a:pPr indent="0">
              <a:buNone/>
            </a:pPr>
            <a:r>
              <a:rPr lang="en-GB" sz="5200" b="0" u="none" strike="noStrike">
                <a:solidFill>
                  <a:srgbClr val="000000"/>
                </a:solidFill>
                <a:effectLst/>
                <a:uFillTx/>
                <a:latin typeface="Arial"/>
              </a:rPr>
              <a:t>Click to edit the title text format</a:t>
            </a:r>
            <a:endParaRPr lang="en-GB" sz="5200" b="0" u="none" strike="noStrike">
              <a:solidFill>
                <a:srgbClr val="000000"/>
              </a:solidFill>
              <a:effectLst/>
              <a:uFillTx/>
              <a:latin typeface="Arial"/>
            </a:endParaRPr>
          </a:p>
        </p:txBody>
      </p:sp>
      <p:sp>
        <p:nvSpPr>
          <p:cNvPr id="3" name="PlaceHolder 2"/>
          <p:cNvSpPr>
            <a:spLocks noGrp="1"/>
          </p:cNvSpPr>
          <p:nvPr>
            <p:ph type="sldNum" idx="1"/>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EDB795E4-9FD2-475E-9BFC-129B7D5F71AD}"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IG_NUMBER">
    <p:bg>
      <p:bgPr>
        <a:solidFill>
          <a:schemeClr val="lt1"/>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311760" y="1106280"/>
            <a:ext cx="8520120" cy="1963080"/>
          </a:xfrm>
          <a:prstGeom prst="rect">
            <a:avLst/>
          </a:prstGeom>
          <a:noFill/>
          <a:ln w="0">
            <a:noFill/>
          </a:ln>
        </p:spPr>
        <p:txBody>
          <a:bodyPr lIns="91440" rIns="91440" tIns="91440" bIns="91440" anchor="b">
            <a:normAutofit lnSpcReduction="9999"/>
          </a:bodyPr>
          <a:p>
            <a:pPr indent="0" algn="ctr">
              <a:lnSpc>
                <a:spcPct val="100000"/>
              </a:lnSpc>
              <a:buNone/>
            </a:pPr>
            <a:r>
              <a:rPr lang="en-GB" sz="12000" b="0" u="none" strike="noStrike">
                <a:solidFill>
                  <a:schemeClr val="dk1"/>
                </a:solidFill>
                <a:effectLst/>
                <a:uFillTx/>
                <a:latin typeface="Arial"/>
                <a:ea typeface="Arial"/>
              </a:rPr>
              <a:t>xx%</a:t>
            </a:r>
            <a:endParaRPr lang="en-GB" sz="12000" b="0" u="none" strike="noStrike">
              <a:solidFill>
                <a:srgbClr val="000000"/>
              </a:solidFill>
              <a:effectLst/>
              <a:uFillTx/>
              <a:latin typeface="Arial"/>
            </a:endParaRPr>
          </a:p>
        </p:txBody>
      </p:sp>
      <p:sp>
        <p:nvSpPr>
          <p:cNvPr id="5" name="PlaceHolder 2"/>
          <p:cNvSpPr>
            <a:spLocks noGrp="1"/>
          </p:cNvSpPr>
          <p:nvPr>
            <p:ph type="body"/>
          </p:nvPr>
        </p:nvSpPr>
        <p:spPr>
          <a:xfrm>
            <a:off x="311760" y="3152160"/>
            <a:ext cx="8520120" cy="1300320"/>
          </a:xfrm>
          <a:prstGeom prst="rect">
            <a:avLst/>
          </a:prstGeom>
          <a:noFill/>
          <a:ln w="0">
            <a:noFill/>
          </a:ln>
        </p:spPr>
        <p:txBody>
          <a:bodyPr lIns="91440" rIns="91440" tIns="91440" bIns="91440" anchor="t">
            <a:normAutofit fontScale="47500" lnSpcReduction="19999"/>
          </a:bodyPr>
          <a:p>
            <a:pPr marL="432000" indent="-324000">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6" name="PlaceHolder 3"/>
          <p:cNvSpPr>
            <a:spLocks noGrp="1"/>
          </p:cNvSpPr>
          <p:nvPr>
            <p:ph type="sldNum" idx="2"/>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E1ECE759-405F-415D-87AA-0D8607FE1EF8}"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chemeClr val="lt1"/>
        </a:solidFill>
      </p:bgPr>
    </p:bg>
    <p:spTree>
      <p:nvGrpSpPr>
        <p:cNvPr id="1" name=""/>
        <p:cNvGrpSpPr/>
        <p:nvPr/>
      </p:nvGrpSpPr>
      <p:grpSpPr>
        <a:xfrm>
          <a:off x="0" y="0"/>
          <a:ext cx="0" cy="0"/>
          <a:chOff x="0" y="0"/>
          <a:chExt cx="0" cy="0"/>
        </a:xfrm>
      </p:grpSpPr>
      <p:sp>
        <p:nvSpPr>
          <p:cNvPr id="7" name="PlaceHolder 1"/>
          <p:cNvSpPr>
            <a:spLocks noGrp="1"/>
          </p:cNvSpPr>
          <p:nvPr>
            <p:ph type="sldNum" idx="3"/>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A6DB9AEC-41E6-4EA0-A83C-F263E4F52167}"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bg>
      <p:bgPr>
        <a:solidFill>
          <a:schemeClr val="lt1"/>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311760" y="2151000"/>
            <a:ext cx="8520120" cy="841320"/>
          </a:xfrm>
          <a:prstGeom prst="rect">
            <a:avLst/>
          </a:prstGeom>
          <a:noFill/>
          <a:ln w="0">
            <a:noFill/>
          </a:ln>
        </p:spPr>
        <p:txBody>
          <a:bodyPr lIns="91440" rIns="91440" tIns="91440" bIns="91440" anchor="ctr">
            <a:normAutofit/>
          </a:bodyPr>
          <a:p>
            <a:pPr indent="0">
              <a:buNone/>
            </a:pPr>
            <a:r>
              <a:rPr lang="en-GB" sz="3600" b="0" u="none" strike="noStrike">
                <a:solidFill>
                  <a:srgbClr val="000000"/>
                </a:solidFill>
                <a:effectLst/>
                <a:uFillTx/>
                <a:latin typeface="Arial"/>
              </a:rPr>
              <a:t>Click to edit the title text format</a:t>
            </a:r>
            <a:endParaRPr lang="en-GB" sz="3600" b="0" u="none" strike="noStrike">
              <a:solidFill>
                <a:srgbClr val="000000"/>
              </a:solidFill>
              <a:effectLst/>
              <a:uFillTx/>
              <a:latin typeface="Arial"/>
            </a:endParaRPr>
          </a:p>
        </p:txBody>
      </p:sp>
      <p:sp>
        <p:nvSpPr>
          <p:cNvPr id="9" name="PlaceHolder 2"/>
          <p:cNvSpPr>
            <a:spLocks noGrp="1"/>
          </p:cNvSpPr>
          <p:nvPr>
            <p:ph type="sldNum" idx="4"/>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46CE12BB-F780-4756-AC04-5615F70777CE}"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_AND_BODY">
    <p:bg>
      <p:bgPr>
        <a:solidFill>
          <a:schemeClr val="lt1"/>
        </a:solidFill>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lnSpcReduction="9999"/>
          </a:bodyPr>
          <a:p>
            <a:pPr indent="0">
              <a:buNone/>
            </a:pPr>
            <a:r>
              <a:rPr lang="en-GB" sz="2800" b="0" u="none" strike="noStrike">
                <a:solidFill>
                  <a:srgbClr val="000000"/>
                </a:solidFill>
                <a:effectLst/>
                <a:uFillTx/>
                <a:latin typeface="Arial"/>
              </a:rPr>
              <a:t>Click to edit the title text format</a:t>
            </a:r>
            <a:endParaRPr lang="en-GB" sz="2800" b="0" u="none" strike="noStrike">
              <a:solidFill>
                <a:srgbClr val="000000"/>
              </a:solidFill>
              <a:effectLst/>
              <a:uFillTx/>
              <a:latin typeface="Arial"/>
            </a:endParaRPr>
          </a:p>
        </p:txBody>
      </p:sp>
      <p:sp>
        <p:nvSpPr>
          <p:cNvPr id="11" name="PlaceHolder 2"/>
          <p:cNvSpPr>
            <a:spLocks noGrp="1"/>
          </p:cNvSpPr>
          <p:nvPr>
            <p:ph type="body"/>
          </p:nvPr>
        </p:nvSpPr>
        <p:spPr>
          <a:xfrm>
            <a:off x="311760" y="1152360"/>
            <a:ext cx="8520120" cy="3416040"/>
          </a:xfrm>
          <a:prstGeom prst="rect">
            <a:avLst/>
          </a:prstGeom>
          <a:noFill/>
          <a:ln w="0">
            <a:noFill/>
          </a:ln>
        </p:spPr>
        <p:txBody>
          <a:bodyPr lIns="91440" rIns="91440" tIns="91440" bIns="91440" anchor="t">
            <a:normAutofit/>
          </a:bodyPr>
          <a:p>
            <a:pPr marL="432000" indent="-324000">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12" name="PlaceHolder 3"/>
          <p:cNvSpPr>
            <a:spLocks noGrp="1"/>
          </p:cNvSpPr>
          <p:nvPr>
            <p:ph type="sldNum" idx="5"/>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45FE0D70-9B86-4030-B071-CD674AF4716D}"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_AND_TWO_COLUMNS">
    <p:bg>
      <p:bgPr>
        <a:solidFill>
          <a:schemeClr val="lt1"/>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lnSpcReduction="9999"/>
          </a:bodyPr>
          <a:p>
            <a:pPr indent="0">
              <a:buNone/>
            </a:pPr>
            <a:r>
              <a:rPr lang="en-GB" sz="2800" b="0" u="none" strike="noStrike">
                <a:solidFill>
                  <a:srgbClr val="000000"/>
                </a:solidFill>
                <a:effectLst/>
                <a:uFillTx/>
                <a:latin typeface="Arial"/>
              </a:rPr>
              <a:t>Click to edit the title text format</a:t>
            </a:r>
            <a:endParaRPr lang="en-GB" sz="2800" b="0" u="none" strike="noStrike">
              <a:solidFill>
                <a:srgbClr val="000000"/>
              </a:solidFill>
              <a:effectLst/>
              <a:uFillTx/>
              <a:latin typeface="Arial"/>
            </a:endParaRPr>
          </a:p>
        </p:txBody>
      </p:sp>
      <p:sp>
        <p:nvSpPr>
          <p:cNvPr id="14" name="PlaceHolder 2"/>
          <p:cNvSpPr>
            <a:spLocks noGrp="1"/>
          </p:cNvSpPr>
          <p:nvPr>
            <p:ph type="body"/>
          </p:nvPr>
        </p:nvSpPr>
        <p:spPr>
          <a:xfrm>
            <a:off x="311760" y="1152360"/>
            <a:ext cx="3999600" cy="3416040"/>
          </a:xfrm>
          <a:prstGeom prst="rect">
            <a:avLst/>
          </a:prstGeom>
          <a:noFill/>
          <a:ln w="0">
            <a:noFill/>
          </a:ln>
        </p:spPr>
        <p:txBody>
          <a:bodyPr lIns="91440" rIns="91440" tIns="91440" bIns="91440" anchor="t">
            <a:normAutofit/>
          </a:bodyPr>
          <a:p>
            <a:pPr marL="432000" indent="-324000">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endParaRPr lang="en-GB" sz="14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endParaRPr lang="en-GB" sz="14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endParaRPr lang="en-GB" sz="1400" b="0" u="none" strike="noStrike">
              <a:solidFill>
                <a:srgbClr val="000000"/>
              </a:solidFill>
              <a:effectLst/>
              <a:uFillTx/>
              <a:latin typeface="Arial"/>
            </a:endParaRPr>
          </a:p>
        </p:txBody>
      </p:sp>
      <p:sp>
        <p:nvSpPr>
          <p:cNvPr id="15" name="PlaceHolder 3"/>
          <p:cNvSpPr>
            <a:spLocks noGrp="1"/>
          </p:cNvSpPr>
          <p:nvPr>
            <p:ph type="body"/>
          </p:nvPr>
        </p:nvSpPr>
        <p:spPr>
          <a:xfrm>
            <a:off x="4832280" y="1152360"/>
            <a:ext cx="3999600" cy="3416040"/>
          </a:xfrm>
          <a:prstGeom prst="rect">
            <a:avLst/>
          </a:prstGeom>
          <a:noFill/>
          <a:ln w="0">
            <a:noFill/>
          </a:ln>
        </p:spPr>
        <p:txBody>
          <a:bodyPr lIns="91440" rIns="91440" tIns="91440" bIns="91440" anchor="t">
            <a:normAutofit/>
          </a:bodyPr>
          <a:p>
            <a:pPr marL="432000" indent="-324000">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endParaRPr lang="en-GB" sz="14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endParaRPr lang="en-GB" sz="14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endParaRPr lang="en-GB" sz="1400" b="0" u="none" strike="noStrike">
              <a:solidFill>
                <a:srgbClr val="000000"/>
              </a:solidFill>
              <a:effectLst/>
              <a:uFillTx/>
              <a:latin typeface="Arial"/>
            </a:endParaRPr>
          </a:p>
        </p:txBody>
      </p:sp>
      <p:sp>
        <p:nvSpPr>
          <p:cNvPr id="16" name="PlaceHolder 4"/>
          <p:cNvSpPr>
            <a:spLocks noGrp="1"/>
          </p:cNvSpPr>
          <p:nvPr>
            <p:ph type="sldNum" idx="6"/>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9DCEACE4-30ED-4334-8FA8-B0BFCC5812B4}"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bg>
      <p:bgPr>
        <a:solidFill>
          <a:schemeClr val="lt1"/>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lnSpcReduction="9999"/>
          </a:bodyPr>
          <a:p>
            <a:pPr indent="0">
              <a:buNone/>
            </a:pPr>
            <a:r>
              <a:rPr lang="en-GB" sz="2800" b="0" u="none" strike="noStrike">
                <a:solidFill>
                  <a:srgbClr val="000000"/>
                </a:solidFill>
                <a:effectLst/>
                <a:uFillTx/>
                <a:latin typeface="Arial"/>
              </a:rPr>
              <a:t>Click to edit the title text format</a:t>
            </a:r>
            <a:endParaRPr lang="en-GB" sz="2800" b="0" u="none" strike="noStrike">
              <a:solidFill>
                <a:srgbClr val="000000"/>
              </a:solidFill>
              <a:effectLst/>
              <a:uFillTx/>
              <a:latin typeface="Arial"/>
            </a:endParaRPr>
          </a:p>
        </p:txBody>
      </p:sp>
      <p:sp>
        <p:nvSpPr>
          <p:cNvPr id="18" name="PlaceHolder 2"/>
          <p:cNvSpPr>
            <a:spLocks noGrp="1"/>
          </p:cNvSpPr>
          <p:nvPr>
            <p:ph type="sldNum" idx="7"/>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F0BFF4C1-EEC8-43CF-9DDF-2D8039E0B619}"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NE_COLUMN_TEXT">
    <p:bg>
      <p:bgPr>
        <a:solidFill>
          <a:schemeClr val="lt1"/>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311760" y="555480"/>
            <a:ext cx="2807640" cy="755280"/>
          </a:xfrm>
          <a:prstGeom prst="rect">
            <a:avLst/>
          </a:prstGeom>
          <a:noFill/>
          <a:ln w="0">
            <a:noFill/>
          </a:ln>
        </p:spPr>
        <p:txBody>
          <a:bodyPr lIns="91440" rIns="91440" tIns="91440" bIns="91440" anchor="b">
            <a:normAutofit fontScale="85000" lnSpcReduction="9999"/>
          </a:bodyPr>
          <a:p>
            <a:pPr indent="0">
              <a:buNone/>
            </a:pPr>
            <a:r>
              <a:rPr lang="en-GB" sz="2400" b="0" u="none" strike="noStrike">
                <a:solidFill>
                  <a:srgbClr val="000000"/>
                </a:solidFill>
                <a:effectLst/>
                <a:uFillTx/>
                <a:latin typeface="Arial"/>
              </a:rPr>
              <a:t>Click to edit the title text format</a:t>
            </a:r>
            <a:endParaRPr lang="en-GB" sz="2400" b="0" u="none" strike="noStrike">
              <a:solidFill>
                <a:srgbClr val="000000"/>
              </a:solidFill>
              <a:effectLst/>
              <a:uFillTx/>
              <a:latin typeface="Arial"/>
            </a:endParaRPr>
          </a:p>
        </p:txBody>
      </p:sp>
      <p:sp>
        <p:nvSpPr>
          <p:cNvPr id="20" name="PlaceHolder 2"/>
          <p:cNvSpPr>
            <a:spLocks noGrp="1"/>
          </p:cNvSpPr>
          <p:nvPr>
            <p:ph type="body"/>
          </p:nvPr>
        </p:nvSpPr>
        <p:spPr>
          <a:xfrm>
            <a:off x="311760" y="1389600"/>
            <a:ext cx="2807640" cy="3179160"/>
          </a:xfrm>
          <a:prstGeom prst="rect">
            <a:avLst/>
          </a:prstGeom>
          <a:noFill/>
          <a:ln w="0">
            <a:noFill/>
          </a:ln>
        </p:spPr>
        <p:txBody>
          <a:bodyPr lIns="91440" rIns="91440" tIns="91440" bIns="91440" anchor="t">
            <a:normAutofit fontScale="32500" lnSpcReduction="19999"/>
          </a:bodyPr>
          <a:p>
            <a:pPr marL="432000" indent="-324000">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endParaRPr lang="en-GB" sz="1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endParaRPr lang="en-GB" sz="12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endParaRPr lang="en-GB" sz="12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endParaRPr lang="en-GB" sz="12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endParaRPr lang="en-GB" sz="12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endParaRPr lang="en-GB" sz="12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endParaRPr lang="en-GB" sz="1200" b="0" u="none" strike="noStrike">
              <a:solidFill>
                <a:srgbClr val="000000"/>
              </a:solidFill>
              <a:effectLst/>
              <a:uFillTx/>
              <a:latin typeface="Arial"/>
            </a:endParaRPr>
          </a:p>
        </p:txBody>
      </p:sp>
      <p:sp>
        <p:nvSpPr>
          <p:cNvPr id="21" name="PlaceHolder 3"/>
          <p:cNvSpPr>
            <a:spLocks noGrp="1"/>
          </p:cNvSpPr>
          <p:nvPr>
            <p:ph type="sldNum" idx="8"/>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FF3E55E2-67A2-4063-8C62-4BBC7C130DAE}"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IN_POINT">
    <p:bg>
      <p:bgPr>
        <a:solidFill>
          <a:schemeClr val="lt1"/>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490320" y="450000"/>
            <a:ext cx="6367320" cy="4090320"/>
          </a:xfrm>
          <a:prstGeom prst="rect">
            <a:avLst/>
          </a:prstGeom>
          <a:noFill/>
          <a:ln w="0">
            <a:noFill/>
          </a:ln>
        </p:spPr>
        <p:txBody>
          <a:bodyPr lIns="91440" rIns="91440" tIns="91440" bIns="91440" anchor="ctr">
            <a:normAutofit/>
          </a:bodyPr>
          <a:p>
            <a:pPr indent="0">
              <a:buNone/>
            </a:pPr>
            <a:r>
              <a:rPr lang="en-GB" sz="4800" b="0" u="none" strike="noStrike">
                <a:solidFill>
                  <a:srgbClr val="000000"/>
                </a:solidFill>
                <a:effectLst/>
                <a:uFillTx/>
                <a:latin typeface="Arial"/>
              </a:rPr>
              <a:t>Click to edit the title text format</a:t>
            </a:r>
            <a:endParaRPr lang="en-GB" sz="4800" b="0" u="none" strike="noStrike">
              <a:solidFill>
                <a:srgbClr val="000000"/>
              </a:solidFill>
              <a:effectLst/>
              <a:uFillTx/>
              <a:latin typeface="Arial"/>
            </a:endParaRPr>
          </a:p>
        </p:txBody>
      </p:sp>
      <p:sp>
        <p:nvSpPr>
          <p:cNvPr id="23" name="PlaceHolder 2"/>
          <p:cNvSpPr>
            <a:spLocks noGrp="1"/>
          </p:cNvSpPr>
          <p:nvPr>
            <p:ph type="sldNum" idx="9"/>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E16BD3F3-255E-4790-9568-6763DA3AA466}"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TITLE_AND_DESCRIPTION">
    <p:bg>
      <p:bgPr>
        <a:solidFill>
          <a:schemeClr val="lt1"/>
        </a:solidFill>
      </p:bgPr>
    </p:bg>
    <p:spTree>
      <p:nvGrpSpPr>
        <p:cNvPr id="1" name=""/>
        <p:cNvGrpSpPr/>
        <p:nvPr/>
      </p:nvGrpSpPr>
      <p:grpSpPr>
        <a:xfrm>
          <a:off x="0" y="0"/>
          <a:ext cx="0" cy="0"/>
          <a:chOff x="0" y="0"/>
          <a:chExt cx="0" cy="0"/>
        </a:xfrm>
      </p:grpSpPr>
      <p:sp>
        <p:nvSpPr>
          <p:cNvPr id="24" name="Google Shape;36;p31"/>
          <p:cNvSpPr/>
          <p:nvPr/>
        </p:nvSpPr>
        <p:spPr>
          <a:xfrm>
            <a:off x="4572000" y="0"/>
            <a:ext cx="4571640" cy="5143320"/>
          </a:xfrm>
          <a:prstGeom prst="rect">
            <a:avLst/>
          </a:prstGeom>
          <a:solidFill>
            <a:schemeClr val="lt2"/>
          </a:solidFill>
          <a:ln w="0">
            <a:noFill/>
          </a:ln>
        </p:spPr>
        <p:style>
          <a:lnRef idx="0"/>
          <a:fillRef idx="0"/>
          <a:effectRef idx="0"/>
          <a:fontRef idx="minor"/>
        </p:style>
        <p:txBody>
          <a:bodyPr tIns="91440" bIns="91440" anchor="ctr">
            <a:noAutofit/>
          </a:bodyPr>
          <a:p>
            <a:pPr>
              <a:lnSpc>
                <a:spcPct val="100000"/>
              </a:lnSpc>
              <a:tabLst>
                <a:tab algn="l" pos="0"/>
              </a:tabLst>
            </a:pPr>
            <a:endParaRPr lang="en-GB" sz="1400" b="0" u="none" strike="noStrike">
              <a:solidFill>
                <a:srgbClr val="000000"/>
              </a:solidFill>
              <a:effectLst/>
              <a:uFillTx/>
              <a:latin typeface="Arial"/>
              <a:ea typeface="Arial"/>
            </a:endParaRPr>
          </a:p>
        </p:txBody>
      </p:sp>
      <p:sp>
        <p:nvSpPr>
          <p:cNvPr id="25" name="PlaceHolder 1"/>
          <p:cNvSpPr>
            <a:spLocks noGrp="1"/>
          </p:cNvSpPr>
          <p:nvPr>
            <p:ph type="title"/>
          </p:nvPr>
        </p:nvSpPr>
        <p:spPr>
          <a:xfrm>
            <a:off x="265680" y="1233000"/>
            <a:ext cx="4044960" cy="1482120"/>
          </a:xfrm>
          <a:prstGeom prst="rect">
            <a:avLst/>
          </a:prstGeom>
          <a:noFill/>
          <a:ln w="0">
            <a:noFill/>
          </a:ln>
        </p:spPr>
        <p:txBody>
          <a:bodyPr lIns="91440" rIns="91440" tIns="91440" bIns="91440" anchor="b">
            <a:normAutofit/>
          </a:bodyPr>
          <a:p>
            <a:pPr indent="0">
              <a:buNone/>
            </a:pPr>
            <a:r>
              <a:rPr lang="en-GB" sz="4200" b="0" u="none" strike="noStrike">
                <a:solidFill>
                  <a:srgbClr val="000000"/>
                </a:solidFill>
                <a:effectLst/>
                <a:uFillTx/>
                <a:latin typeface="Arial"/>
              </a:rPr>
              <a:t>Click to edit the title text format</a:t>
            </a:r>
            <a:endParaRPr lang="en-GB" sz="4200" b="0" u="none" strike="noStrike">
              <a:solidFill>
                <a:srgbClr val="000000"/>
              </a:solidFill>
              <a:effectLst/>
              <a:uFillTx/>
              <a:latin typeface="Arial"/>
            </a:endParaRPr>
          </a:p>
        </p:txBody>
      </p:sp>
      <p:sp>
        <p:nvSpPr>
          <p:cNvPr id="26" name="PlaceHolder 2"/>
          <p:cNvSpPr>
            <a:spLocks noGrp="1"/>
          </p:cNvSpPr>
          <p:nvPr>
            <p:ph type="body"/>
          </p:nvPr>
        </p:nvSpPr>
        <p:spPr>
          <a:xfrm>
            <a:off x="4939560" y="723960"/>
            <a:ext cx="3836520" cy="3694680"/>
          </a:xfrm>
          <a:prstGeom prst="rect">
            <a:avLst/>
          </a:prstGeom>
          <a:noFill/>
          <a:ln w="0">
            <a:noFill/>
          </a:ln>
        </p:spPr>
        <p:txBody>
          <a:bodyPr lIns="91440" rIns="91440" tIns="91440" bIns="91440" anchor="ctr">
            <a:normAutofit fontScale="85000" lnSpcReduction="9999"/>
          </a:bodyPr>
          <a:p>
            <a:pPr marL="432000" indent="-324000">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27" name="PlaceHolder 3"/>
          <p:cNvSpPr>
            <a:spLocks noGrp="1"/>
          </p:cNvSpPr>
          <p:nvPr>
            <p:ph type="sldNum" idx="10"/>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E0845EBB-E5DB-42E2-83D5-0157883C3F6E}"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APTION_ONLY">
    <p:bg>
      <p:bgPr>
        <a:solidFill>
          <a:schemeClr val="lt1"/>
        </a:solidFill>
      </p:bgPr>
    </p:bg>
    <p:spTree>
      <p:nvGrpSpPr>
        <p:cNvPr id="1" name=""/>
        <p:cNvGrpSpPr/>
        <p:nvPr/>
      </p:nvGrpSpPr>
      <p:grpSpPr>
        <a:xfrm>
          <a:off x="0" y="0"/>
          <a:ext cx="0" cy="0"/>
          <a:chOff x="0" y="0"/>
          <a:chExt cx="0" cy="0"/>
        </a:xfrm>
      </p:grpSpPr>
      <p:sp>
        <p:nvSpPr>
          <p:cNvPr id="28" name="PlaceHolder 1"/>
          <p:cNvSpPr>
            <a:spLocks noGrp="1"/>
          </p:cNvSpPr>
          <p:nvPr>
            <p:ph type="body"/>
          </p:nvPr>
        </p:nvSpPr>
        <p:spPr>
          <a:xfrm>
            <a:off x="311760" y="4230720"/>
            <a:ext cx="5998320" cy="604800"/>
          </a:xfrm>
          <a:prstGeom prst="rect">
            <a:avLst/>
          </a:prstGeom>
          <a:noFill/>
          <a:ln w="0">
            <a:noFill/>
          </a:ln>
        </p:spPr>
        <p:txBody>
          <a:bodyPr lIns="91440" rIns="91440" tIns="91440" bIns="91440" anchor="ctr">
            <a:normAutofit fontScale="25000" lnSpcReduction="19999"/>
          </a:bodyPr>
          <a:p>
            <a:pPr marL="432000" indent="-324000">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29" name="PlaceHolder 2"/>
          <p:cNvSpPr>
            <a:spLocks noGrp="1"/>
          </p:cNvSpPr>
          <p:nvPr>
            <p:ph type="sldNum" idx="11"/>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25C80788-F154-4008-AD04-F88388F5C4C1}"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chemeClr val="lt1"/>
        </a:solidFill>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1143000" y="841680"/>
            <a:ext cx="6857640" cy="1790280"/>
          </a:xfrm>
          <a:prstGeom prst="rect">
            <a:avLst/>
          </a:prstGeom>
          <a:noFill/>
          <a:ln w="0">
            <a:noFill/>
          </a:ln>
        </p:spPr>
        <p:txBody>
          <a:bodyPr lIns="68400" rIns="68400" tIns="34200" bIns="34200" anchor="b">
            <a:normAutofit/>
          </a:bodyPr>
          <a:p>
            <a:pPr indent="0">
              <a:buNone/>
            </a:pPr>
            <a:r>
              <a:rPr lang="en-GB" sz="4500" b="0" u="none" strike="noStrike">
                <a:solidFill>
                  <a:srgbClr val="000000"/>
                </a:solidFill>
                <a:effectLst/>
                <a:uFillTx/>
                <a:latin typeface="Arial"/>
              </a:rPr>
              <a:t>Click to edit the title text format</a:t>
            </a:r>
            <a:endParaRPr lang="en-GB" sz="4500" b="0" u="none" strike="noStrike">
              <a:solidFill>
                <a:srgbClr val="000000"/>
              </a:solidFill>
              <a:effectLst/>
              <a:uFillTx/>
              <a:latin typeface="Arial"/>
            </a:endParaRPr>
          </a:p>
        </p:txBody>
      </p:sp>
      <p:sp>
        <p:nvSpPr>
          <p:cNvPr id="31" name="PlaceHolder 2"/>
          <p:cNvSpPr>
            <a:spLocks noGrp="1"/>
          </p:cNvSpPr>
          <p:nvPr>
            <p:ph type="dt" idx="12"/>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32" name="PlaceHolder 3"/>
          <p:cNvSpPr>
            <a:spLocks noGrp="1"/>
          </p:cNvSpPr>
          <p:nvPr>
            <p:ph type="ftr" idx="13"/>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33" name="PlaceHolder 4"/>
          <p:cNvSpPr>
            <a:spLocks noGrp="1"/>
          </p:cNvSpPr>
          <p:nvPr>
            <p:ph type="sldNum" idx="14"/>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3102E5C7-EA30-411A-ACCE-EC510751D058}"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
        <p:nvSpPr>
          <p:cNvPr id="34" name="PlaceHolder 5"/>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endParaRPr lang="en-GB"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endParaRPr lang="en-GB"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endParaRPr lang="en-GB" sz="2000" b="0" u="none" strike="noStrike">
              <a:solidFill>
                <a:srgbClr val="000000"/>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BJECT_WITH_CAPTION_TEXT">
    <p:bg>
      <p:bgPr>
        <a:solidFill>
          <a:schemeClr val="lt1"/>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630000" y="343080"/>
            <a:ext cx="2948760" cy="1199880"/>
          </a:xfrm>
          <a:prstGeom prst="rect">
            <a:avLst/>
          </a:prstGeom>
          <a:noFill/>
          <a:ln w="0">
            <a:noFill/>
          </a:ln>
        </p:spPr>
        <p:txBody>
          <a:bodyPr lIns="68400" rIns="68400" tIns="34200" bIns="34200" anchor="b">
            <a:normAutofit/>
          </a:bodyPr>
          <a:p>
            <a:pPr indent="0">
              <a:buNone/>
            </a:pPr>
            <a:r>
              <a:rPr lang="en-GB" sz="2400" b="0" u="none" strike="noStrike">
                <a:solidFill>
                  <a:srgbClr val="000000"/>
                </a:solidFill>
                <a:effectLst/>
                <a:uFillTx/>
                <a:latin typeface="Arial"/>
              </a:rPr>
              <a:t>Click to edit the title text format</a:t>
            </a:r>
            <a:endParaRPr lang="en-GB" sz="2400" b="0" u="none" strike="noStrike">
              <a:solidFill>
                <a:srgbClr val="000000"/>
              </a:solidFill>
              <a:effectLst/>
              <a:uFillTx/>
              <a:latin typeface="Arial"/>
            </a:endParaRPr>
          </a:p>
        </p:txBody>
      </p:sp>
      <p:sp>
        <p:nvSpPr>
          <p:cNvPr id="36" name="PlaceHolder 2"/>
          <p:cNvSpPr>
            <a:spLocks noGrp="1"/>
          </p:cNvSpPr>
          <p:nvPr>
            <p:ph type="body"/>
          </p:nvPr>
        </p:nvSpPr>
        <p:spPr>
          <a:xfrm>
            <a:off x="3887280" y="740520"/>
            <a:ext cx="4628880" cy="3654720"/>
          </a:xfrm>
          <a:prstGeom prst="rect">
            <a:avLst/>
          </a:prstGeom>
          <a:noFill/>
          <a:ln w="0">
            <a:noFill/>
          </a:ln>
        </p:spPr>
        <p:txBody>
          <a:bodyPr lIns="68400" rIns="68400" tIns="34200" bIns="34200" anchor="t">
            <a:normAutofit fontScale="85000" lnSpcReduction="9999"/>
          </a:bodyPr>
          <a:p>
            <a:pPr marL="432000" indent="-324000">
              <a:spcBef>
                <a:spcPts val="1417"/>
              </a:spcBef>
              <a:buClr>
                <a:srgbClr val="000000"/>
              </a:buClr>
              <a:buSzPct val="45000"/>
              <a:buFont typeface="Wingdings" charset="2"/>
              <a:buChar char=""/>
            </a:pPr>
            <a:r>
              <a:rPr lang="en-GB" sz="2400" b="0" u="none" strike="noStrike">
                <a:solidFill>
                  <a:srgbClr val="000000"/>
                </a:solidFill>
                <a:effectLst/>
                <a:uFillTx/>
                <a:latin typeface="Arial"/>
              </a:rPr>
              <a:t>Click to edit the outline text format</a:t>
            </a:r>
            <a:endParaRPr lang="en-GB" sz="24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2400" b="0" u="none" strike="noStrike">
                <a:solidFill>
                  <a:srgbClr val="000000"/>
                </a:solidFill>
                <a:effectLst/>
                <a:uFillTx/>
                <a:latin typeface="Arial"/>
              </a:rPr>
              <a:t>Second Outline Level</a:t>
            </a:r>
            <a:endParaRPr lang="en-GB" sz="24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2400" b="0" u="none" strike="noStrike">
                <a:solidFill>
                  <a:srgbClr val="000000"/>
                </a:solidFill>
                <a:effectLst/>
                <a:uFillTx/>
                <a:latin typeface="Arial"/>
              </a:rPr>
              <a:t>Third Outline Level</a:t>
            </a:r>
            <a:endParaRPr lang="en-GB"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2400" b="0" u="none" strike="noStrike">
                <a:solidFill>
                  <a:srgbClr val="000000"/>
                </a:solidFill>
                <a:effectLst/>
                <a:uFillTx/>
                <a:latin typeface="Arial"/>
              </a:rPr>
              <a:t>Fourth Outline Level</a:t>
            </a:r>
            <a:endParaRPr lang="en-GB" sz="24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400" b="0" u="none" strike="noStrike">
                <a:solidFill>
                  <a:srgbClr val="000000"/>
                </a:solidFill>
                <a:effectLst/>
                <a:uFillTx/>
                <a:latin typeface="Arial"/>
              </a:rPr>
              <a:t>Fifth Outline Level</a:t>
            </a:r>
            <a:endParaRPr lang="en-GB" sz="24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400" b="0" u="none" strike="noStrike">
                <a:solidFill>
                  <a:srgbClr val="000000"/>
                </a:solidFill>
                <a:effectLst/>
                <a:uFillTx/>
                <a:latin typeface="Arial"/>
              </a:rPr>
              <a:t>Sixth Outline Level</a:t>
            </a:r>
            <a:endParaRPr lang="en-GB" sz="24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400" b="0" u="none" strike="noStrike">
                <a:solidFill>
                  <a:srgbClr val="000000"/>
                </a:solidFill>
                <a:effectLst/>
                <a:uFillTx/>
                <a:latin typeface="Arial"/>
              </a:rPr>
              <a:t>Seventh Outline Level</a:t>
            </a:r>
            <a:endParaRPr lang="en-GB" sz="2400" b="0" u="none" strike="noStrike">
              <a:solidFill>
                <a:srgbClr val="000000"/>
              </a:solidFill>
              <a:effectLst/>
              <a:uFillTx/>
              <a:latin typeface="Arial"/>
            </a:endParaRPr>
          </a:p>
        </p:txBody>
      </p:sp>
      <p:sp>
        <p:nvSpPr>
          <p:cNvPr id="37" name="PlaceHolder 3"/>
          <p:cNvSpPr>
            <a:spLocks noGrp="1"/>
          </p:cNvSpPr>
          <p:nvPr>
            <p:ph type="body"/>
          </p:nvPr>
        </p:nvSpPr>
        <p:spPr>
          <a:xfrm>
            <a:off x="630000" y="1542960"/>
            <a:ext cx="2948760" cy="2858400"/>
          </a:xfrm>
          <a:prstGeom prst="rect">
            <a:avLst/>
          </a:prstGeom>
          <a:noFill/>
          <a:ln w="0">
            <a:noFill/>
          </a:ln>
        </p:spPr>
        <p:txBody>
          <a:bodyPr lIns="68400" rIns="68400" tIns="34200" bIns="34200" anchor="t">
            <a:normAutofit fontScale="47500" lnSpcReduction="19999"/>
          </a:bodyPr>
          <a:p>
            <a:pPr marL="432000" indent="-324000">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endParaRPr lang="en-GB" sz="1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endParaRPr lang="en-GB" sz="12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endParaRPr lang="en-GB" sz="12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endParaRPr lang="en-GB" sz="12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endParaRPr lang="en-GB" sz="12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endParaRPr lang="en-GB" sz="12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endParaRPr lang="en-GB" sz="1200" b="0" u="none" strike="noStrike">
              <a:solidFill>
                <a:srgbClr val="000000"/>
              </a:solidFill>
              <a:effectLst/>
              <a:uFillTx/>
              <a:latin typeface="Arial"/>
            </a:endParaRPr>
          </a:p>
        </p:txBody>
      </p:sp>
      <p:sp>
        <p:nvSpPr>
          <p:cNvPr id="38" name="PlaceHolder 4"/>
          <p:cNvSpPr>
            <a:spLocks noGrp="1"/>
          </p:cNvSpPr>
          <p:nvPr>
            <p:ph type="dt" idx="15"/>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39" name="PlaceHolder 5"/>
          <p:cNvSpPr>
            <a:spLocks noGrp="1"/>
          </p:cNvSpPr>
          <p:nvPr>
            <p:ph type="ftr" idx="16"/>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40" name="PlaceHolder 6"/>
          <p:cNvSpPr>
            <a:spLocks noGrp="1"/>
          </p:cNvSpPr>
          <p:nvPr>
            <p:ph type="sldNum" idx="17"/>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0A3AB7E4-94E2-46D6-B41B-6DEF82BDE704}"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_WITH_CAPTION_TEXT">
    <p:bg>
      <p:bgPr>
        <a:solidFill>
          <a:schemeClr val="lt1"/>
        </a:solidFill>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630000" y="343080"/>
            <a:ext cx="2948760" cy="1199880"/>
          </a:xfrm>
          <a:prstGeom prst="rect">
            <a:avLst/>
          </a:prstGeom>
          <a:noFill/>
          <a:ln w="0">
            <a:noFill/>
          </a:ln>
        </p:spPr>
        <p:txBody>
          <a:bodyPr lIns="68400" rIns="68400" tIns="34200" bIns="34200" anchor="b">
            <a:normAutofit/>
          </a:bodyPr>
          <a:p>
            <a:pPr indent="0">
              <a:buNone/>
            </a:pPr>
            <a:r>
              <a:rPr lang="en-GB" sz="2400" b="0" u="none" strike="noStrike">
                <a:solidFill>
                  <a:srgbClr val="000000"/>
                </a:solidFill>
                <a:effectLst/>
                <a:uFillTx/>
                <a:latin typeface="Arial"/>
              </a:rPr>
              <a:t>Click to edit the title text format</a:t>
            </a:r>
            <a:endParaRPr lang="en-GB" sz="2400" b="0" u="none" strike="noStrike">
              <a:solidFill>
                <a:srgbClr val="000000"/>
              </a:solidFill>
              <a:effectLst/>
              <a:uFillTx/>
              <a:latin typeface="Arial"/>
            </a:endParaRPr>
          </a:p>
        </p:txBody>
      </p:sp>
      <p:sp>
        <p:nvSpPr>
          <p:cNvPr id="42" name="PlaceHolder 2"/>
          <p:cNvSpPr>
            <a:spLocks noGrp="1"/>
          </p:cNvSpPr>
          <p:nvPr>
            <p:ph type="body"/>
          </p:nvPr>
        </p:nvSpPr>
        <p:spPr>
          <a:xfrm>
            <a:off x="3887280" y="740520"/>
            <a:ext cx="4628880" cy="3654720"/>
          </a:xfrm>
          <a:prstGeom prst="rect">
            <a:avLst/>
          </a:prstGeom>
          <a:noFill/>
          <a:ln w="0">
            <a:noFill/>
          </a:ln>
        </p:spPr>
        <p:txBody>
          <a:bodyPr lIns="90000" rIns="90000" tIns="45000" bIns="45000" anchor="t">
            <a:normAutofit/>
          </a:bodyPr>
          <a:p>
            <a:pPr marL="432000" indent="-324000">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43" name="PlaceHolder 3"/>
          <p:cNvSpPr>
            <a:spLocks noGrp="1"/>
          </p:cNvSpPr>
          <p:nvPr>
            <p:ph type="body"/>
          </p:nvPr>
        </p:nvSpPr>
        <p:spPr>
          <a:xfrm>
            <a:off x="630000" y="1542960"/>
            <a:ext cx="2948760" cy="2858400"/>
          </a:xfrm>
          <a:prstGeom prst="rect">
            <a:avLst/>
          </a:prstGeom>
          <a:noFill/>
          <a:ln w="0">
            <a:noFill/>
          </a:ln>
        </p:spPr>
        <p:txBody>
          <a:bodyPr lIns="68400" rIns="68400" tIns="34200" bIns="34200" anchor="t">
            <a:normAutofit fontScale="47500" lnSpcReduction="19999"/>
          </a:bodyPr>
          <a:p>
            <a:pPr marL="432000" indent="-324000">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endParaRPr lang="en-GB" sz="1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endParaRPr lang="en-GB" sz="12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endParaRPr lang="en-GB" sz="12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endParaRPr lang="en-GB" sz="12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endParaRPr lang="en-GB" sz="12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endParaRPr lang="en-GB" sz="12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endParaRPr lang="en-GB" sz="1200" b="0" u="none" strike="noStrike">
              <a:solidFill>
                <a:srgbClr val="000000"/>
              </a:solidFill>
              <a:effectLst/>
              <a:uFillTx/>
              <a:latin typeface="Arial"/>
            </a:endParaRPr>
          </a:p>
        </p:txBody>
      </p:sp>
      <p:sp>
        <p:nvSpPr>
          <p:cNvPr id="44" name="PlaceHolder 4"/>
          <p:cNvSpPr>
            <a:spLocks noGrp="1"/>
          </p:cNvSpPr>
          <p:nvPr>
            <p:ph type="dt" idx="18"/>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45" name="PlaceHolder 5"/>
          <p:cNvSpPr>
            <a:spLocks noGrp="1"/>
          </p:cNvSpPr>
          <p:nvPr>
            <p:ph type="ftr" idx="19"/>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46" name="PlaceHolder 6"/>
          <p:cNvSpPr>
            <a:spLocks noGrp="1"/>
          </p:cNvSpPr>
          <p:nvPr>
            <p:ph type="sldNum" idx="20"/>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BACF25F1-EA30-4368-B472-7964D70CCFD1}"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VERTICAL_TEXT">
    <p:bg>
      <p:bgPr>
        <a:solidFill>
          <a:schemeClr val="lt1"/>
        </a:solidFill>
      </p:bgPr>
    </p:bg>
    <p:spTree>
      <p:nvGrpSpPr>
        <p:cNvPr id="1" name=""/>
        <p:cNvGrpSpPr/>
        <p:nvPr/>
      </p:nvGrpSpPr>
      <p:grpSpPr>
        <a:xfrm>
          <a:off x="0" y="0"/>
          <a:ext cx="0" cy="0"/>
          <a:chOff x="0" y="0"/>
          <a:chExt cx="0" cy="0"/>
        </a:xfrm>
      </p:grpSpPr>
      <p:sp>
        <p:nvSpPr>
          <p:cNvPr id="47" name="PlaceHolder 1"/>
          <p:cNvSpPr>
            <a:spLocks noGrp="1"/>
          </p:cNvSpPr>
          <p:nvPr>
            <p:ph type="title"/>
          </p:nvPr>
        </p:nvSpPr>
        <p:spPr>
          <a:xfrm>
            <a:off x="628560" y="273960"/>
            <a:ext cx="7886520" cy="993960"/>
          </a:xfrm>
          <a:prstGeom prst="rect">
            <a:avLst/>
          </a:prstGeom>
          <a:noFill/>
          <a:ln w="0">
            <a:noFill/>
          </a:ln>
        </p:spPr>
        <p:txBody>
          <a:bodyPr lIns="68400" rIns="68400" tIns="34200" bIns="34200" anchor="ctr">
            <a:normAutofit/>
          </a:bodyPr>
          <a:p>
            <a:pPr indent="0">
              <a:buNone/>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48" name="PlaceHolder 2"/>
          <p:cNvSpPr>
            <a:spLocks noGrp="1"/>
          </p:cNvSpPr>
          <p:nvPr>
            <p:ph type="body"/>
          </p:nvPr>
        </p:nvSpPr>
        <p:spPr>
          <a:xfrm rot="5400000">
            <a:off x="2940480" y="-942480"/>
            <a:ext cx="3263040" cy="7886520"/>
          </a:xfrm>
          <a:prstGeom prst="rect">
            <a:avLst/>
          </a:prstGeom>
          <a:noFill/>
          <a:ln w="0">
            <a:noFill/>
          </a:ln>
        </p:spPr>
        <p:txBody>
          <a:bodyPr lIns="68400" rIns="68400" tIns="34200" bIns="34200" anchor="t">
            <a:normAutofit/>
          </a:bodyPr>
          <a:p>
            <a:pPr marL="432000" indent="-324000">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49" name="PlaceHolder 3"/>
          <p:cNvSpPr>
            <a:spLocks noGrp="1"/>
          </p:cNvSpPr>
          <p:nvPr>
            <p:ph type="dt" idx="21"/>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50" name="PlaceHolder 4"/>
          <p:cNvSpPr>
            <a:spLocks noGrp="1"/>
          </p:cNvSpPr>
          <p:nvPr>
            <p:ph type="ftr" idx="22"/>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51" name="PlaceHolder 5"/>
          <p:cNvSpPr>
            <a:spLocks noGrp="1"/>
          </p:cNvSpPr>
          <p:nvPr>
            <p:ph type="sldNum" idx="23"/>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22034E5A-672A-4968-AA9F-80C556D63665}"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_TITLE_AND_VERTICAL_TEXT">
    <p:bg>
      <p:bgPr>
        <a:solidFill>
          <a:schemeClr val="lt1"/>
        </a:solidFill>
      </p:bgPr>
    </p:bg>
    <p:spTree>
      <p:nvGrpSpPr>
        <p:cNvPr id="1" name=""/>
        <p:cNvGrpSpPr/>
        <p:nvPr/>
      </p:nvGrpSpPr>
      <p:grpSpPr>
        <a:xfrm>
          <a:off x="0" y="0"/>
          <a:ext cx="0" cy="0"/>
          <a:chOff x="0" y="0"/>
          <a:chExt cx="0" cy="0"/>
        </a:xfrm>
      </p:grpSpPr>
      <p:sp>
        <p:nvSpPr>
          <p:cNvPr id="52" name="PlaceHolder 1"/>
          <p:cNvSpPr>
            <a:spLocks noGrp="1"/>
          </p:cNvSpPr>
          <p:nvPr>
            <p:ph type="title"/>
          </p:nvPr>
        </p:nvSpPr>
        <p:spPr>
          <a:xfrm rot="5400000">
            <a:off x="5350320" y="1467360"/>
            <a:ext cx="4358520" cy="1971360"/>
          </a:xfrm>
          <a:prstGeom prst="rect">
            <a:avLst/>
          </a:prstGeom>
          <a:noFill/>
          <a:ln w="0">
            <a:noFill/>
          </a:ln>
        </p:spPr>
        <p:txBody>
          <a:bodyPr lIns="68400" rIns="68400" tIns="34200" bIns="34200" anchor="ctr">
            <a:normAutofit/>
          </a:bodyPr>
          <a:p>
            <a:pPr indent="0">
              <a:buNone/>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53" name="PlaceHolder 2"/>
          <p:cNvSpPr>
            <a:spLocks noGrp="1"/>
          </p:cNvSpPr>
          <p:nvPr>
            <p:ph type="body"/>
          </p:nvPr>
        </p:nvSpPr>
        <p:spPr>
          <a:xfrm rot="5400000">
            <a:off x="1349640" y="-446760"/>
            <a:ext cx="4358520" cy="5800320"/>
          </a:xfrm>
          <a:prstGeom prst="rect">
            <a:avLst/>
          </a:prstGeom>
          <a:noFill/>
          <a:ln w="0">
            <a:noFill/>
          </a:ln>
        </p:spPr>
        <p:txBody>
          <a:bodyPr lIns="68400" rIns="68400" tIns="34200" bIns="34200" anchor="t">
            <a:normAutofit/>
          </a:bodyPr>
          <a:p>
            <a:pPr marL="432000" indent="-324000">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54" name="PlaceHolder 3"/>
          <p:cNvSpPr>
            <a:spLocks noGrp="1"/>
          </p:cNvSpPr>
          <p:nvPr>
            <p:ph type="dt" idx="24"/>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55" name="PlaceHolder 4"/>
          <p:cNvSpPr>
            <a:spLocks noGrp="1"/>
          </p:cNvSpPr>
          <p:nvPr>
            <p:ph type="ftr" idx="25"/>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56" name="PlaceHolder 5"/>
          <p:cNvSpPr>
            <a:spLocks noGrp="1"/>
          </p:cNvSpPr>
          <p:nvPr>
            <p:ph type="sldNum" idx="26"/>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03091304-2088-4E84-AEC9-A0A9FDBEEB42}"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bg>
      <p:bgPr>
        <a:solidFill>
          <a:schemeClr val="lt1"/>
        </a:solidFill>
      </p:bgPr>
    </p:bg>
    <p:spTree>
      <p:nvGrpSpPr>
        <p:cNvPr id="1" name=""/>
        <p:cNvGrpSpPr/>
        <p:nvPr/>
      </p:nvGrpSpPr>
      <p:grpSpPr>
        <a:xfrm>
          <a:off x="0" y="0"/>
          <a:ext cx="0" cy="0"/>
          <a:chOff x="0" y="0"/>
          <a:chExt cx="0" cy="0"/>
        </a:xfrm>
      </p:grpSpPr>
      <p:sp>
        <p:nvSpPr>
          <p:cNvPr id="57" name="PlaceHolder 1"/>
          <p:cNvSpPr>
            <a:spLocks noGrp="1"/>
          </p:cNvSpPr>
          <p:nvPr>
            <p:ph type="dt" idx="27"/>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58" name="PlaceHolder 2"/>
          <p:cNvSpPr>
            <a:spLocks noGrp="1"/>
          </p:cNvSpPr>
          <p:nvPr>
            <p:ph type="ftr" idx="28"/>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59" name="PlaceHolder 3"/>
          <p:cNvSpPr>
            <a:spLocks noGrp="1"/>
          </p:cNvSpPr>
          <p:nvPr>
            <p:ph type="sldNum" idx="29"/>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0BFB2258-8007-4AD5-B52C-620A5ADF014F}"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
        <p:nvSpPr>
          <p:cNvPr id="60" name="PlaceHolder 4"/>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r>
              <a:rPr lang="en-GB" sz="1400" b="0" u="none" strike="noStrike">
                <a:solidFill>
                  <a:srgbClr val="000000"/>
                </a:solidFill>
                <a:effectLst/>
                <a:uFillTx/>
                <a:latin typeface="Arial"/>
              </a:rPr>
              <a:t>Click to edit the title text format</a:t>
            </a:r>
            <a:endParaRPr lang="en-GB" sz="1400" b="0" u="none" strike="noStrike">
              <a:solidFill>
                <a:srgbClr val="000000"/>
              </a:solidFill>
              <a:effectLst/>
              <a:uFillTx/>
              <a:latin typeface="Arial"/>
            </a:endParaRPr>
          </a:p>
        </p:txBody>
      </p:sp>
      <p:sp>
        <p:nvSpPr>
          <p:cNvPr id="61" name="PlaceHolder 5"/>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endParaRPr lang="en-GB"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endParaRPr lang="en-GB"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endParaRPr lang="en-GB" sz="2000" b="0" u="none" strike="noStrik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
    <p:bg>
      <p:bgPr>
        <a:solidFill>
          <a:schemeClr val="lt1"/>
        </a:solidFill>
      </p:bgPr>
    </p:bg>
    <p:spTree>
      <p:nvGrpSpPr>
        <p:cNvPr id="1" name=""/>
        <p:cNvGrpSpPr/>
        <p:nvPr/>
      </p:nvGrpSpPr>
      <p:grpSpPr>
        <a:xfrm>
          <a:off x="0" y="0"/>
          <a:ext cx="0" cy="0"/>
          <a:chOff x="0" y="0"/>
          <a:chExt cx="0" cy="0"/>
        </a:xfrm>
      </p:grpSpPr>
      <p:sp>
        <p:nvSpPr>
          <p:cNvPr id="62" name="PlaceHolder 1"/>
          <p:cNvSpPr>
            <a:spLocks noGrp="1"/>
          </p:cNvSpPr>
          <p:nvPr>
            <p:ph type="title"/>
          </p:nvPr>
        </p:nvSpPr>
        <p:spPr>
          <a:xfrm>
            <a:off x="311760" y="2151000"/>
            <a:ext cx="8520120" cy="841320"/>
          </a:xfrm>
          <a:prstGeom prst="rect">
            <a:avLst/>
          </a:prstGeom>
          <a:noFill/>
          <a:ln w="0">
            <a:noFill/>
          </a:ln>
        </p:spPr>
        <p:txBody>
          <a:bodyPr lIns="68400" rIns="68400" tIns="68400" bIns="68400" anchor="ctr">
            <a:normAutofit/>
          </a:bodyPr>
          <a:p>
            <a:pPr indent="0">
              <a:buNone/>
            </a:pPr>
            <a:r>
              <a:rPr lang="en-GB" sz="3600" b="0" u="none" strike="noStrike">
                <a:solidFill>
                  <a:srgbClr val="000000"/>
                </a:solidFill>
                <a:effectLst/>
                <a:uFillTx/>
                <a:latin typeface="Arial"/>
              </a:rPr>
              <a:t>Click to edit the title text format</a:t>
            </a:r>
            <a:endParaRPr lang="en-GB" sz="3600" b="0" u="none" strike="noStrike">
              <a:solidFill>
                <a:srgbClr val="000000"/>
              </a:solidFill>
              <a:effectLst/>
              <a:uFillTx/>
              <a:latin typeface="Arial"/>
            </a:endParaRPr>
          </a:p>
        </p:txBody>
      </p:sp>
      <p:sp>
        <p:nvSpPr>
          <p:cNvPr id="63" name="PlaceHolder 2"/>
          <p:cNvSpPr>
            <a:spLocks noGrp="1"/>
          </p:cNvSpPr>
          <p:nvPr>
            <p:ph type="sldNum" idx="30"/>
          </p:nvPr>
        </p:nvSpPr>
        <p:spPr>
          <a:xfrm>
            <a:off x="8472600" y="4663080"/>
            <a:ext cx="548280" cy="393120"/>
          </a:xfrm>
          <a:prstGeom prst="rect">
            <a:avLst/>
          </a:prstGeom>
          <a:noFill/>
          <a:ln w="0">
            <a:noFill/>
          </a:ln>
        </p:spPr>
        <p:txBody>
          <a:bodyPr lIns="68400" rIns="68400" tIns="68400" bIns="68400" anchor="ctr">
            <a:norm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F21A2DA2-0721-4802-AD53-CBC46E1CBCCE}"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OBJECT">
    <p:bg>
      <p:bgPr>
        <a:solidFill>
          <a:schemeClr val="lt1"/>
        </a:solidFill>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628560" y="273960"/>
            <a:ext cx="7886520" cy="993960"/>
          </a:xfrm>
          <a:prstGeom prst="rect">
            <a:avLst/>
          </a:prstGeom>
          <a:noFill/>
          <a:ln w="0">
            <a:noFill/>
          </a:ln>
        </p:spPr>
        <p:txBody>
          <a:bodyPr lIns="68400" rIns="68400" tIns="34200" bIns="34200" anchor="ctr">
            <a:normAutofit/>
          </a:bodyPr>
          <a:p>
            <a:pPr indent="0">
              <a:buNone/>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65" name="PlaceHolder 2"/>
          <p:cNvSpPr>
            <a:spLocks noGrp="1"/>
          </p:cNvSpPr>
          <p:nvPr>
            <p:ph type="body"/>
          </p:nvPr>
        </p:nvSpPr>
        <p:spPr>
          <a:xfrm>
            <a:off x="628560" y="1369080"/>
            <a:ext cx="7886520" cy="3263040"/>
          </a:xfrm>
          <a:prstGeom prst="rect">
            <a:avLst/>
          </a:prstGeom>
          <a:noFill/>
          <a:ln w="0">
            <a:noFill/>
          </a:ln>
        </p:spPr>
        <p:txBody>
          <a:bodyPr lIns="68400" rIns="68400" tIns="34200" bIns="34200" anchor="t">
            <a:normAutofit/>
          </a:bodyPr>
          <a:p>
            <a:pPr marL="432000" indent="-324000">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66" name="PlaceHolder 3"/>
          <p:cNvSpPr>
            <a:spLocks noGrp="1"/>
          </p:cNvSpPr>
          <p:nvPr>
            <p:ph type="dt" idx="31"/>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67" name="PlaceHolder 4"/>
          <p:cNvSpPr>
            <a:spLocks noGrp="1"/>
          </p:cNvSpPr>
          <p:nvPr>
            <p:ph type="ftr" idx="32"/>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68" name="PlaceHolder 5"/>
          <p:cNvSpPr>
            <a:spLocks noGrp="1"/>
          </p:cNvSpPr>
          <p:nvPr>
            <p:ph type="sldNum" idx="33"/>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D0682545-B176-40FD-98D4-A49E0ED6F182}"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3">
    <p:bg>
      <p:bgPr>
        <a:solidFill>
          <a:schemeClr val="lt1"/>
        </a:solidFill>
      </p:bgPr>
    </p:bg>
    <p:spTree>
      <p:nvGrpSpPr>
        <p:cNvPr id="1" name=""/>
        <p:cNvGrpSpPr/>
        <p:nvPr/>
      </p:nvGrpSpPr>
      <p:grpSpPr>
        <a:xfrm>
          <a:off x="0" y="0"/>
          <a:ext cx="0" cy="0"/>
          <a:chOff x="0" y="0"/>
          <a:chExt cx="0" cy="0"/>
        </a:xfrm>
      </p:grpSpPr>
      <p:sp>
        <p:nvSpPr>
          <p:cNvPr id="69" name="PlaceHolder 1"/>
          <p:cNvSpPr>
            <a:spLocks noGrp="1"/>
          </p:cNvSpPr>
          <p:nvPr>
            <p:ph type="title"/>
          </p:nvPr>
        </p:nvSpPr>
        <p:spPr>
          <a:xfrm>
            <a:off x="311760" y="444960"/>
            <a:ext cx="8520120" cy="572400"/>
          </a:xfrm>
          <a:prstGeom prst="rect">
            <a:avLst/>
          </a:prstGeom>
          <a:noFill/>
          <a:ln w="0">
            <a:noFill/>
          </a:ln>
        </p:spPr>
        <p:txBody>
          <a:bodyPr lIns="68400" rIns="68400" tIns="68400" bIns="68400" anchor="t">
            <a:normAutofit fontScale="92500" lnSpcReduction="9999"/>
          </a:bodyPr>
          <a:p>
            <a:pPr indent="0">
              <a:buNone/>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70" name="PlaceHolder 2"/>
          <p:cNvSpPr>
            <a:spLocks noGrp="1"/>
          </p:cNvSpPr>
          <p:nvPr>
            <p:ph type="body"/>
          </p:nvPr>
        </p:nvSpPr>
        <p:spPr>
          <a:xfrm>
            <a:off x="311760" y="1152360"/>
            <a:ext cx="8520120" cy="3416040"/>
          </a:xfrm>
          <a:prstGeom prst="rect">
            <a:avLst/>
          </a:prstGeom>
          <a:noFill/>
          <a:ln w="0">
            <a:noFill/>
          </a:ln>
        </p:spPr>
        <p:txBody>
          <a:bodyPr lIns="68400" rIns="68400" tIns="68400" bIns="68400" anchor="t">
            <a:normAutofit/>
          </a:bodyPr>
          <a:p>
            <a:pPr marL="432000" indent="-324000">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71" name="PlaceHolder 3"/>
          <p:cNvSpPr>
            <a:spLocks noGrp="1"/>
          </p:cNvSpPr>
          <p:nvPr>
            <p:ph type="sldNum" idx="34"/>
          </p:nvPr>
        </p:nvSpPr>
        <p:spPr>
          <a:xfrm>
            <a:off x="8472600" y="4663080"/>
            <a:ext cx="548280" cy="393120"/>
          </a:xfrm>
          <a:prstGeom prst="rect">
            <a:avLst/>
          </a:prstGeom>
          <a:noFill/>
          <a:ln w="0">
            <a:noFill/>
          </a:ln>
        </p:spPr>
        <p:txBody>
          <a:bodyPr lIns="68400" rIns="68400" tIns="68400" bIns="68400" anchor="ctr">
            <a:norm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FA52BE93-1855-4FDE-A858-462692F2A4A7}"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chemeClr val="lt1"/>
        </a:solidFill>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623880" y="1282320"/>
            <a:ext cx="7886520" cy="2139120"/>
          </a:xfrm>
          <a:prstGeom prst="rect">
            <a:avLst/>
          </a:prstGeom>
          <a:noFill/>
          <a:ln w="0">
            <a:noFill/>
          </a:ln>
        </p:spPr>
        <p:txBody>
          <a:bodyPr lIns="68400" rIns="68400" tIns="34200" bIns="34200" anchor="b">
            <a:normAutofit/>
          </a:bodyPr>
          <a:p>
            <a:pPr indent="0">
              <a:buNone/>
            </a:pPr>
            <a:r>
              <a:rPr lang="en-GB" sz="4500" b="0" u="none" strike="noStrike">
                <a:solidFill>
                  <a:srgbClr val="000000"/>
                </a:solidFill>
                <a:effectLst/>
                <a:uFillTx/>
                <a:latin typeface="Arial"/>
              </a:rPr>
              <a:t>Click to edit the title text format</a:t>
            </a:r>
            <a:endParaRPr lang="en-GB" sz="4500" b="0" u="none" strike="noStrike">
              <a:solidFill>
                <a:srgbClr val="000000"/>
              </a:solidFill>
              <a:effectLst/>
              <a:uFillTx/>
              <a:latin typeface="Arial"/>
            </a:endParaRPr>
          </a:p>
        </p:txBody>
      </p:sp>
      <p:sp>
        <p:nvSpPr>
          <p:cNvPr id="73" name="PlaceHolder 2"/>
          <p:cNvSpPr>
            <a:spLocks noGrp="1"/>
          </p:cNvSpPr>
          <p:nvPr>
            <p:ph type="body"/>
          </p:nvPr>
        </p:nvSpPr>
        <p:spPr>
          <a:xfrm>
            <a:off x="623880" y="3441960"/>
            <a:ext cx="7886520" cy="1125000"/>
          </a:xfrm>
          <a:prstGeom prst="rect">
            <a:avLst/>
          </a:prstGeom>
          <a:noFill/>
          <a:ln w="0">
            <a:noFill/>
          </a:ln>
        </p:spPr>
        <p:txBody>
          <a:bodyPr lIns="68400" rIns="68400" tIns="34200" bIns="34200" anchor="t">
            <a:normAutofit fontScale="40000" lnSpcReduction="19999"/>
          </a:bodyPr>
          <a:p>
            <a:pPr marL="432000" indent="-324000">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74" name="PlaceHolder 3"/>
          <p:cNvSpPr>
            <a:spLocks noGrp="1"/>
          </p:cNvSpPr>
          <p:nvPr>
            <p:ph type="dt" idx="35"/>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75" name="PlaceHolder 4"/>
          <p:cNvSpPr>
            <a:spLocks noGrp="1"/>
          </p:cNvSpPr>
          <p:nvPr>
            <p:ph type="ftr" idx="36"/>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76" name="PlaceHolder 5"/>
          <p:cNvSpPr>
            <a:spLocks noGrp="1"/>
          </p:cNvSpPr>
          <p:nvPr>
            <p:ph type="sldNum" idx="37"/>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BF2BC377-EF49-4252-90A7-0961ADE64C5A}"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_OBJECTS">
    <p:bg>
      <p:bgPr>
        <a:solidFill>
          <a:schemeClr val="lt1"/>
        </a:solidFill>
      </p:bgPr>
    </p:bg>
    <p:spTree>
      <p:nvGrpSpPr>
        <p:cNvPr id="1" name=""/>
        <p:cNvGrpSpPr/>
        <p:nvPr/>
      </p:nvGrpSpPr>
      <p:grpSpPr>
        <a:xfrm>
          <a:off x="0" y="0"/>
          <a:ext cx="0" cy="0"/>
          <a:chOff x="0" y="0"/>
          <a:chExt cx="0" cy="0"/>
        </a:xfrm>
      </p:grpSpPr>
      <p:sp>
        <p:nvSpPr>
          <p:cNvPr id="77" name="PlaceHolder 1"/>
          <p:cNvSpPr>
            <a:spLocks noGrp="1"/>
          </p:cNvSpPr>
          <p:nvPr>
            <p:ph type="title"/>
          </p:nvPr>
        </p:nvSpPr>
        <p:spPr>
          <a:xfrm>
            <a:off x="628560" y="273960"/>
            <a:ext cx="7886520" cy="993960"/>
          </a:xfrm>
          <a:prstGeom prst="rect">
            <a:avLst/>
          </a:prstGeom>
          <a:noFill/>
          <a:ln w="0">
            <a:noFill/>
          </a:ln>
        </p:spPr>
        <p:txBody>
          <a:bodyPr lIns="68400" rIns="68400" tIns="34200" bIns="34200" anchor="ctr">
            <a:normAutofit/>
          </a:bodyPr>
          <a:p>
            <a:pPr indent="0">
              <a:buNone/>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78" name="PlaceHolder 2"/>
          <p:cNvSpPr>
            <a:spLocks noGrp="1"/>
          </p:cNvSpPr>
          <p:nvPr>
            <p:ph type="body"/>
          </p:nvPr>
        </p:nvSpPr>
        <p:spPr>
          <a:xfrm>
            <a:off x="628560" y="1369080"/>
            <a:ext cx="3885840" cy="3263040"/>
          </a:xfrm>
          <a:prstGeom prst="rect">
            <a:avLst/>
          </a:prstGeom>
          <a:noFill/>
          <a:ln w="0">
            <a:noFill/>
          </a:ln>
        </p:spPr>
        <p:txBody>
          <a:bodyPr lIns="68400" rIns="68400" tIns="34200" bIns="34200" anchor="t">
            <a:normAutofit fontScale="77500" lnSpcReduction="19999"/>
          </a:bodyPr>
          <a:p>
            <a:pPr marL="432000" indent="-324000">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79" name="PlaceHolder 3"/>
          <p:cNvSpPr>
            <a:spLocks noGrp="1"/>
          </p:cNvSpPr>
          <p:nvPr>
            <p:ph type="body"/>
          </p:nvPr>
        </p:nvSpPr>
        <p:spPr>
          <a:xfrm>
            <a:off x="4629240" y="1369080"/>
            <a:ext cx="3885840" cy="3263040"/>
          </a:xfrm>
          <a:prstGeom prst="rect">
            <a:avLst/>
          </a:prstGeom>
          <a:noFill/>
          <a:ln w="0">
            <a:noFill/>
          </a:ln>
        </p:spPr>
        <p:txBody>
          <a:bodyPr lIns="68400" rIns="68400" tIns="34200" bIns="34200" anchor="t">
            <a:normAutofit fontScale="77500" lnSpcReduction="19999"/>
          </a:bodyPr>
          <a:p>
            <a:pPr marL="432000" indent="-324000">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80" name="PlaceHolder 4"/>
          <p:cNvSpPr>
            <a:spLocks noGrp="1"/>
          </p:cNvSpPr>
          <p:nvPr>
            <p:ph type="dt" idx="38"/>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81" name="PlaceHolder 5"/>
          <p:cNvSpPr>
            <a:spLocks noGrp="1"/>
          </p:cNvSpPr>
          <p:nvPr>
            <p:ph type="ftr" idx="39"/>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82" name="PlaceHolder 6"/>
          <p:cNvSpPr>
            <a:spLocks noGrp="1"/>
          </p:cNvSpPr>
          <p:nvPr>
            <p:ph type="sldNum" idx="40"/>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23B455B3-4CCC-4CDC-A2F6-E7893D13E430}"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_OBJECTS_WITH_TEXT">
    <p:bg>
      <p:bgPr>
        <a:solidFill>
          <a:schemeClr val="lt1"/>
        </a:solidFill>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630000" y="273960"/>
            <a:ext cx="7886520" cy="993960"/>
          </a:xfrm>
          <a:prstGeom prst="rect">
            <a:avLst/>
          </a:prstGeom>
          <a:noFill/>
          <a:ln w="0">
            <a:noFill/>
          </a:ln>
        </p:spPr>
        <p:txBody>
          <a:bodyPr lIns="68400" rIns="68400" tIns="34200" bIns="34200" anchor="ctr">
            <a:normAutofit/>
          </a:bodyPr>
          <a:p>
            <a:pPr indent="0">
              <a:buNone/>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84" name="PlaceHolder 2"/>
          <p:cNvSpPr>
            <a:spLocks noGrp="1"/>
          </p:cNvSpPr>
          <p:nvPr>
            <p:ph type="body"/>
          </p:nvPr>
        </p:nvSpPr>
        <p:spPr>
          <a:xfrm>
            <a:off x="630000" y="1260720"/>
            <a:ext cx="3868200" cy="617760"/>
          </a:xfrm>
          <a:prstGeom prst="rect">
            <a:avLst/>
          </a:prstGeom>
          <a:noFill/>
          <a:ln w="0">
            <a:noFill/>
          </a:ln>
        </p:spPr>
        <p:txBody>
          <a:bodyPr lIns="68400" rIns="68400" tIns="34200" bIns="34200" anchor="b">
            <a:normAutofit fontScale="25000" lnSpcReduction="19999"/>
          </a:bodyPr>
          <a:p>
            <a:pPr marL="432000" indent="-324000">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85" name="PlaceHolder 3"/>
          <p:cNvSpPr>
            <a:spLocks noGrp="1"/>
          </p:cNvSpPr>
          <p:nvPr>
            <p:ph type="body"/>
          </p:nvPr>
        </p:nvSpPr>
        <p:spPr>
          <a:xfrm>
            <a:off x="630000" y="1878840"/>
            <a:ext cx="3868200" cy="2763360"/>
          </a:xfrm>
          <a:prstGeom prst="rect">
            <a:avLst/>
          </a:prstGeom>
          <a:noFill/>
          <a:ln w="0">
            <a:noFill/>
          </a:ln>
        </p:spPr>
        <p:txBody>
          <a:bodyPr lIns="68400" rIns="68400" tIns="34200" bIns="34200" anchor="t">
            <a:normAutofit fontScale="70000" lnSpcReduction="19999"/>
          </a:bodyPr>
          <a:p>
            <a:pPr marL="432000" indent="-324000">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86" name="PlaceHolder 4"/>
          <p:cNvSpPr>
            <a:spLocks noGrp="1"/>
          </p:cNvSpPr>
          <p:nvPr>
            <p:ph type="body"/>
          </p:nvPr>
        </p:nvSpPr>
        <p:spPr>
          <a:xfrm>
            <a:off x="4629240" y="1260720"/>
            <a:ext cx="3886920" cy="617760"/>
          </a:xfrm>
          <a:prstGeom prst="rect">
            <a:avLst/>
          </a:prstGeom>
          <a:noFill/>
          <a:ln w="0">
            <a:noFill/>
          </a:ln>
        </p:spPr>
        <p:txBody>
          <a:bodyPr lIns="68400" rIns="68400" tIns="34200" bIns="34200" anchor="b">
            <a:normAutofit fontScale="25000" lnSpcReduction="19999"/>
          </a:bodyPr>
          <a:p>
            <a:pPr marL="432000" indent="-324000">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87" name="PlaceHolder 5"/>
          <p:cNvSpPr>
            <a:spLocks noGrp="1"/>
          </p:cNvSpPr>
          <p:nvPr>
            <p:ph type="body"/>
          </p:nvPr>
        </p:nvSpPr>
        <p:spPr>
          <a:xfrm>
            <a:off x="4629240" y="1878840"/>
            <a:ext cx="3886920" cy="2763360"/>
          </a:xfrm>
          <a:prstGeom prst="rect">
            <a:avLst/>
          </a:prstGeom>
          <a:noFill/>
          <a:ln w="0">
            <a:noFill/>
          </a:ln>
        </p:spPr>
        <p:txBody>
          <a:bodyPr lIns="68400" rIns="68400" tIns="34200" bIns="34200" anchor="t">
            <a:normAutofit fontScale="77500" lnSpcReduction="19999"/>
          </a:bodyPr>
          <a:p>
            <a:pPr marL="432000" indent="-324000">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88" name="PlaceHolder 6"/>
          <p:cNvSpPr>
            <a:spLocks noGrp="1"/>
          </p:cNvSpPr>
          <p:nvPr>
            <p:ph type="dt" idx="41"/>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89" name="PlaceHolder 7"/>
          <p:cNvSpPr>
            <a:spLocks noGrp="1"/>
          </p:cNvSpPr>
          <p:nvPr>
            <p:ph type="ftr" idx="42"/>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90" name="PlaceHolder 8"/>
          <p:cNvSpPr>
            <a:spLocks noGrp="1"/>
          </p:cNvSpPr>
          <p:nvPr>
            <p:ph type="sldNum" idx="43"/>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8B28E481-D72F-431C-B6ED-2A9ABF1F62BA}"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4">
    <p:bg>
      <p:bgPr>
        <a:solidFill>
          <a:schemeClr val="lt1"/>
        </a:solidFill>
      </p:bgPr>
    </p:bg>
    <p:spTree>
      <p:nvGrpSpPr>
        <p:cNvPr id="1" name=""/>
        <p:cNvGrpSpPr/>
        <p:nvPr/>
      </p:nvGrpSpPr>
      <p:grpSpPr>
        <a:xfrm>
          <a:off x="0" y="0"/>
          <a:ext cx="0" cy="0"/>
          <a:chOff x="0" y="0"/>
          <a:chExt cx="0" cy="0"/>
        </a:xfrm>
      </p:grpSpPr>
      <p:sp>
        <p:nvSpPr>
          <p:cNvPr id="91" name="PlaceHolder 1"/>
          <p:cNvSpPr>
            <a:spLocks noGrp="1"/>
          </p:cNvSpPr>
          <p:nvPr>
            <p:ph type="title"/>
          </p:nvPr>
        </p:nvSpPr>
        <p:spPr>
          <a:xfrm>
            <a:off x="628560" y="273960"/>
            <a:ext cx="7886520" cy="993960"/>
          </a:xfrm>
          <a:prstGeom prst="rect">
            <a:avLst/>
          </a:prstGeom>
          <a:noFill/>
          <a:ln w="0">
            <a:noFill/>
          </a:ln>
        </p:spPr>
        <p:txBody>
          <a:bodyPr lIns="68400" rIns="68400" tIns="34200" bIns="34200" anchor="ctr">
            <a:normAutofit/>
          </a:bodyPr>
          <a:p>
            <a:pPr indent="0">
              <a:buNone/>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92" name="PlaceHolder 2"/>
          <p:cNvSpPr>
            <a:spLocks noGrp="1"/>
          </p:cNvSpPr>
          <p:nvPr>
            <p:ph type="dt" idx="44"/>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93" name="PlaceHolder 3"/>
          <p:cNvSpPr>
            <a:spLocks noGrp="1"/>
          </p:cNvSpPr>
          <p:nvPr>
            <p:ph type="ftr" idx="45"/>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94" name="PlaceHolder 4"/>
          <p:cNvSpPr>
            <a:spLocks noGrp="1"/>
          </p:cNvSpPr>
          <p:nvPr>
            <p:ph type="sldNum" idx="46"/>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143D766F-EE96-4F4F-9D3A-583AD38ACE75}"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Default 1">
    <p:spTree>
      <p:nvGrpSpPr>
        <p:cNvPr id="1" name=""/>
        <p:cNvGrpSpPr/>
        <p:nvPr/>
      </p:nvGrpSpPr>
      <p:grpSpPr>
        <a:xfrm>
          <a:off x="0" y="0"/>
          <a:ext cx="0" cy="0"/>
          <a:chOff x="0" y="0"/>
          <a:chExt cx="0" cy="0"/>
        </a:xfrm>
      </p:grpSpPr>
      <p:sp>
        <p:nvSpPr>
          <p:cNvPr id="2" name="PlaceHolder 1"/>
          <p:cNvSpPr>
            <a:spLocks noGrp="1"/>
          </p:cNvSpPr>
          <p:nvPr>
            <p:ph type="ftr" idx="48"/>
          </p:nvPr>
        </p:nvSpPr>
        <p:spPr/>
        <p:txBody>
          <a:bodyPr/>
          <a:p>
            <a:r>
              <a:t>Footer</a:t>
            </a:r>
          </a:p>
        </p:txBody>
      </p:sp>
      <p:sp>
        <p:nvSpPr>
          <p:cNvPr id="3" name="PlaceHolder 2"/>
          <p:cNvSpPr>
            <a:spLocks noGrp="1"/>
          </p:cNvSpPr>
          <p:nvPr>
            <p:ph type="sldNum" idx="49"/>
          </p:nvPr>
        </p:nvSpPr>
        <p:spPr/>
        <p:txBody>
          <a:bodyPr/>
          <a:p>
            <a:fld id="{453121ED-9BDA-422C-94CB-54565AAC3CD0}" type="slidenum">
              <a:t>&lt;#&gt;</a:t>
            </a:fld>
          </a:p>
        </p:txBody>
      </p:sp>
      <p:sp>
        <p:nvSpPr>
          <p:cNvPr id="4" name="PlaceHolder 3"/>
          <p:cNvSpPr>
            <a:spLocks noGrp="1"/>
          </p:cNvSpPr>
          <p:nvPr>
            <p:ph type="dt" idx="47"/>
          </p:nvPr>
        </p:nvSpPr>
        <p:spPr/>
        <p:txBody>
          <a:bodyPr/>
          <a:p>
            <a:r>
              <a:rPr lang="en-GB"/>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95" name="PlaceHolder 1"/>
          <p:cNvSpPr>
            <a:spLocks noGrp="1"/>
          </p:cNvSpPr>
          <p:nvPr>
            <p:ph type="dt" idx="47"/>
          </p:nvPr>
        </p:nvSpPr>
        <p:spPr>
          <a:xfrm>
            <a:off x="628560" y="4767120"/>
            <a:ext cx="2057040" cy="273600"/>
          </a:xfrm>
          <a:prstGeom prst="rect">
            <a:avLst/>
          </a:prstGeom>
          <a:noFill/>
          <a:ln w="0">
            <a:noFill/>
          </a:ln>
        </p:spPr>
        <p:txBody>
          <a:bodyPr lIns="68400" rIns="68400" tIns="34200" bIns="34200" anchor="ctr">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96" name="PlaceHolder 2"/>
          <p:cNvSpPr>
            <a:spLocks noGrp="1"/>
          </p:cNvSpPr>
          <p:nvPr>
            <p:ph type="ftr" idx="48"/>
          </p:nvPr>
        </p:nvSpPr>
        <p:spPr>
          <a:xfrm>
            <a:off x="3029040" y="4767120"/>
            <a:ext cx="3085920" cy="273600"/>
          </a:xfrm>
          <a:prstGeom prst="rect">
            <a:avLst/>
          </a:prstGeom>
          <a:noFill/>
          <a:ln w="0">
            <a:noFill/>
          </a:ln>
        </p:spPr>
        <p:txBody>
          <a:bodyPr lIns="68400" rIns="68400" tIns="34200" bIns="34200" anchor="ctr">
            <a:noAutofit/>
          </a:bodyPr>
          <a:lstStyle>
            <a:lvl1pPr indent="0" algn="ctr">
              <a:buNone/>
              <a:defRPr lang="en-GB" sz="1400" b="0" u="none" strike="noStrike">
                <a:solidFill>
                  <a:srgbClr val="000000"/>
                </a:solidFill>
                <a:effectLst/>
                <a:uFillTx/>
                <a:latin typeface="Times New Roman"/>
              </a:defRPr>
            </a:lvl1pPr>
          </a:lstStyle>
          <a:p>
            <a:pPr indent="0" algn="ctr">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97" name="PlaceHolder 3"/>
          <p:cNvSpPr>
            <a:spLocks noGrp="1"/>
          </p:cNvSpPr>
          <p:nvPr>
            <p:ph type="sldNum" idx="49"/>
          </p:nvPr>
        </p:nvSpPr>
        <p:spPr>
          <a:xfrm>
            <a:off x="6458040" y="4767120"/>
            <a:ext cx="2057040" cy="27360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6130EABC-6338-43FE-92BF-258C1F0F21E9}"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clrMap bg1="lt1" tx1="dk1" bg2="dk2" tx2="lt2" accent1="accent1" accent2="accent2" accent3="accent3" accent4="accent4" accent5="accent5" accent6="accent6" hlink="hlink" folHlink="folHlink"/>
  <p:sldLayoutIdLst>
    <p:sldLayoutId id="2147483675"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jpeg"/><Relationship Id="rId3" Type="http://schemas.openxmlformats.org/officeDocument/2006/relationships/image" Target="../media/image3.jpe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image" Target="../media/image6.jpeg"/><Relationship Id="rId7" Type="http://schemas.openxmlformats.org/officeDocument/2006/relationships/image" Target="../media/image7.jpeg"/><Relationship Id="rId8" Type="http://schemas.openxmlformats.org/officeDocument/2006/relationships/image" Target="../media/image8.jpeg"/><Relationship Id="rId9" Type="http://schemas.openxmlformats.org/officeDocument/2006/relationships/slideLayout" Target="../slideLayouts/slideLayout12.xml"/>
</Relationships>
</file>

<file path=ppt/slides/_rels/slide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04" name="Google Shape;136;p2"/>
          <p:cNvPicPr/>
          <p:nvPr/>
        </p:nvPicPr>
        <p:blipFill>
          <a:blip r:embed="rId1"/>
          <a:stretch/>
        </p:blipFill>
        <p:spPr>
          <a:xfrm>
            <a:off x="3591720" y="164160"/>
            <a:ext cx="2280600" cy="4935240"/>
          </a:xfrm>
          <a:prstGeom prst="rect">
            <a:avLst/>
          </a:prstGeom>
          <a:noFill/>
          <a:ln w="0">
            <a:noFill/>
          </a:ln>
        </p:spPr>
      </p:pic>
      <p:sp>
        <p:nvSpPr>
          <p:cNvPr id="105" name="Google Shape;137;p2"/>
          <p:cNvSpPr/>
          <p:nvPr/>
        </p:nvSpPr>
        <p:spPr>
          <a:xfrm>
            <a:off x="660240" y="809640"/>
            <a:ext cx="1562040" cy="779040"/>
          </a:xfrm>
          <a:prstGeom prst="rect">
            <a:avLst/>
          </a:prstGeom>
          <a:solidFill>
            <a:schemeClr val="lt2"/>
          </a:solidFill>
          <a:ln w="9525">
            <a:solidFill>
              <a:srgbClr val="44546a"/>
            </a:solidFill>
            <a:round/>
          </a:ln>
        </p:spPr>
        <p:style>
          <a:lnRef idx="0"/>
          <a:fillRef idx="0"/>
          <a:effectRef idx="0"/>
          <a:fontRef idx="minor"/>
        </p:style>
        <p:txBody>
          <a:bodyPr tIns="91440" bIns="91440" anchor="ctr">
            <a:noAutofit/>
          </a:bodyPr>
          <a:p>
            <a:pPr algn="ctr">
              <a:lnSpc>
                <a:spcPct val="100000"/>
              </a:lnSpc>
              <a:tabLst>
                <a:tab algn="l" pos="0"/>
              </a:tabLst>
            </a:pPr>
            <a:r>
              <a:rPr lang="de" sz="1800" b="0" u="none" strike="noStrike">
                <a:solidFill>
                  <a:schemeClr val="dk1"/>
                </a:solidFill>
                <a:effectLst/>
                <a:uFillTx/>
                <a:latin typeface="Calibri"/>
                <a:ea typeface="Calibri"/>
              </a:rPr>
              <a:t>ARM WEAR</a:t>
            </a:r>
            <a:endParaRPr lang="en-GB" sz="1800" b="0" u="none" strike="noStrike">
              <a:solidFill>
                <a:srgbClr val="000000"/>
              </a:solidFill>
              <a:effectLst/>
              <a:uFillTx/>
              <a:latin typeface="Arial"/>
            </a:endParaRPr>
          </a:p>
        </p:txBody>
      </p:sp>
      <p:grpSp>
        <p:nvGrpSpPr>
          <p:cNvPr id="106" name="Google Shape;149;p2"/>
          <p:cNvGrpSpPr/>
          <p:nvPr/>
        </p:nvGrpSpPr>
        <p:grpSpPr>
          <a:xfrm>
            <a:off x="360" y="-1800"/>
            <a:ext cx="4420080" cy="779040"/>
            <a:chOff x="360" y="-1800"/>
            <a:chExt cx="4420080" cy="779040"/>
          </a:xfrm>
        </p:grpSpPr>
        <p:grpSp>
          <p:nvGrpSpPr>
            <p:cNvPr id="107" name="Google Shape;150;p2"/>
            <p:cNvGrpSpPr/>
            <p:nvPr/>
          </p:nvGrpSpPr>
          <p:grpSpPr>
            <a:xfrm>
              <a:off x="360" y="72000"/>
              <a:ext cx="4420080" cy="705240"/>
              <a:chOff x="360" y="72000"/>
              <a:chExt cx="4420080" cy="705240"/>
            </a:xfrm>
          </p:grpSpPr>
          <p:sp>
            <p:nvSpPr>
              <p:cNvPr id="108" name="Google Shape;151;p2"/>
              <p:cNvSpPr/>
              <p:nvPr/>
            </p:nvSpPr>
            <p:spPr>
              <a:xfrm>
                <a:off x="360" y="72000"/>
                <a:ext cx="3269160" cy="705240"/>
              </a:xfrm>
              <a:prstGeom prst="rect">
                <a:avLst/>
              </a:prstGeom>
              <a:solidFill>
                <a:srgbClr val="5562eb"/>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09" name="Google Shape;152;p2"/>
              <p:cNvSpPr/>
              <p:nvPr/>
            </p:nvSpPr>
            <p:spPr>
              <a:xfrm>
                <a:off x="2785680" y="72000"/>
                <a:ext cx="1634760" cy="705240"/>
              </a:xfrm>
              <a:prstGeom prst="flowChartInputOutput">
                <a:avLst/>
              </a:prstGeom>
              <a:solidFill>
                <a:srgbClr val="5562eb"/>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nvGrpSpPr>
            <p:cNvPr id="110" name="Google Shape;153;p2"/>
            <p:cNvGrpSpPr/>
            <p:nvPr/>
          </p:nvGrpSpPr>
          <p:grpSpPr>
            <a:xfrm>
              <a:off x="360" y="-1800"/>
              <a:ext cx="4334040" cy="705240"/>
              <a:chOff x="360" y="-1800"/>
              <a:chExt cx="4334040" cy="705240"/>
            </a:xfrm>
          </p:grpSpPr>
          <p:sp>
            <p:nvSpPr>
              <p:cNvPr id="111" name="Google Shape;154;p2"/>
              <p:cNvSpPr/>
              <p:nvPr/>
            </p:nvSpPr>
            <p:spPr>
              <a:xfrm>
                <a:off x="360" y="-1800"/>
                <a:ext cx="3236400" cy="705240"/>
              </a:xfrm>
              <a:prstGeom prst="rect">
                <a:avLst/>
              </a:prstGeom>
              <a:solidFill>
                <a:srgbClr val="152044"/>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12" name="Google Shape;155;p2"/>
              <p:cNvSpPr/>
              <p:nvPr/>
            </p:nvSpPr>
            <p:spPr>
              <a:xfrm>
                <a:off x="2715840" y="-1800"/>
                <a:ext cx="1618560" cy="705240"/>
              </a:xfrm>
              <a:prstGeom prst="flowChartInputOutput">
                <a:avLst/>
              </a:prstGeom>
              <a:solidFill>
                <a:srgbClr val="152044"/>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sp>
        <p:nvSpPr>
          <p:cNvPr id="113" name="Google Shape;156;p2"/>
          <p:cNvSpPr/>
          <p:nvPr/>
        </p:nvSpPr>
        <p:spPr>
          <a:xfrm flipH="1">
            <a:off x="12600" y="-82440"/>
            <a:ext cx="4090320" cy="873000"/>
          </a:xfrm>
          <a:prstGeom prst="rect">
            <a:avLst/>
          </a:prstGeom>
          <a:noFill/>
          <a:ln w="0">
            <a:noFill/>
          </a:ln>
        </p:spPr>
        <p:style>
          <a:lnRef idx="0"/>
          <a:fillRef idx="0"/>
          <a:effectRef idx="0"/>
          <a:fontRef idx="minor"/>
        </p:style>
        <p:txBody>
          <a:bodyPr lIns="68400" rIns="68400" tIns="34200" bIns="34200" anchor="ctr">
            <a:noAutofit/>
          </a:bodyPr>
          <a:p>
            <a:pPr>
              <a:lnSpc>
                <a:spcPct val="115000"/>
              </a:lnSpc>
              <a:tabLst>
                <a:tab algn="l" pos="0"/>
              </a:tabLst>
            </a:pPr>
            <a:r>
              <a:rPr lang="de-DE" sz="1800" b="0" u="none" strike="noStrike">
                <a:solidFill>
                  <a:schemeClr val="lt1"/>
                </a:solidFill>
                <a:effectLst/>
                <a:uFillTx/>
                <a:latin typeface="Montserrat ExtraBold"/>
                <a:ea typeface="Montserrat ExtraBold"/>
              </a:rPr>
              <a:t>Candour Alabaster </a:t>
            </a:r>
            <a:endParaRPr lang="en-GB" sz="1800" b="0" u="none" strike="noStrike">
              <a:solidFill>
                <a:srgbClr val="000000"/>
              </a:solidFill>
              <a:effectLst/>
              <a:uFillTx/>
              <a:latin typeface="Arial"/>
            </a:endParaRPr>
          </a:p>
          <a:p>
            <a:pPr>
              <a:lnSpc>
                <a:spcPct val="115000"/>
              </a:lnSpc>
              <a:tabLst>
                <a:tab algn="l" pos="0"/>
              </a:tabLst>
            </a:pPr>
            <a:r>
              <a:rPr lang="de" sz="1800" b="0" u="none" strike="noStrike">
                <a:solidFill>
                  <a:srgbClr val="ffb951"/>
                </a:solidFill>
                <a:effectLst/>
                <a:uFillTx/>
                <a:latin typeface="Montserrat ExtraBold"/>
                <a:ea typeface="Montserrat ExtraBold"/>
              </a:rPr>
              <a:t>Selbstsicherheit</a:t>
            </a:r>
            <a:endParaRPr lang="en-GB" sz="1800" b="0" u="none" strike="noStrike">
              <a:solidFill>
                <a:srgbClr val="000000"/>
              </a:solidFill>
              <a:effectLst/>
              <a:uFillTx/>
              <a:latin typeface="Arial"/>
            </a:endParaRPr>
          </a:p>
        </p:txBody>
      </p:sp>
      <p:pic>
        <p:nvPicPr>
          <p:cNvPr id="114" name="Picture 2" descr="Book Review: Skulduggery Pleasant By Derek Landy"/>
          <p:cNvPicPr/>
          <p:nvPr/>
        </p:nvPicPr>
        <p:blipFill>
          <a:blip r:embed="rId2"/>
          <a:stretch/>
        </p:blipFill>
        <p:spPr>
          <a:xfrm>
            <a:off x="6167880" y="1219320"/>
            <a:ext cx="1582560" cy="2363400"/>
          </a:xfrm>
          <a:prstGeom prst="rect">
            <a:avLst/>
          </a:prstGeom>
          <a:noFill/>
          <a:ln w="0">
            <a:noFill/>
          </a:ln>
        </p:spPr>
      </p:pic>
      <p:pic>
        <p:nvPicPr>
          <p:cNvPr id="115" name="Picture 4" descr="Ryusui Nanami"/>
          <p:cNvPicPr/>
          <p:nvPr/>
        </p:nvPicPr>
        <p:blipFill>
          <a:blip r:embed="rId3"/>
          <a:srcRect l="0" t="12247" r="0" b="0"/>
          <a:stretch/>
        </p:blipFill>
        <p:spPr>
          <a:xfrm>
            <a:off x="1484640" y="767880"/>
            <a:ext cx="1875600" cy="1645560"/>
          </a:xfrm>
          <a:prstGeom prst="rect">
            <a:avLst/>
          </a:prstGeom>
          <a:noFill/>
          <a:ln w="0">
            <a:noFill/>
          </a:ln>
        </p:spPr>
      </p:pic>
      <p:pic>
        <p:nvPicPr>
          <p:cNvPr id="116" name="Picture 6" descr="BEST DR. STONE TIDDY POLL ‼️ TOP 👑👑👑 1! RYUSUI NANAMI 6,091 votes (  58.3%)"/>
          <p:cNvPicPr/>
          <p:nvPr/>
        </p:nvPicPr>
        <p:blipFill>
          <a:blip r:embed="rId4"/>
          <a:stretch/>
        </p:blipFill>
        <p:spPr>
          <a:xfrm>
            <a:off x="-146520" y="772200"/>
            <a:ext cx="1636200" cy="1636200"/>
          </a:xfrm>
          <a:prstGeom prst="rect">
            <a:avLst/>
          </a:prstGeom>
          <a:noFill/>
          <a:ln w="0">
            <a:noFill/>
          </a:ln>
        </p:spPr>
      </p:pic>
      <p:pic>
        <p:nvPicPr>
          <p:cNvPr id="117" name="Picture 14"/>
          <p:cNvPicPr/>
          <p:nvPr/>
        </p:nvPicPr>
        <p:blipFill>
          <a:blip r:embed="rId5"/>
          <a:srcRect l="21299" t="0" r="0" b="0"/>
          <a:stretch/>
        </p:blipFill>
        <p:spPr>
          <a:xfrm>
            <a:off x="3440520" y="120600"/>
            <a:ext cx="2593080" cy="4942440"/>
          </a:xfrm>
          <a:prstGeom prst="rect">
            <a:avLst/>
          </a:prstGeom>
          <a:noFill/>
          <a:ln w="0">
            <a:noFill/>
          </a:ln>
        </p:spPr>
      </p:pic>
      <p:cxnSp>
        <p:nvCxnSpPr>
          <p:cNvPr id="118" name="Google Shape;144;p2"/>
          <p:cNvCxnSpPr>
            <a:stCxn id="115" idx="3"/>
          </p:cNvCxnSpPr>
          <p:nvPr/>
        </p:nvCxnSpPr>
        <p:spPr>
          <a:xfrm flipV="1">
            <a:off x="3360240" y="1101600"/>
            <a:ext cx="917280" cy="489240"/>
          </a:xfrm>
          <a:prstGeom prst="straightConnector1">
            <a:avLst/>
          </a:prstGeom>
          <a:ln w="28575">
            <a:solidFill>
              <a:srgbClr val="ff0000"/>
            </a:solidFill>
            <a:prstDash val="dash"/>
            <a:round/>
            <a:tailEnd len="med" type="triangle" w="med"/>
          </a:ln>
        </p:spPr>
      </p:cxnSp>
      <p:cxnSp>
        <p:nvCxnSpPr>
          <p:cNvPr id="119" name="Google Shape;147;p2"/>
          <p:cNvCxnSpPr>
            <a:stCxn id="114" idx="1"/>
          </p:cNvCxnSpPr>
          <p:nvPr/>
        </p:nvCxnSpPr>
        <p:spPr>
          <a:xfrm flipH="1">
            <a:off x="4865040" y="2400840"/>
            <a:ext cx="1303200" cy="662400"/>
          </a:xfrm>
          <a:prstGeom prst="straightConnector1">
            <a:avLst/>
          </a:prstGeom>
          <a:ln w="28575">
            <a:solidFill>
              <a:srgbClr val="ff0000"/>
            </a:solidFill>
            <a:prstDash val="dash"/>
            <a:round/>
            <a:tailEnd len="med" type="triangle" w="med"/>
          </a:ln>
        </p:spPr>
      </p:cxnSp>
      <p:cxnSp>
        <p:nvCxnSpPr>
          <p:cNvPr id="120" name="Google Shape;147;p2"/>
          <p:cNvCxnSpPr>
            <a:stCxn id="114" idx="1"/>
          </p:cNvCxnSpPr>
          <p:nvPr/>
        </p:nvCxnSpPr>
        <p:spPr>
          <a:xfrm flipH="1">
            <a:off x="4329720" y="2400840"/>
            <a:ext cx="1838520" cy="1881720"/>
          </a:xfrm>
          <a:prstGeom prst="straightConnector1">
            <a:avLst/>
          </a:prstGeom>
          <a:ln w="28575">
            <a:solidFill>
              <a:srgbClr val="ff0000"/>
            </a:solidFill>
            <a:prstDash val="dash"/>
            <a:round/>
            <a:tailEnd len="med" type="triangle" w="med"/>
          </a:ln>
        </p:spPr>
      </p:cxnSp>
      <p:cxnSp>
        <p:nvCxnSpPr>
          <p:cNvPr id="121" name="Google Shape;147;p2"/>
          <p:cNvCxnSpPr>
            <a:stCxn id="114" idx="1"/>
          </p:cNvCxnSpPr>
          <p:nvPr/>
        </p:nvCxnSpPr>
        <p:spPr>
          <a:xfrm flipH="1" flipV="1">
            <a:off x="5110200" y="1881000"/>
            <a:ext cx="1058040" cy="520200"/>
          </a:xfrm>
          <a:prstGeom prst="straightConnector1">
            <a:avLst/>
          </a:prstGeom>
          <a:ln w="28575">
            <a:solidFill>
              <a:srgbClr val="ff0000"/>
            </a:solidFill>
            <a:prstDash val="dash"/>
            <a:round/>
            <a:tailEnd len="med" type="triangle" w="med"/>
          </a:ln>
        </p:spPr>
      </p:cxnSp>
      <p:pic>
        <p:nvPicPr>
          <p:cNvPr id="122" name="Picture 16" descr="Story Pin-Bild"/>
          <p:cNvPicPr/>
          <p:nvPr/>
        </p:nvPicPr>
        <p:blipFill>
          <a:blip r:embed="rId6"/>
          <a:stretch/>
        </p:blipFill>
        <p:spPr>
          <a:xfrm>
            <a:off x="7750800" y="1219320"/>
            <a:ext cx="1575360" cy="2363400"/>
          </a:xfrm>
          <a:prstGeom prst="rect">
            <a:avLst/>
          </a:prstGeom>
          <a:noFill/>
          <a:ln w="0">
            <a:noFill/>
          </a:ln>
        </p:spPr>
      </p:pic>
      <p:sp>
        <p:nvSpPr>
          <p:cNvPr id="123" name="Textfeld 30"/>
          <p:cNvSpPr/>
          <p:nvPr/>
        </p:nvSpPr>
        <p:spPr>
          <a:xfrm>
            <a:off x="0" y="2401200"/>
            <a:ext cx="3359880" cy="4305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de-DE" sz="1100" b="0" u="none" strike="noStrike">
                <a:solidFill>
                  <a:srgbClr val="000000"/>
                </a:solidFill>
                <a:effectLst/>
                <a:uFillTx/>
                <a:latin typeface="Arial"/>
                <a:ea typeface="Arial"/>
              </a:rPr>
              <a:t>(Haare &amp; Gesicht, vorallem die scharfen Kanten und Augenbrauen)</a:t>
            </a:r>
            <a:endParaRPr lang="en-GB" sz="1100" b="0" u="none" strike="noStrike">
              <a:solidFill>
                <a:srgbClr val="000000"/>
              </a:solidFill>
              <a:effectLst/>
              <a:uFillTx/>
              <a:latin typeface="Arial"/>
            </a:endParaRPr>
          </a:p>
        </p:txBody>
      </p:sp>
      <p:sp>
        <p:nvSpPr>
          <p:cNvPr id="124" name="Textfeld 31"/>
          <p:cNvSpPr/>
          <p:nvPr/>
        </p:nvSpPr>
        <p:spPr>
          <a:xfrm>
            <a:off x="7481520" y="3560040"/>
            <a:ext cx="538200" cy="2613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de-DE" sz="1100" b="0" u="none" strike="noStrike">
                <a:solidFill>
                  <a:srgbClr val="000000"/>
                </a:solidFill>
                <a:effectLst/>
                <a:uFillTx/>
                <a:latin typeface="Arial"/>
                <a:ea typeface="Arial"/>
              </a:rPr>
              <a:t>(Suit)</a:t>
            </a:r>
            <a:endParaRPr lang="en-GB" sz="1100" b="0" u="none" strike="noStrike">
              <a:solidFill>
                <a:srgbClr val="000000"/>
              </a:solidFill>
              <a:effectLst/>
              <a:uFillTx/>
              <a:latin typeface="Arial"/>
            </a:endParaRPr>
          </a:p>
        </p:txBody>
      </p:sp>
      <p:pic>
        <p:nvPicPr>
          <p:cNvPr id="125" name="Picture 18" descr="Tie Pin | Grey | gun | | 30-975001 | LINDBERGH"/>
          <p:cNvPicPr/>
          <p:nvPr/>
        </p:nvPicPr>
        <p:blipFill>
          <a:blip r:embed="rId7"/>
          <a:stretch/>
        </p:blipFill>
        <p:spPr>
          <a:xfrm>
            <a:off x="1621800" y="3109320"/>
            <a:ext cx="1000800" cy="1501200"/>
          </a:xfrm>
          <a:prstGeom prst="rect">
            <a:avLst/>
          </a:prstGeom>
          <a:noFill/>
          <a:ln w="0">
            <a:noFill/>
          </a:ln>
        </p:spPr>
      </p:pic>
      <p:pic>
        <p:nvPicPr>
          <p:cNvPr id="126" name="Picture 20" descr="American Psycho Enamel Pin: Patrick Bateman Business Card Horror Pin -  Etsy.de"/>
          <p:cNvPicPr/>
          <p:nvPr/>
        </p:nvPicPr>
        <p:blipFill>
          <a:blip r:embed="rId8"/>
          <a:stretch/>
        </p:blipFill>
        <p:spPr>
          <a:xfrm>
            <a:off x="117000" y="3109320"/>
            <a:ext cx="1501200" cy="1501200"/>
          </a:xfrm>
          <a:prstGeom prst="rect">
            <a:avLst/>
          </a:prstGeom>
          <a:noFill/>
          <a:ln w="0">
            <a:noFill/>
          </a:ln>
        </p:spPr>
      </p:pic>
      <p:sp>
        <p:nvSpPr>
          <p:cNvPr id="127" name="Textfeld 36"/>
          <p:cNvSpPr/>
          <p:nvPr/>
        </p:nvSpPr>
        <p:spPr>
          <a:xfrm>
            <a:off x="117000" y="4592160"/>
            <a:ext cx="3359880" cy="4305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de-DE" sz="1100" b="0" u="none" strike="noStrike">
                <a:solidFill>
                  <a:srgbClr val="000000"/>
                </a:solidFill>
                <a:effectLst/>
                <a:uFillTx/>
                <a:latin typeface="Arial"/>
                <a:ea typeface="Arial"/>
              </a:rPr>
              <a:t>(Krawatte mit übergroßer Visitenkarten-Anstecknadel)</a:t>
            </a:r>
            <a:endParaRPr lang="en-GB" sz="1100" b="0" u="none" strike="noStrike">
              <a:solidFill>
                <a:srgbClr val="000000"/>
              </a:solidFill>
              <a:effectLst/>
              <a:uFillTx/>
              <a:latin typeface="Arial"/>
            </a:endParaRPr>
          </a:p>
        </p:txBody>
      </p:sp>
      <p:cxnSp>
        <p:nvCxnSpPr>
          <p:cNvPr id="128" name="Google Shape;144;p2"/>
          <p:cNvCxnSpPr>
            <a:stCxn id="125" idx="3"/>
          </p:cNvCxnSpPr>
          <p:nvPr/>
        </p:nvCxnSpPr>
        <p:spPr>
          <a:xfrm flipV="1">
            <a:off x="2622600" y="2327040"/>
            <a:ext cx="1707480" cy="1533240"/>
          </a:xfrm>
          <a:prstGeom prst="straightConnector1">
            <a:avLst/>
          </a:prstGeom>
          <a:ln w="28575">
            <a:solidFill>
              <a:srgbClr val="ff0000"/>
            </a:solidFill>
            <a:prstDash val="dash"/>
            <a:round/>
            <a:tailEnd len="med" type="triangle" w="med"/>
          </a:ln>
        </p:spPr>
      </p:cxn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29" name="Google Shape;149;p2"/>
          <p:cNvGrpSpPr/>
          <p:nvPr/>
        </p:nvGrpSpPr>
        <p:grpSpPr>
          <a:xfrm>
            <a:off x="360" y="-1800"/>
            <a:ext cx="4420080" cy="779040"/>
            <a:chOff x="360" y="-1800"/>
            <a:chExt cx="4420080" cy="779040"/>
          </a:xfrm>
        </p:grpSpPr>
        <p:grpSp>
          <p:nvGrpSpPr>
            <p:cNvPr id="130" name="Google Shape;150;p2"/>
            <p:cNvGrpSpPr/>
            <p:nvPr/>
          </p:nvGrpSpPr>
          <p:grpSpPr>
            <a:xfrm>
              <a:off x="360" y="72000"/>
              <a:ext cx="4420080" cy="705240"/>
              <a:chOff x="360" y="72000"/>
              <a:chExt cx="4420080" cy="705240"/>
            </a:xfrm>
          </p:grpSpPr>
          <p:sp>
            <p:nvSpPr>
              <p:cNvPr id="131" name="Google Shape;151;p2"/>
              <p:cNvSpPr/>
              <p:nvPr/>
            </p:nvSpPr>
            <p:spPr>
              <a:xfrm>
                <a:off x="360" y="72000"/>
                <a:ext cx="3269160" cy="705240"/>
              </a:xfrm>
              <a:prstGeom prst="rect">
                <a:avLst/>
              </a:prstGeom>
              <a:solidFill>
                <a:srgbClr val="5562eb"/>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32" name="Google Shape;152;p2"/>
              <p:cNvSpPr/>
              <p:nvPr/>
            </p:nvSpPr>
            <p:spPr>
              <a:xfrm>
                <a:off x="2785680" y="72000"/>
                <a:ext cx="1634760" cy="705240"/>
              </a:xfrm>
              <a:prstGeom prst="flowChartInputOutput">
                <a:avLst/>
              </a:prstGeom>
              <a:solidFill>
                <a:srgbClr val="5562eb"/>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nvGrpSpPr>
            <p:cNvPr id="133" name="Google Shape;153;p2"/>
            <p:cNvGrpSpPr/>
            <p:nvPr/>
          </p:nvGrpSpPr>
          <p:grpSpPr>
            <a:xfrm>
              <a:off x="360" y="-1800"/>
              <a:ext cx="4334040" cy="705240"/>
              <a:chOff x="360" y="-1800"/>
              <a:chExt cx="4334040" cy="705240"/>
            </a:xfrm>
          </p:grpSpPr>
          <p:sp>
            <p:nvSpPr>
              <p:cNvPr id="134" name="Google Shape;154;p2"/>
              <p:cNvSpPr/>
              <p:nvPr/>
            </p:nvSpPr>
            <p:spPr>
              <a:xfrm>
                <a:off x="360" y="-1800"/>
                <a:ext cx="3236400" cy="705240"/>
              </a:xfrm>
              <a:prstGeom prst="rect">
                <a:avLst/>
              </a:prstGeom>
              <a:solidFill>
                <a:srgbClr val="152044"/>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35" name="Google Shape;155;p2"/>
              <p:cNvSpPr/>
              <p:nvPr/>
            </p:nvSpPr>
            <p:spPr>
              <a:xfrm>
                <a:off x="2715840" y="-1800"/>
                <a:ext cx="1618560" cy="705240"/>
              </a:xfrm>
              <a:prstGeom prst="flowChartInputOutput">
                <a:avLst/>
              </a:prstGeom>
              <a:solidFill>
                <a:srgbClr val="152044"/>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sp>
        <p:nvSpPr>
          <p:cNvPr id="136" name="Google Shape;156;p2"/>
          <p:cNvSpPr/>
          <p:nvPr/>
        </p:nvSpPr>
        <p:spPr>
          <a:xfrm flipH="1">
            <a:off x="12600" y="-82440"/>
            <a:ext cx="4090320" cy="873000"/>
          </a:xfrm>
          <a:prstGeom prst="rect">
            <a:avLst/>
          </a:prstGeom>
          <a:noFill/>
          <a:ln w="0">
            <a:noFill/>
          </a:ln>
        </p:spPr>
        <p:style>
          <a:lnRef idx="0"/>
          <a:fillRef idx="0"/>
          <a:effectRef idx="0"/>
          <a:fontRef idx="minor"/>
        </p:style>
        <p:txBody>
          <a:bodyPr lIns="68400" rIns="68400" tIns="34200" bIns="34200" anchor="ctr">
            <a:noAutofit/>
          </a:bodyPr>
          <a:p>
            <a:pPr>
              <a:lnSpc>
                <a:spcPct val="115000"/>
              </a:lnSpc>
              <a:tabLst>
                <a:tab algn="l" pos="0"/>
              </a:tabLst>
            </a:pPr>
            <a:r>
              <a:rPr lang="de-DE" sz="1800" b="0" u="none" strike="noStrike">
                <a:solidFill>
                  <a:schemeClr val="lt1"/>
                </a:solidFill>
                <a:effectLst/>
                <a:uFillTx/>
                <a:latin typeface="Montserrat ExtraBold"/>
                <a:ea typeface="Montserrat ExtraBold"/>
              </a:rPr>
              <a:t>Candour Alabaster </a:t>
            </a:r>
            <a:endParaRPr lang="en-GB" sz="1800" b="0" u="none" strike="noStrike">
              <a:solidFill>
                <a:srgbClr val="000000"/>
              </a:solidFill>
              <a:effectLst/>
              <a:uFillTx/>
              <a:latin typeface="Arial"/>
            </a:endParaRPr>
          </a:p>
          <a:p>
            <a:pPr>
              <a:lnSpc>
                <a:spcPct val="115000"/>
              </a:lnSpc>
              <a:tabLst>
                <a:tab algn="l" pos="0"/>
              </a:tabLst>
            </a:pPr>
            <a:r>
              <a:rPr lang="de" sz="1800" b="0" u="none" strike="noStrike">
                <a:solidFill>
                  <a:srgbClr val="ffb951"/>
                </a:solidFill>
                <a:effectLst/>
                <a:uFillTx/>
                <a:latin typeface="Montserrat ExtraBold"/>
                <a:ea typeface="Montserrat ExtraBold"/>
              </a:rPr>
              <a:t>Visitenkarte</a:t>
            </a:r>
            <a:endParaRPr lang="en-GB" sz="1800" b="0" u="none" strike="noStrike">
              <a:solidFill>
                <a:srgbClr val="000000"/>
              </a:solidFill>
              <a:effectLst/>
              <a:uFillTx/>
              <a:latin typeface="Arial"/>
            </a:endParaRPr>
          </a:p>
        </p:txBody>
      </p:sp>
      <p:sp>
        <p:nvSpPr>
          <p:cNvPr id="137" name="Rechteck 1"/>
          <p:cNvSpPr/>
          <p:nvPr/>
        </p:nvSpPr>
        <p:spPr>
          <a:xfrm>
            <a:off x="1635120" y="1162080"/>
            <a:ext cx="6111720" cy="3034800"/>
          </a:xfrm>
          <a:prstGeom prst="rect">
            <a:avLst/>
          </a:prstGeom>
          <a:noFill/>
          <a:ln>
            <a:solidFill>
              <a:srgbClr val="1d3155"/>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lang="de-DE" sz="1400" b="0" u="none" strike="noStrike">
              <a:solidFill>
                <a:schemeClr val="lt1"/>
              </a:solidFill>
              <a:effectLst/>
              <a:uFillTx/>
              <a:latin typeface="Arial"/>
              <a:ea typeface="Arial"/>
            </a:endParaRPr>
          </a:p>
        </p:txBody>
      </p:sp>
      <p:sp>
        <p:nvSpPr>
          <p:cNvPr id="138" name="Textfeld 2"/>
          <p:cNvSpPr/>
          <p:nvPr/>
        </p:nvSpPr>
        <p:spPr>
          <a:xfrm>
            <a:off x="2815560" y="1731960"/>
            <a:ext cx="3750480" cy="5842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de-DE" sz="3200" b="1" u="none" strike="noStrike">
                <a:solidFill>
                  <a:srgbClr val="000000"/>
                </a:solidFill>
                <a:effectLst/>
                <a:uFillTx/>
                <a:latin typeface="Arial"/>
                <a:ea typeface="Arial"/>
              </a:rPr>
              <a:t>ALABASTER LTD.</a:t>
            </a:r>
            <a:endParaRPr lang="en-GB" sz="3200" b="0" u="none" strike="noStrike">
              <a:solidFill>
                <a:srgbClr val="000000"/>
              </a:solidFill>
              <a:effectLst/>
              <a:uFillTx/>
              <a:latin typeface="Arial"/>
            </a:endParaRPr>
          </a:p>
        </p:txBody>
      </p:sp>
      <p:sp>
        <p:nvSpPr>
          <p:cNvPr id="139" name="Textfeld 3"/>
          <p:cNvSpPr/>
          <p:nvPr/>
        </p:nvSpPr>
        <p:spPr>
          <a:xfrm>
            <a:off x="4278240" y="3652560"/>
            <a:ext cx="825120" cy="30744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de-DE" sz="1400" b="0" u="none" strike="noStrike">
                <a:solidFill>
                  <a:srgbClr val="000000"/>
                </a:solidFill>
                <a:effectLst/>
                <a:uFillTx/>
                <a:latin typeface="Arial"/>
                <a:ea typeface="Arial"/>
              </a:rPr>
              <a:t>Stonks</a:t>
            </a:r>
            <a:endParaRPr lang="en-GB" sz="1400" b="0" u="none" strike="noStrike">
              <a:solidFill>
                <a:srgbClr val="000000"/>
              </a:solidFill>
              <a:effectLst/>
              <a:uFillTx/>
              <a:latin typeface="Arial"/>
            </a:endParaRPr>
          </a:p>
        </p:txBody>
      </p:sp>
      <p:sp>
        <p:nvSpPr>
          <p:cNvPr id="140" name="Textfeld 5"/>
          <p:cNvSpPr/>
          <p:nvPr/>
        </p:nvSpPr>
        <p:spPr>
          <a:xfrm>
            <a:off x="1638000" y="1182960"/>
            <a:ext cx="4255560" cy="30744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de-DE" sz="1400" b="0" u="none" strike="noStrike">
                <a:solidFill>
                  <a:srgbClr val="000000"/>
                </a:solidFill>
                <a:effectLst/>
                <a:uFillTx/>
                <a:latin typeface="Arial"/>
                <a:ea typeface="Arial"/>
              </a:rPr>
              <a:t>Phone: +01100111 01100001 01111001 00001010</a:t>
            </a:r>
            <a:endParaRPr lang="en-GB" sz="1400" b="0" u="none" strike="noStrike">
              <a:solidFill>
                <a:srgbClr val="000000"/>
              </a:solidFill>
              <a:effectLst/>
              <a:uFillTx/>
              <a:latin typeface="Arial"/>
            </a:endParaRPr>
          </a:p>
        </p:txBody>
      </p:sp>
      <p:pic>
        <p:nvPicPr>
          <p:cNvPr id="141" name="Grafik 7" descr="Ein Bild, das Muster, nähen, Stoff enthält.&#10;&#10;KI-generierte Inhalte können fehlerhaft sein."/>
          <p:cNvPicPr/>
          <p:nvPr/>
        </p:nvPicPr>
        <p:blipFill>
          <a:blip r:embed="rId1"/>
          <a:stretch/>
        </p:blipFill>
        <p:spPr>
          <a:xfrm>
            <a:off x="4145760" y="2520000"/>
            <a:ext cx="1074240" cy="1061640"/>
          </a:xfrm>
          <a:prstGeom prst="rect">
            <a:avLst/>
          </a:prstGeom>
          <a:noFill/>
          <a:ln w="0">
            <a:noFill/>
          </a:ln>
        </p:spPr>
      </p:pic>
      <p:sp>
        <p:nvSpPr>
          <p:cNvPr id="142" name=""/>
          <p:cNvSpPr txBox="1"/>
          <p:nvPr/>
        </p:nvSpPr>
        <p:spPr>
          <a:xfrm>
            <a:off x="3780000" y="2160000"/>
            <a:ext cx="1800000" cy="360000"/>
          </a:xfrm>
          <a:prstGeom prst="rect">
            <a:avLst/>
          </a:prstGeom>
          <a:noFill/>
          <a:ln w="0">
            <a:noFill/>
          </a:ln>
        </p:spPr>
        <p:txBody>
          <a:bodyPr lIns="90000" rIns="90000" tIns="45000" bIns="45000" anchor="t">
            <a:spAutoFit/>
          </a:bodyPr>
          <a:p>
            <a:r>
              <a:rPr lang="en-GB" sz="1800" b="0" u="none" strike="noStrike">
                <a:solidFill>
                  <a:srgbClr val="000000"/>
                </a:solidFill>
                <a:effectLst/>
                <a:uFillTx/>
                <a:latin typeface="Arial"/>
              </a:rPr>
              <a:t>Insider Trading</a:t>
            </a:r>
            <a:endParaRPr lang="en-GB"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43" name="Google Shape;161;g3b636e5de4b_0_32"/>
          <p:cNvGrpSpPr/>
          <p:nvPr/>
        </p:nvGrpSpPr>
        <p:grpSpPr>
          <a:xfrm>
            <a:off x="360" y="-1800"/>
            <a:ext cx="3490560" cy="779040"/>
            <a:chOff x="360" y="-1800"/>
            <a:chExt cx="3490560" cy="779040"/>
          </a:xfrm>
        </p:grpSpPr>
        <p:grpSp>
          <p:nvGrpSpPr>
            <p:cNvPr id="144" name="Google Shape;162;g3b636e5de4b_0_32"/>
            <p:cNvGrpSpPr/>
            <p:nvPr/>
          </p:nvGrpSpPr>
          <p:grpSpPr>
            <a:xfrm>
              <a:off x="360" y="72000"/>
              <a:ext cx="3490560" cy="705240"/>
              <a:chOff x="360" y="72000"/>
              <a:chExt cx="3490560" cy="705240"/>
            </a:xfrm>
          </p:grpSpPr>
          <p:sp>
            <p:nvSpPr>
              <p:cNvPr id="145" name="Google Shape;163;g3b636e5de4b_0_32"/>
              <p:cNvSpPr/>
              <p:nvPr/>
            </p:nvSpPr>
            <p:spPr>
              <a:xfrm>
                <a:off x="360" y="72000"/>
                <a:ext cx="2581560" cy="705240"/>
              </a:xfrm>
              <a:prstGeom prst="rect">
                <a:avLst/>
              </a:prstGeom>
              <a:solidFill>
                <a:srgbClr val="5562eb"/>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46" name="Google Shape;164;g3b636e5de4b_0_32"/>
              <p:cNvSpPr/>
              <p:nvPr/>
            </p:nvSpPr>
            <p:spPr>
              <a:xfrm>
                <a:off x="2199960" y="72000"/>
                <a:ext cx="1290960" cy="705240"/>
              </a:xfrm>
              <a:prstGeom prst="flowChartInputOutput">
                <a:avLst/>
              </a:prstGeom>
              <a:solidFill>
                <a:srgbClr val="5562eb"/>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nvGrpSpPr>
            <p:cNvPr id="147" name="Google Shape;165;g3b636e5de4b_0_32"/>
            <p:cNvGrpSpPr/>
            <p:nvPr/>
          </p:nvGrpSpPr>
          <p:grpSpPr>
            <a:xfrm>
              <a:off x="360" y="-1800"/>
              <a:ext cx="3422520" cy="705240"/>
              <a:chOff x="360" y="-1800"/>
              <a:chExt cx="3422520" cy="705240"/>
            </a:xfrm>
          </p:grpSpPr>
          <p:sp>
            <p:nvSpPr>
              <p:cNvPr id="148" name="Google Shape;166;g3b636e5de4b_0_32"/>
              <p:cNvSpPr/>
              <p:nvPr/>
            </p:nvSpPr>
            <p:spPr>
              <a:xfrm>
                <a:off x="360" y="-1800"/>
                <a:ext cx="2555640" cy="705240"/>
              </a:xfrm>
              <a:prstGeom prst="rect">
                <a:avLst/>
              </a:prstGeom>
              <a:solidFill>
                <a:srgbClr val="152044"/>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49" name="Google Shape;167;g3b636e5de4b_0_32"/>
              <p:cNvSpPr/>
              <p:nvPr/>
            </p:nvSpPr>
            <p:spPr>
              <a:xfrm>
                <a:off x="2144880" y="-1800"/>
                <a:ext cx="1278000" cy="705240"/>
              </a:xfrm>
              <a:prstGeom prst="flowChartInputOutput">
                <a:avLst/>
              </a:prstGeom>
              <a:solidFill>
                <a:srgbClr val="152044"/>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sp>
        <p:nvSpPr>
          <p:cNvPr id="150" name="Google Shape;168;g3b636e5de4b_0_32"/>
          <p:cNvSpPr/>
          <p:nvPr/>
        </p:nvSpPr>
        <p:spPr>
          <a:xfrm flipH="1">
            <a:off x="12240" y="-82440"/>
            <a:ext cx="3755160" cy="873000"/>
          </a:xfrm>
          <a:prstGeom prst="rect">
            <a:avLst/>
          </a:prstGeom>
          <a:noFill/>
          <a:ln w="0">
            <a:noFill/>
          </a:ln>
        </p:spPr>
        <p:style>
          <a:lnRef idx="0"/>
          <a:fillRef idx="0"/>
          <a:effectRef idx="0"/>
          <a:fontRef idx="minor"/>
        </p:style>
        <p:txBody>
          <a:bodyPr lIns="68400" rIns="68400" tIns="34200" bIns="34200" anchor="ctr">
            <a:noAutofit/>
          </a:bodyPr>
          <a:p>
            <a:pPr>
              <a:lnSpc>
                <a:spcPct val="115000"/>
              </a:lnSpc>
              <a:tabLst>
                <a:tab algn="l" pos="0"/>
              </a:tabLst>
            </a:pPr>
            <a:r>
              <a:rPr lang="de" sz="1800" b="0" u="none" strike="noStrike">
                <a:solidFill>
                  <a:schemeClr val="lt1"/>
                </a:solidFill>
                <a:effectLst/>
                <a:uFillTx/>
                <a:latin typeface="Montserrat ExtraBold"/>
                <a:ea typeface="Montserrat ExtraBold"/>
              </a:rPr>
              <a:t>Candour Alabaster</a:t>
            </a:r>
            <a:endParaRPr lang="en-GB" sz="1800" b="0" u="none" strike="noStrike">
              <a:solidFill>
                <a:srgbClr val="000000"/>
              </a:solidFill>
              <a:effectLst/>
              <a:uFillTx/>
              <a:latin typeface="Arial"/>
            </a:endParaRPr>
          </a:p>
          <a:p>
            <a:pPr>
              <a:lnSpc>
                <a:spcPct val="115000"/>
              </a:lnSpc>
              <a:tabLst>
                <a:tab algn="l" pos="0"/>
              </a:tabLst>
            </a:pPr>
            <a:r>
              <a:rPr lang="de" sz="1800" b="0" u="none" strike="noStrike">
                <a:solidFill>
                  <a:srgbClr val="ffb951"/>
                </a:solidFill>
                <a:effectLst/>
                <a:uFillTx/>
                <a:latin typeface="Montserrat ExtraBold"/>
                <a:ea typeface="Montserrat ExtraBold"/>
              </a:rPr>
              <a:t>Character Checklist</a:t>
            </a:r>
            <a:endParaRPr lang="en-GB" sz="1800" b="0" u="none" strike="noStrike">
              <a:solidFill>
                <a:srgbClr val="000000"/>
              </a:solidFill>
              <a:effectLst/>
              <a:uFillTx/>
              <a:latin typeface="Arial"/>
            </a:endParaRPr>
          </a:p>
        </p:txBody>
      </p:sp>
      <p:graphicFrame>
        <p:nvGraphicFramePr>
          <p:cNvPr id="151" name="Google Shape;169;g3b636e5de4b_0_32"/>
          <p:cNvGraphicFramePr/>
          <p:nvPr/>
        </p:nvGraphicFramePr>
        <p:xfrm>
          <a:off x="21960" y="851400"/>
          <a:ext cx="9080280" cy="4974480"/>
        </p:xfrm>
        <a:graphic>
          <a:graphicData uri="http://schemas.openxmlformats.org/drawingml/2006/table">
            <a:tbl>
              <a:tblPr/>
              <a:tblGrid>
                <a:gridCol w="2269800"/>
                <a:gridCol w="2269800"/>
                <a:gridCol w="2269800"/>
                <a:gridCol w="2269800"/>
              </a:tblGrid>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Goal</a:t>
                      </a:r>
                      <a:endParaRPr lang="en-GB" sz="1400" b="0" u="none" strike="noStrike">
                        <a:solidFill>
                          <a:srgbClr val="ffffff"/>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860d"/>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Rache wegen dem Rufmords seines Bruders ausüben.</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860d"/>
                    </a:solidFill>
                  </a:tcPr>
                </a:tc>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A specific personality / Universal Behaviour</a:t>
                      </a:r>
                      <a:endParaRPr lang="en-GB" sz="1400" b="0" u="none" strike="noStrike">
                        <a:solidFill>
                          <a:srgbClr val="ffffff"/>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860d"/>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Er verteilt Visitenkarten, als wären sie Servietten. </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860d"/>
                    </a:solidFill>
                  </a:tcPr>
                </a:tc>
              </a:tr>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Flaw</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Er kann niemals aufgeben, auch wenn er es wahrscheinlich zu seinem eigenen Wohl sollte.</a:t>
                      </a:r>
                      <a:r>
                        <a:rPr lang="de" sz="1400" b="0" u="none" strike="noStrike">
                          <a:solidFill>
                            <a:srgbClr val="ff0000"/>
                          </a:solidFill>
                          <a:effectLst/>
                          <a:uFillTx/>
                          <a:latin typeface="Arial"/>
                          <a:ea typeface="Arial"/>
                        </a:rPr>
                        <a:t> </a:t>
                      </a:r>
                      <a:endParaRPr lang="en-GB" sz="1400" b="0" u="none" strike="noStrike">
                        <a:solidFill>
                          <a:srgbClr val="ff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Secrets</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Er liebt es unnötig ausführliche Buchrezensionen zu schreiben. </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r>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Belonging</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Alabaster Ltd.</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Assertiveness</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Auf stylische, aber nicht gerade bescheidene Weise.</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r>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Believe</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Dass jeder das bekommen wird, was er verdient hat.</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Specific Tastes and professions</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Die Atmosphäre eines viel-beschäftigten Büros.</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r>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Information</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Seine Firma ermöglicht es den richtigen Menschen an das Geld zu kommen, das sie benötigen/verdienen.</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Hurt Them</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Die zwangsmäßige Übernahme der falschen Familienfirma. (“Ich sollte eine andere unserer Firmen leiten.” → Bruch der Familientradition)</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r>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Special Skill</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100" b="0" u="none" strike="noStrike">
                          <a:solidFill>
                            <a:srgbClr val="000000"/>
                          </a:solidFill>
                          <a:effectLst/>
                          <a:uFillTx/>
                          <a:latin typeface="Arial"/>
                          <a:ea typeface="Arial"/>
                        </a:rPr>
                        <a:t>Kann sich jede Telefonnummer merken, die er je gelesen oder gehört hat.</a:t>
                      </a:r>
                      <a:endParaRPr lang="en-GB" sz="11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endParaRPr lang="en-GB" sz="1400" b="1" u="none" strike="noStrike">
                        <a:solidFill>
                          <a:schemeClr val="dk1"/>
                        </a:solidFill>
                        <a:effectLst/>
                        <a:uFillTx/>
                        <a:latin typeface="Arial"/>
                        <a:ea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endParaRPr lang="en-GB" sz="1100" b="0" u="none" strike="noStrike">
                        <a:solidFill>
                          <a:schemeClr val="dk1"/>
                        </a:solidFill>
                        <a:effectLst/>
                        <a:uFillTx/>
                        <a:latin typeface="Arial"/>
                        <a:ea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r>
            </a:tbl>
          </a:graphicData>
        </a:graphic>
      </p:graphicFrame>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Google Shape;174;p3"/>
          <p:cNvSpPr/>
          <p:nvPr/>
        </p:nvSpPr>
        <p:spPr>
          <a:xfrm>
            <a:off x="21960" y="703800"/>
            <a:ext cx="9121680" cy="4511160"/>
          </a:xfrm>
          <a:prstGeom prst="rect">
            <a:avLst/>
          </a:prstGeom>
          <a:noFill/>
          <a:ln w="0">
            <a:noFill/>
          </a:ln>
        </p:spPr>
        <p:style>
          <a:lnRef idx="0"/>
          <a:fillRef idx="0"/>
          <a:effectRef idx="0"/>
          <a:fontRef idx="minor"/>
        </p:style>
        <p:txBody>
          <a:bodyPr tIns="91440" bIns="91440" anchor="t">
            <a:spAutoFit/>
          </a:bodyPr>
          <a:p>
            <a:pPr>
              <a:lnSpc>
                <a:spcPct val="115000"/>
              </a:lnSpc>
              <a:tabLst>
                <a:tab algn="l" pos="0"/>
              </a:tabLst>
            </a:pPr>
            <a:r>
              <a:rPr lang="de" sz="1800" b="1" u="none" strike="noStrike">
                <a:solidFill>
                  <a:srgbClr val="ff0000"/>
                </a:solidFill>
                <a:effectLst/>
                <a:uFillTx/>
                <a:latin typeface="Calibri"/>
                <a:ea typeface="Calibri"/>
              </a:rPr>
              <a:t>Name: </a:t>
            </a:r>
            <a:r>
              <a:rPr lang="de" sz="1800" b="1" u="none" strike="noStrike">
                <a:solidFill>
                  <a:srgbClr val="000000"/>
                </a:solidFill>
                <a:effectLst/>
                <a:uFillTx/>
                <a:latin typeface="Calibri"/>
                <a:ea typeface="Calibri"/>
              </a:rPr>
              <a:t>Candour Alabaster</a:t>
            </a:r>
            <a:endParaRPr lang="en-GB" sz="1800" b="0" u="none" strike="noStrike">
              <a:solidFill>
                <a:srgbClr val="000000"/>
              </a:solidFill>
              <a:effectLst/>
              <a:uFillTx/>
              <a:latin typeface="Arial"/>
            </a:endParaRPr>
          </a:p>
          <a:p>
            <a:pPr>
              <a:lnSpc>
                <a:spcPct val="115000"/>
              </a:lnSpc>
              <a:tabLst>
                <a:tab algn="l" pos="0"/>
              </a:tabLst>
            </a:pPr>
            <a:r>
              <a:rPr lang="de" sz="1800" b="1" u="none" strike="noStrike">
                <a:solidFill>
                  <a:srgbClr val="ff0000"/>
                </a:solidFill>
                <a:effectLst/>
                <a:uFillTx/>
                <a:latin typeface="Calibri"/>
                <a:ea typeface="Calibri"/>
              </a:rPr>
              <a:t>Gender: </a:t>
            </a:r>
            <a:r>
              <a:rPr lang="de" sz="1800" b="1" u="none" strike="noStrike">
                <a:solidFill>
                  <a:srgbClr val="000000"/>
                </a:solidFill>
                <a:effectLst/>
                <a:uFillTx/>
                <a:latin typeface="Calibri"/>
                <a:ea typeface="Calibri"/>
              </a:rPr>
              <a:t>Male</a:t>
            </a:r>
            <a:endParaRPr lang="en-GB" sz="1800" b="0" u="none" strike="noStrike">
              <a:solidFill>
                <a:srgbClr val="000000"/>
              </a:solidFill>
              <a:effectLst/>
              <a:uFillTx/>
              <a:latin typeface="Arial"/>
            </a:endParaRPr>
          </a:p>
          <a:p>
            <a:pPr>
              <a:lnSpc>
                <a:spcPct val="115000"/>
              </a:lnSpc>
              <a:tabLst>
                <a:tab algn="l" pos="0"/>
              </a:tabLst>
            </a:pPr>
            <a:r>
              <a:rPr lang="de" sz="1800" b="1" u="none" strike="noStrike">
                <a:solidFill>
                  <a:srgbClr val="ff0000"/>
                </a:solidFill>
                <a:effectLst/>
                <a:uFillTx/>
                <a:latin typeface="Calibri"/>
                <a:ea typeface="Calibri"/>
              </a:rPr>
              <a:t>Age: </a:t>
            </a:r>
            <a:r>
              <a:rPr lang="de" sz="1800" b="1" u="none" strike="noStrike">
                <a:solidFill>
                  <a:srgbClr val="000000"/>
                </a:solidFill>
                <a:effectLst/>
                <a:uFillTx/>
                <a:latin typeface="Calibri"/>
                <a:ea typeface="Calibri"/>
              </a:rPr>
              <a:t>27</a:t>
            </a:r>
            <a:endParaRPr lang="en-GB" sz="1800" b="0" u="none" strike="noStrike">
              <a:solidFill>
                <a:srgbClr val="000000"/>
              </a:solidFill>
              <a:effectLst/>
              <a:uFillTx/>
              <a:latin typeface="Arial"/>
            </a:endParaRPr>
          </a:p>
          <a:p>
            <a:pPr>
              <a:lnSpc>
                <a:spcPct val="115000"/>
              </a:lnSpc>
              <a:tabLst>
                <a:tab algn="l" pos="0"/>
              </a:tabLst>
            </a:pPr>
            <a:r>
              <a:rPr lang="de" sz="1800" b="1" u="none" strike="noStrike">
                <a:solidFill>
                  <a:srgbClr val="ff0000"/>
                </a:solidFill>
                <a:effectLst/>
                <a:uFillTx/>
                <a:latin typeface="Calibri"/>
                <a:ea typeface="Calibri"/>
              </a:rPr>
              <a:t>Personality: </a:t>
            </a:r>
            <a:r>
              <a:rPr lang="de" sz="1800" b="1" u="none" strike="noStrike">
                <a:solidFill>
                  <a:srgbClr val="000000"/>
                </a:solidFill>
                <a:effectLst/>
                <a:uFillTx/>
                <a:latin typeface="Calibri"/>
                <a:ea typeface="Calibri"/>
              </a:rPr>
              <a:t>The Hero</a:t>
            </a:r>
            <a:endParaRPr lang="en-GB" sz="1800" b="0" u="none" strike="noStrike">
              <a:solidFill>
                <a:srgbClr val="000000"/>
              </a:solidFill>
              <a:effectLst/>
              <a:uFillTx/>
              <a:latin typeface="Arial"/>
            </a:endParaRPr>
          </a:p>
          <a:p>
            <a:pPr>
              <a:lnSpc>
                <a:spcPct val="115000"/>
              </a:lnSpc>
              <a:tabLst>
                <a:tab algn="l" pos="0"/>
              </a:tabLst>
            </a:pPr>
            <a:r>
              <a:rPr lang="de" sz="1800" b="1" u="none" strike="noStrike">
                <a:solidFill>
                  <a:srgbClr val="ff0000"/>
                </a:solidFill>
                <a:effectLst/>
                <a:uFillTx/>
                <a:latin typeface="Calibri"/>
                <a:ea typeface="Calibri"/>
              </a:rPr>
              <a:t>Alignment: </a:t>
            </a:r>
            <a:r>
              <a:rPr lang="de" sz="1800" b="1" u="none" strike="noStrike">
                <a:solidFill>
                  <a:srgbClr val="000000"/>
                </a:solidFill>
                <a:effectLst/>
                <a:uFillTx/>
                <a:latin typeface="Calibri"/>
                <a:ea typeface="Calibri"/>
              </a:rPr>
              <a:t>Lawful Neutral or True Neutral</a:t>
            </a:r>
            <a:endParaRPr lang="en-GB" sz="1800" b="0" u="none" strike="noStrike">
              <a:solidFill>
                <a:srgbClr val="000000"/>
              </a:solidFill>
              <a:effectLst/>
              <a:uFillTx/>
              <a:latin typeface="Arial"/>
            </a:endParaRPr>
          </a:p>
          <a:p>
            <a:pPr>
              <a:lnSpc>
                <a:spcPct val="115000"/>
              </a:lnSpc>
              <a:tabLst>
                <a:tab algn="l" pos="0"/>
              </a:tabLst>
            </a:pPr>
            <a:r>
              <a:rPr lang="de" sz="1800" b="1" u="none" strike="noStrike">
                <a:solidFill>
                  <a:srgbClr val="ff0000"/>
                </a:solidFill>
                <a:effectLst/>
                <a:uFillTx/>
                <a:latin typeface="Calibri"/>
                <a:ea typeface="Calibri"/>
              </a:rPr>
              <a:t>Occupation: </a:t>
            </a:r>
            <a:r>
              <a:rPr lang="de" sz="1800" b="1" u="none" strike="noStrike">
                <a:solidFill>
                  <a:srgbClr val="000000"/>
                </a:solidFill>
                <a:effectLst/>
                <a:uFillTx/>
                <a:latin typeface="Calibri"/>
                <a:ea typeface="Calibri"/>
              </a:rPr>
              <a:t>Firmenvorstand bei Alabaster Ltd.</a:t>
            </a:r>
            <a:endParaRPr lang="en-GB" sz="1800" b="0" u="none" strike="noStrike">
              <a:solidFill>
                <a:srgbClr val="000000"/>
              </a:solidFill>
              <a:effectLst/>
              <a:uFillTx/>
              <a:latin typeface="Arial"/>
            </a:endParaRPr>
          </a:p>
          <a:p>
            <a:pPr>
              <a:lnSpc>
                <a:spcPct val="115000"/>
              </a:lnSpc>
              <a:tabLst>
                <a:tab algn="l" pos="0"/>
              </a:tabLst>
            </a:pPr>
            <a:endParaRPr lang="en-GB" sz="1800" b="0" u="none" strike="noStrike">
              <a:solidFill>
                <a:srgbClr val="000000"/>
              </a:solidFill>
              <a:effectLst/>
              <a:uFillTx/>
              <a:latin typeface="Arial"/>
            </a:endParaRPr>
          </a:p>
          <a:p>
            <a:pPr>
              <a:lnSpc>
                <a:spcPct val="115000"/>
              </a:lnSpc>
              <a:spcBef>
                <a:spcPts val="901"/>
              </a:spcBef>
              <a:tabLst>
                <a:tab algn="l" pos="0"/>
              </a:tabLst>
            </a:pPr>
            <a:r>
              <a:rPr lang="de" sz="1800" b="0" u="none" strike="noStrike">
                <a:solidFill>
                  <a:srgbClr val="000000"/>
                </a:solidFill>
                <a:effectLst/>
                <a:uFillTx/>
                <a:latin typeface="Arial"/>
                <a:ea typeface="Arial"/>
              </a:rPr>
              <a:t>Als der jüngste Sohn seiner Familie war es ihm vorbestimmt die Alabaster Corporation zu übernehmen, bis der Ruf seines Bruders durch den Dreck gezogen wurde, und er an seiner Stelle die Alabaster Ltd. Übernehmen musste, weswegen er nach Rache sucht. Dabei vernachlässigt er aber seinen Schlaf, und dadurch leidet seine Arbeit, weswegen er zwangsweise an das Sleep Department verwiesen wurde.</a:t>
            </a:r>
            <a:endParaRPr lang="en-GB" sz="1800" b="0" u="none" strike="noStrike">
              <a:solidFill>
                <a:srgbClr val="000000"/>
              </a:solidFill>
              <a:effectLst/>
              <a:uFillTx/>
              <a:latin typeface="Arial"/>
            </a:endParaRPr>
          </a:p>
          <a:p>
            <a:pPr>
              <a:lnSpc>
                <a:spcPct val="115000"/>
              </a:lnSpc>
              <a:spcBef>
                <a:spcPts val="901"/>
              </a:spcBef>
              <a:tabLst>
                <a:tab algn="l" pos="0"/>
              </a:tabLst>
            </a:pPr>
            <a:endParaRPr lang="en-GB" sz="1800" b="0" u="none" strike="noStrike">
              <a:solidFill>
                <a:srgbClr val="000000"/>
              </a:solidFill>
              <a:effectLst/>
              <a:uFillTx/>
              <a:latin typeface="Arial"/>
            </a:endParaRPr>
          </a:p>
        </p:txBody>
      </p:sp>
      <p:grpSp>
        <p:nvGrpSpPr>
          <p:cNvPr id="153" name="Google Shape;175;p3"/>
          <p:cNvGrpSpPr/>
          <p:nvPr/>
        </p:nvGrpSpPr>
        <p:grpSpPr>
          <a:xfrm>
            <a:off x="360" y="-1800"/>
            <a:ext cx="3490560" cy="779040"/>
            <a:chOff x="360" y="-1800"/>
            <a:chExt cx="3490560" cy="779040"/>
          </a:xfrm>
        </p:grpSpPr>
        <p:grpSp>
          <p:nvGrpSpPr>
            <p:cNvPr id="154" name="Google Shape;176;p3"/>
            <p:cNvGrpSpPr/>
            <p:nvPr/>
          </p:nvGrpSpPr>
          <p:grpSpPr>
            <a:xfrm>
              <a:off x="360" y="72000"/>
              <a:ext cx="3490560" cy="705240"/>
              <a:chOff x="360" y="72000"/>
              <a:chExt cx="3490560" cy="705240"/>
            </a:xfrm>
          </p:grpSpPr>
          <p:sp>
            <p:nvSpPr>
              <p:cNvPr id="155" name="Google Shape;177;p3"/>
              <p:cNvSpPr/>
              <p:nvPr/>
            </p:nvSpPr>
            <p:spPr>
              <a:xfrm>
                <a:off x="360" y="72000"/>
                <a:ext cx="2581560" cy="705240"/>
              </a:xfrm>
              <a:prstGeom prst="rect">
                <a:avLst/>
              </a:prstGeom>
              <a:solidFill>
                <a:srgbClr val="5562eb"/>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56" name="Google Shape;178;p3"/>
              <p:cNvSpPr/>
              <p:nvPr/>
            </p:nvSpPr>
            <p:spPr>
              <a:xfrm>
                <a:off x="2199960" y="72000"/>
                <a:ext cx="1290960" cy="705240"/>
              </a:xfrm>
              <a:prstGeom prst="flowChartInputOutput">
                <a:avLst/>
              </a:prstGeom>
              <a:solidFill>
                <a:srgbClr val="5562eb"/>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nvGrpSpPr>
            <p:cNvPr id="157" name="Google Shape;179;p3"/>
            <p:cNvGrpSpPr/>
            <p:nvPr/>
          </p:nvGrpSpPr>
          <p:grpSpPr>
            <a:xfrm>
              <a:off x="360" y="-1800"/>
              <a:ext cx="3422520" cy="705240"/>
              <a:chOff x="360" y="-1800"/>
              <a:chExt cx="3422520" cy="705240"/>
            </a:xfrm>
          </p:grpSpPr>
          <p:sp>
            <p:nvSpPr>
              <p:cNvPr id="158" name="Google Shape;180;p3"/>
              <p:cNvSpPr/>
              <p:nvPr/>
            </p:nvSpPr>
            <p:spPr>
              <a:xfrm>
                <a:off x="360" y="-1800"/>
                <a:ext cx="2555640" cy="705240"/>
              </a:xfrm>
              <a:prstGeom prst="rect">
                <a:avLst/>
              </a:prstGeom>
              <a:solidFill>
                <a:srgbClr val="152044"/>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59" name="Google Shape;181;p3"/>
              <p:cNvSpPr/>
              <p:nvPr/>
            </p:nvSpPr>
            <p:spPr>
              <a:xfrm>
                <a:off x="2144880" y="-1800"/>
                <a:ext cx="1278000" cy="705240"/>
              </a:xfrm>
              <a:prstGeom prst="flowChartInputOutput">
                <a:avLst/>
              </a:prstGeom>
              <a:solidFill>
                <a:srgbClr val="152044"/>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sp>
        <p:nvSpPr>
          <p:cNvPr id="160" name="Google Shape;182;p3"/>
          <p:cNvSpPr/>
          <p:nvPr/>
        </p:nvSpPr>
        <p:spPr>
          <a:xfrm flipH="1">
            <a:off x="12240" y="-82440"/>
            <a:ext cx="3755160" cy="873000"/>
          </a:xfrm>
          <a:prstGeom prst="rect">
            <a:avLst/>
          </a:prstGeom>
          <a:noFill/>
          <a:ln w="0">
            <a:noFill/>
          </a:ln>
        </p:spPr>
        <p:style>
          <a:lnRef idx="0"/>
          <a:fillRef idx="0"/>
          <a:effectRef idx="0"/>
          <a:fontRef idx="minor"/>
        </p:style>
        <p:txBody>
          <a:bodyPr lIns="68400" rIns="68400" tIns="34200" bIns="34200" anchor="ctr">
            <a:noAutofit/>
          </a:bodyPr>
          <a:p>
            <a:pPr>
              <a:lnSpc>
                <a:spcPct val="115000"/>
              </a:lnSpc>
              <a:tabLst>
                <a:tab algn="l" pos="0"/>
              </a:tabLst>
            </a:pPr>
            <a:r>
              <a:rPr lang="de" sz="1800" b="0" u="none" strike="noStrike">
                <a:solidFill>
                  <a:schemeClr val="lt1"/>
                </a:solidFill>
                <a:effectLst/>
                <a:uFillTx/>
                <a:latin typeface="Montserrat ExtraBold"/>
                <a:ea typeface="Montserrat ExtraBold"/>
              </a:rPr>
              <a:t>Candour Alabaster</a:t>
            </a:r>
            <a:endParaRPr lang="en-GB" sz="1800" b="0" u="none" strike="noStrike">
              <a:solidFill>
                <a:srgbClr val="000000"/>
              </a:solidFill>
              <a:effectLst/>
              <a:uFillTx/>
              <a:latin typeface="Arial"/>
            </a:endParaRPr>
          </a:p>
          <a:p>
            <a:pPr>
              <a:lnSpc>
                <a:spcPct val="115000"/>
              </a:lnSpc>
              <a:tabLst>
                <a:tab algn="l" pos="0"/>
              </a:tabLst>
            </a:pPr>
            <a:r>
              <a:rPr lang="de" sz="1800" b="0" u="none" strike="noStrike">
                <a:solidFill>
                  <a:srgbClr val="ffb951"/>
                </a:solidFill>
                <a:effectLst/>
                <a:uFillTx/>
                <a:latin typeface="Montserrat ExtraBold"/>
                <a:ea typeface="Montserrat ExtraBold"/>
              </a:rPr>
              <a:t>Character Bio (short)</a:t>
            </a:r>
            <a:endParaRPr lang="en-GB"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Google Shape;187;p4"/>
          <p:cNvSpPr/>
          <p:nvPr/>
        </p:nvSpPr>
        <p:spPr>
          <a:xfrm>
            <a:off x="21960" y="703800"/>
            <a:ext cx="9121680" cy="4283280"/>
          </a:xfrm>
          <a:prstGeom prst="rect">
            <a:avLst/>
          </a:prstGeom>
          <a:noFill/>
          <a:ln w="0">
            <a:noFill/>
          </a:ln>
        </p:spPr>
        <p:style>
          <a:lnRef idx="0"/>
          <a:fillRef idx="0"/>
          <a:effectRef idx="0"/>
          <a:fontRef idx="minor"/>
        </p:style>
        <p:txBody>
          <a:bodyPr tIns="91440" bIns="91440" anchor="t">
            <a:spAutoFit/>
          </a:bodyPr>
          <a:p>
            <a:pPr>
              <a:lnSpc>
                <a:spcPct val="115000"/>
              </a:lnSpc>
              <a:tabLst>
                <a:tab algn="l" pos="0"/>
              </a:tabLst>
            </a:pPr>
            <a:r>
              <a:rPr lang="de" sz="1700" b="0" u="none" strike="noStrike">
                <a:solidFill>
                  <a:srgbClr val="000000"/>
                </a:solidFill>
                <a:effectLst/>
                <a:uFillTx/>
                <a:latin typeface="Arial"/>
                <a:ea typeface="Arial"/>
              </a:rPr>
              <a:t>Candour Alabaster war der jüngste Sohn der Alabaster Familie, die es seit etlichen Generationen pflegt ihre Firmen und Unternehmen in bestimmten Rhythmen/Mustern weiterzuvererben. Eigentlich sollte Candour die Alabaster Corporation übernehmen, doch als die Presse Wind davon bekommen hat, dass sein älterer Bruder eine Affinität für die Arbeit in einem Foodtruck hat, wurde dessen Ruf in der Finanzwelt zerstört, und Candour musste anstatt seines Bruders erzwungenermaßen die Leitung der Alabaster Ltd. übernehmen, wofür er jetzt Rache sucht.</a:t>
            </a:r>
            <a:endParaRPr lang="en-GB" sz="1700" b="0" u="none" strike="noStrike">
              <a:solidFill>
                <a:srgbClr val="000000"/>
              </a:solidFill>
              <a:effectLst/>
              <a:uFillTx/>
              <a:latin typeface="Arial"/>
            </a:endParaRPr>
          </a:p>
          <a:p>
            <a:pPr>
              <a:lnSpc>
                <a:spcPct val="115000"/>
              </a:lnSpc>
              <a:spcBef>
                <a:spcPts val="901"/>
              </a:spcBef>
              <a:tabLst>
                <a:tab algn="l" pos="0"/>
              </a:tabLst>
            </a:pPr>
            <a:endParaRPr lang="en-GB" sz="1700" b="0" u="none" strike="noStrike">
              <a:solidFill>
                <a:srgbClr val="000000"/>
              </a:solidFill>
              <a:effectLst/>
              <a:uFillTx/>
              <a:latin typeface="Arial"/>
            </a:endParaRPr>
          </a:p>
          <a:p>
            <a:pPr>
              <a:lnSpc>
                <a:spcPct val="115000"/>
              </a:lnSpc>
              <a:spcBef>
                <a:spcPts val="901"/>
              </a:spcBef>
              <a:tabLst>
                <a:tab algn="l" pos="0"/>
              </a:tabLst>
            </a:pPr>
            <a:r>
              <a:rPr lang="de" sz="1700" b="0" u="none" strike="noStrike">
                <a:solidFill>
                  <a:srgbClr val="000000"/>
                </a:solidFill>
                <a:effectLst/>
                <a:uFillTx/>
                <a:latin typeface="Arial"/>
                <a:ea typeface="Arial"/>
              </a:rPr>
              <a:t>Seine zielversessene und fast krampfhafte Suche nach Rache mag zwar seiner charmanten, schlagfertigen Art nicht geschadet haben, aber so langsam zeigen sich die Konsequenzen seiner vielen schlaflosen Nächte in der Qualität seiner Arbeit für Alabaster Ltd., weswegen er auf einen bezahlten Urlaub geschickt, und an das Sleep Department referenziert wurde.</a:t>
            </a:r>
            <a:endParaRPr lang="en-GB" sz="1700" b="0" u="none" strike="noStrike">
              <a:solidFill>
                <a:srgbClr val="000000"/>
              </a:solidFill>
              <a:effectLst/>
              <a:uFillTx/>
              <a:latin typeface="Arial"/>
            </a:endParaRPr>
          </a:p>
          <a:p>
            <a:pPr>
              <a:lnSpc>
                <a:spcPct val="115000"/>
              </a:lnSpc>
              <a:tabLst>
                <a:tab algn="l" pos="0"/>
              </a:tabLst>
            </a:pPr>
            <a:endParaRPr lang="en-GB" sz="1700" b="0" u="none" strike="noStrike">
              <a:solidFill>
                <a:srgbClr val="000000"/>
              </a:solidFill>
              <a:effectLst/>
              <a:uFillTx/>
              <a:latin typeface="Arial"/>
            </a:endParaRPr>
          </a:p>
        </p:txBody>
      </p:sp>
      <p:grpSp>
        <p:nvGrpSpPr>
          <p:cNvPr id="162" name="Google Shape;188;p4"/>
          <p:cNvGrpSpPr/>
          <p:nvPr/>
        </p:nvGrpSpPr>
        <p:grpSpPr>
          <a:xfrm>
            <a:off x="360" y="-1800"/>
            <a:ext cx="3893760" cy="779040"/>
            <a:chOff x="360" y="-1800"/>
            <a:chExt cx="3893760" cy="779040"/>
          </a:xfrm>
        </p:grpSpPr>
        <p:grpSp>
          <p:nvGrpSpPr>
            <p:cNvPr id="163" name="Google Shape;189;p4"/>
            <p:cNvGrpSpPr/>
            <p:nvPr/>
          </p:nvGrpSpPr>
          <p:grpSpPr>
            <a:xfrm>
              <a:off x="360" y="72000"/>
              <a:ext cx="3893760" cy="705240"/>
              <a:chOff x="360" y="72000"/>
              <a:chExt cx="3893760" cy="705240"/>
            </a:xfrm>
          </p:grpSpPr>
          <p:sp>
            <p:nvSpPr>
              <p:cNvPr id="164" name="Google Shape;190;p4"/>
              <p:cNvSpPr/>
              <p:nvPr/>
            </p:nvSpPr>
            <p:spPr>
              <a:xfrm>
                <a:off x="360" y="72000"/>
                <a:ext cx="2879640" cy="705240"/>
              </a:xfrm>
              <a:prstGeom prst="rect">
                <a:avLst/>
              </a:prstGeom>
              <a:solidFill>
                <a:srgbClr val="5562eb"/>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65" name="Google Shape;191;p4"/>
              <p:cNvSpPr/>
              <p:nvPr/>
            </p:nvSpPr>
            <p:spPr>
              <a:xfrm>
                <a:off x="2454120" y="72000"/>
                <a:ext cx="1440000" cy="705240"/>
              </a:xfrm>
              <a:prstGeom prst="flowChartInputOutput">
                <a:avLst/>
              </a:prstGeom>
              <a:solidFill>
                <a:srgbClr val="5562eb"/>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nvGrpSpPr>
            <p:cNvPr id="166" name="Google Shape;192;p4"/>
            <p:cNvGrpSpPr/>
            <p:nvPr/>
          </p:nvGrpSpPr>
          <p:grpSpPr>
            <a:xfrm>
              <a:off x="360" y="-1800"/>
              <a:ext cx="3817800" cy="705240"/>
              <a:chOff x="360" y="-1800"/>
              <a:chExt cx="3817800" cy="705240"/>
            </a:xfrm>
          </p:grpSpPr>
          <p:sp>
            <p:nvSpPr>
              <p:cNvPr id="167" name="Google Shape;193;p4"/>
              <p:cNvSpPr/>
              <p:nvPr/>
            </p:nvSpPr>
            <p:spPr>
              <a:xfrm>
                <a:off x="360" y="-1800"/>
                <a:ext cx="2850840" cy="705240"/>
              </a:xfrm>
              <a:prstGeom prst="rect">
                <a:avLst/>
              </a:prstGeom>
              <a:solidFill>
                <a:srgbClr val="152044"/>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68" name="Google Shape;194;p4"/>
              <p:cNvSpPr/>
              <p:nvPr/>
            </p:nvSpPr>
            <p:spPr>
              <a:xfrm>
                <a:off x="2392560" y="-1800"/>
                <a:ext cx="1425600" cy="705240"/>
              </a:xfrm>
              <a:prstGeom prst="flowChartInputOutput">
                <a:avLst/>
              </a:prstGeom>
              <a:solidFill>
                <a:srgbClr val="152044"/>
              </a:solidFill>
              <a:ln w="0">
                <a:noFill/>
              </a:ln>
            </p:spPr>
            <p:style>
              <a:lnRef idx="0"/>
              <a:fillRef idx="0"/>
              <a:effectRef idx="0"/>
              <a:fontRef idx="minor"/>
            </p:style>
            <p:txBody>
              <a:bodyPr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sp>
        <p:nvSpPr>
          <p:cNvPr id="169" name="Google Shape;195;p4"/>
          <p:cNvSpPr/>
          <p:nvPr/>
        </p:nvSpPr>
        <p:spPr>
          <a:xfrm flipH="1">
            <a:off x="12960" y="-82440"/>
            <a:ext cx="3805200" cy="873000"/>
          </a:xfrm>
          <a:prstGeom prst="rect">
            <a:avLst/>
          </a:prstGeom>
          <a:noFill/>
          <a:ln w="0">
            <a:noFill/>
          </a:ln>
        </p:spPr>
        <p:style>
          <a:lnRef idx="0"/>
          <a:fillRef idx="0"/>
          <a:effectRef idx="0"/>
          <a:fontRef idx="minor"/>
        </p:style>
        <p:txBody>
          <a:bodyPr lIns="68400" rIns="68400" tIns="34200" bIns="34200" anchor="ctr">
            <a:noAutofit/>
          </a:bodyPr>
          <a:p>
            <a:pPr>
              <a:lnSpc>
                <a:spcPct val="115000"/>
              </a:lnSpc>
              <a:tabLst>
                <a:tab algn="l" pos="0"/>
              </a:tabLst>
            </a:pPr>
            <a:r>
              <a:rPr lang="de" sz="1800" b="0" u="none" strike="noStrike">
                <a:solidFill>
                  <a:schemeClr val="lt1"/>
                </a:solidFill>
                <a:effectLst/>
                <a:uFillTx/>
                <a:latin typeface="Montserrat ExtraBold"/>
                <a:ea typeface="Montserrat ExtraBold"/>
              </a:rPr>
              <a:t>Candour Alabaster</a:t>
            </a:r>
            <a:endParaRPr lang="en-GB" sz="1800" b="0" u="none" strike="noStrike">
              <a:solidFill>
                <a:srgbClr val="000000"/>
              </a:solidFill>
              <a:effectLst/>
              <a:uFillTx/>
              <a:latin typeface="Arial"/>
            </a:endParaRPr>
          </a:p>
          <a:p>
            <a:pPr>
              <a:lnSpc>
                <a:spcPct val="115000"/>
              </a:lnSpc>
              <a:tabLst>
                <a:tab algn="l" pos="0"/>
              </a:tabLst>
            </a:pPr>
            <a:r>
              <a:rPr lang="de" sz="1800" b="0" u="none" strike="noStrike">
                <a:solidFill>
                  <a:srgbClr val="ffb951"/>
                </a:solidFill>
                <a:effectLst/>
                <a:uFillTx/>
                <a:latin typeface="Montserrat ExtraBold"/>
                <a:ea typeface="Montserrat ExtraBold"/>
              </a:rPr>
              <a:t>Character Bio (Long)</a:t>
            </a:r>
            <a:endParaRPr lang="en-GB"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aphicFrame>
        <p:nvGraphicFramePr>
          <p:cNvPr id="170" name="Google Shape;237;p 1"/>
          <p:cNvGraphicFramePr/>
          <p:nvPr/>
        </p:nvGraphicFramePr>
        <p:xfrm>
          <a:off x="35640" y="50400"/>
          <a:ext cx="9108000" cy="5522040"/>
        </p:xfrm>
        <a:graphic>
          <a:graphicData uri="http://schemas.openxmlformats.org/drawingml/2006/table">
            <a:tbl>
              <a:tblPr/>
              <a:tblGrid>
                <a:gridCol w="1291680"/>
                <a:gridCol w="3939480"/>
                <a:gridCol w="3876840"/>
              </a:tblGrid>
              <a:tr h="239400">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Character: (Name)</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ptos"/>
                          <a:ea typeface="Aptos"/>
                        </a:rPr>
                        <a:t>DIALOGUE BARK – Hello(Sad)</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a:t>
                      </a:r>
                      <a:r>
                        <a:rPr lang="de" sz="1100" b="0" u="none" strike="noStrike">
                          <a:solidFill>
                            <a:schemeClr val="dk1"/>
                          </a:solidFill>
                          <a:effectLst/>
                          <a:uFillTx/>
                          <a:latin typeface="Arial"/>
                          <a:ea typeface="Arial"/>
                        </a:rPr>
                        <a:t>Situation </a:t>
                      </a:r>
                      <a:r>
                        <a:rPr lang="de" sz="1100" b="1" u="none" strike="noStrike">
                          <a:solidFill>
                            <a:schemeClr val="dk1"/>
                          </a:solidFill>
                          <a:effectLst/>
                          <a:uFillTx/>
                          <a:latin typeface="Arial"/>
                          <a:ea typeface="Arial"/>
                        </a:rPr>
                        <a:t>v02</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Character: (Name)</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Succeded (Happy)</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Situation  v02</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900" b="0" u="none" strike="noStrike">
                          <a:solidFill>
                            <a:schemeClr val="dk1"/>
                          </a:solidFill>
                          <a:effectLst/>
                          <a:uFillTx/>
                          <a:latin typeface="Arial"/>
                          <a:ea typeface="Arial"/>
                        </a:rPr>
                        <a:t>-</a:t>
                      </a:r>
                      <a:endParaRPr lang="en-GB" sz="9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900" b="0" u="none" strike="noStrike">
                          <a:solidFill>
                            <a:schemeClr val="dk1"/>
                          </a:solidFill>
                          <a:effectLst/>
                          <a:uFillTx/>
                          <a:latin typeface="Arial"/>
                          <a:ea typeface="Arial"/>
                        </a:rPr>
                        <a:t>-</a:t>
                      </a:r>
                      <a:endParaRPr lang="en-GB" sz="9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900" b="0" u="none" strike="noStrike">
                          <a:solidFill>
                            <a:schemeClr val="dk1"/>
                          </a:solidFill>
                          <a:effectLst/>
                          <a:uFillTx/>
                          <a:latin typeface="Arial"/>
                          <a:ea typeface="Arial"/>
                        </a:rPr>
                        <a:t>-</a:t>
                      </a:r>
                      <a:endParaRPr lang="en-GB" sz="9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900" b="0" u="none" strike="noStrike">
                          <a:solidFill>
                            <a:schemeClr val="dk1"/>
                          </a:solidFill>
                          <a:effectLst/>
                          <a:uFillTx/>
                          <a:latin typeface="Arial"/>
                          <a:ea typeface="Arial"/>
                        </a:rPr>
                        <a:t>-</a:t>
                      </a:r>
                      <a:endParaRPr lang="en-GB" sz="9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Character: (Name)</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Not Succeded(Sad)</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Situation  v02</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r>
                        <a:rPr lang="de-DE" sz="1100" b="0" u="none" strike="noStrike">
                          <a:solidFill>
                            <a:schemeClr val="dk1"/>
                          </a:solidFill>
                          <a:effectLst/>
                          <a:uFillTx/>
                          <a:latin typeface="Arial"/>
                          <a:ea typeface="Arial"/>
                        </a:rPr>
                        <a:t>-</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900" b="0" u="none" strike="noStrike">
                          <a:solidFill>
                            <a:schemeClr val="dk1"/>
                          </a:solidFill>
                          <a:effectLst/>
                          <a:uFillTx/>
                          <a:latin typeface="Arial"/>
                          <a:ea typeface="Arial"/>
                        </a:rPr>
                        <a:t>-</a:t>
                      </a:r>
                      <a:endParaRPr lang="en-GB" sz="9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r>
                        <a:rPr lang="de-DE" sz="900" b="0" u="none" strike="noStrike">
                          <a:solidFill>
                            <a:schemeClr val="dk1"/>
                          </a:solidFill>
                          <a:effectLst/>
                          <a:uFillTx/>
                          <a:latin typeface="Arial"/>
                          <a:ea typeface="Arial"/>
                        </a:rPr>
                        <a:t>-</a:t>
                      </a:r>
                      <a:endParaRPr lang="en-GB" sz="9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Times New Roman"/>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bl>
          </a:graphicData>
        </a:graphic>
      </p:graphicFrame>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6.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LibreOffice/25.8.4.2$Windows_X86_64 LibreOffice_project/290daaa01b999472f0c7a3890eb6a550fd74c6df</Application>
  <AppVersion>15.0000</AppVersion>
  <Words>541</Words>
  <Paragraphs>133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Jonas Hever</dc:creator>
  <dc:description/>
  <dc:language>en-GB</dc:language>
  <cp:lastModifiedBy/>
  <dcterms:modified xsi:type="dcterms:W3CDTF">2026-01-31T05:24:12Z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9</vt:i4>
  </property>
  <property fmtid="{D5CDD505-2E9C-101B-9397-08002B2CF9AE}" pid="3" name="PresentationFormat">
    <vt:lpwstr>Bildschirmpräsentation (16:9)</vt:lpwstr>
  </property>
  <property fmtid="{D5CDD505-2E9C-101B-9397-08002B2CF9AE}" pid="4" name="Slides">
    <vt:i4>9</vt:i4>
  </property>
</Properties>
</file>