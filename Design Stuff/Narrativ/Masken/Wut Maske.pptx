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2" r:id="rId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9"/>
      <p:bold r:id="rId10"/>
      <p:italic r:id="rId11"/>
      <p:boldItalic r:id="rId12"/>
    </p:embeddedFont>
    <p:embeddedFont>
      <p:font typeface="Montserrat ExtraBold" panose="00000900000000000000" pitchFamily="2" charset="0"/>
      <p:bold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jTz30nbRXKs5E3vrOIH3TGAJAR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2E3274-4D5C-44BF-BB08-FA6336CB3DAF}">
  <a:tblStyle styleId="{692E3274-4D5C-44BF-BB08-FA6336CB3DA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636e5de4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b636e5de4b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20 minutes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Remember, when you are done your first draft. YOU ARE NOT DONE.  COUNT YOUR WORDS, if you are over 20 or under 3 in any line of dialogue you must edit your own text to make it fit or expand on the world lore or to make the character speaking sound unique.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7" name="Google Shape;97;p4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9" name="Google Shape;109;p4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4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4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7" name="Google Shape;117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4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5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5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"/>
          <p:cNvGrpSpPr/>
          <p:nvPr/>
        </p:nvGrpSpPr>
        <p:grpSpPr>
          <a:xfrm>
            <a:off x="275" y="-1900"/>
            <a:ext cx="4420723" cy="779452"/>
            <a:chOff x="0" y="214638"/>
            <a:chExt cx="3107932" cy="815582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51" name="Google Shape;151;p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53" name="Google Shape;153;p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54" name="Google Shape;154;p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56" name="Google Shape;156;p2"/>
          <p:cNvSpPr txBox="1"/>
          <p:nvPr/>
        </p:nvSpPr>
        <p:spPr>
          <a:xfrm flipH="1">
            <a:off x="12525" y="-82550"/>
            <a:ext cx="40908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-DE" sz="1800" b="0" i="0" u="none" strike="noStrike" cap="none" dirty="0" err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Liliha</a:t>
            </a:r>
            <a:endParaRPr sz="1800" b="0" i="0" u="none" strike="noStrike" cap="none" dirty="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 dirty="0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Wut Maske</a:t>
            </a:r>
            <a:endParaRPr sz="1700" b="0" i="0" u="none" strike="noStrike" cap="none" dirty="0">
              <a:solidFill>
                <a:srgbClr val="FF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" name="Grafik 2" descr="Ein Bild, das Entwurf, Lineart, Darstellung, Malbuch enthält.&#10;&#10;KI-generierte Inhalte können fehlerhaft sein.">
            <a:extLst>
              <a:ext uri="{FF2B5EF4-FFF2-40B4-BE49-F238E27FC236}">
                <a16:creationId xmlns:a16="http://schemas.microsoft.com/office/drawing/2014/main" id="{0300685E-FD95-A51D-66D8-80B1474EE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837788" y="1634357"/>
            <a:ext cx="3924908" cy="2722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g3b636e5de4b_0_32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62" name="Google Shape;162;g3b636e5de4b_0_3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63" name="Google Shape;163;g3b636e5de4b_0_3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4" name="Google Shape;164;g3b636e5de4b_0_3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65" name="Google Shape;165;g3b636e5de4b_0_3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66" name="Google Shape;166;g3b636e5de4b_0_3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7" name="Google Shape;167;g3b636e5de4b_0_3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68" name="Google Shape;168;g3b636e5de4b_0_32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-DE" sz="1800" dirty="0" err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Liliha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 dirty="0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Checklist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" name="Google Shape;169;g3b636e5de4b_0_32"/>
          <p:cNvGraphicFramePr/>
          <p:nvPr>
            <p:extLst>
              <p:ext uri="{D42A27DB-BD31-4B8C-83A1-F6EECF244321}">
                <p14:modId xmlns:p14="http://schemas.microsoft.com/office/powerpoint/2010/main" val="302869994"/>
              </p:ext>
            </p:extLst>
          </p:nvPr>
        </p:nvGraphicFramePr>
        <p:xfrm>
          <a:off x="21850" y="851289"/>
          <a:ext cx="9080600" cy="5419640"/>
        </p:xfrm>
        <a:graphic>
          <a:graphicData uri="http://schemas.openxmlformats.org/drawingml/2006/table">
            <a:tbl>
              <a:tblPr bandCol="1">
                <a:tableStyleId>{284E427A-3D55-4303-BF80-6455036E1DE7}</a:tableStyleId>
              </a:tblPr>
              <a:tblGrid>
                <a:gridCol w="227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 dirty="0"/>
                        <a:t>Goal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dirty="0"/>
                        <a:t>Liliha verstärkt das Gefühl von unbändiger Stärke in ihrem Träger um dessen Energie zu sammeln und ihren Ahnen zu opfern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 specific personality / Universal Behaviour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dirty="0"/>
                        <a:t>Knirscht ständig mit den Zähnen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Flaw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dirty="0"/>
                        <a:t>Probleme sich zu beherschen. </a:t>
                      </a:r>
                      <a:r>
                        <a:rPr lang="de-DE" dirty="0"/>
                        <a:t>Z</a:t>
                      </a:r>
                      <a:r>
                        <a:rPr lang="de" dirty="0"/>
                        <a:t>ieht oft zu viel Energie dem träger ab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Secrets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dirty="0"/>
                        <a:t>Ist heimlich verliebt in they Rezeptionist*in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 dirty="0"/>
                        <a:t>Belonging</a:t>
                      </a:r>
                      <a:endParaRPr sz="1400" b="1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dirty="0"/>
                        <a:t>Sleep Department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Assertiveness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dirty="0"/>
                        <a:t>Unbändig und ständig Wütend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Believe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dirty="0"/>
                        <a:t>Kontrolle ist eine Lüge. Nur das freie fließen der Gefühle ist Natürlich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Specific Tastes and professions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dirty="0"/>
                        <a:t>Spicey Food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Information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dirty="0"/>
                        <a:t>Kennt Möglichkeiten Menschen zu ermutigen oder zu stärken um sich Problemen zu stellen.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Hurt Them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dirty="0"/>
                        <a:t>Als Pilgerer sie von ihrem Totem entfernt, in eine Maske geschnitzt haben und verkauft haben.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Special Skill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100" dirty="0"/>
                        <a:t>Kann vorzüglich Singen</a:t>
                      </a:r>
                      <a:endParaRPr sz="11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/>
        </p:nvSpPr>
        <p:spPr>
          <a:xfrm>
            <a:off x="22124" y="703635"/>
            <a:ext cx="9122100" cy="4556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Name: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Liliha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Gender: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female</a:t>
            </a:r>
            <a:endParaRPr sz="18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Age: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over 600 years</a:t>
            </a:r>
            <a:endParaRPr sz="18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Personality: </a:t>
            </a:r>
            <a:r>
              <a:rPr lang="de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The Lover, The Explorer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Alignment: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Chaotic Neutral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Occupation: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Medizin</a:t>
            </a:r>
            <a:endParaRPr sz="18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-DE" sz="1800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Liliha</a:t>
            </a:r>
            <a:r>
              <a:rPr lang="de-DE" sz="180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wurde in den Kolonisation</a:t>
            </a:r>
            <a:r>
              <a:rPr lang="de-DE" sz="1800" dirty="0">
                <a:solidFill>
                  <a:schemeClr val="tx1"/>
                </a:solidFill>
              </a:rPr>
              <a:t> Jahren von Pilgern geraubt und verkauft. Über viele Auktionen kam sie in die Hand des Spielers und wird nun verwendet, um Patienten bei Schlaflosigkeit zu helfen.</a:t>
            </a:r>
            <a:endParaRPr sz="180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3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76" name="Google Shape;176;p3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77" name="Google Shape;177;p3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79" name="Google Shape;179;p3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80" name="Google Shape;180;p3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82" name="Google Shape;182;p3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(short)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"/>
          <p:cNvSpPr txBox="1"/>
          <p:nvPr/>
        </p:nvSpPr>
        <p:spPr>
          <a:xfrm>
            <a:off x="22124" y="703635"/>
            <a:ext cx="9122100" cy="189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100" dirty="0"/>
              <a:t>In den Kolonisation Jahren wurde </a:t>
            </a:r>
            <a:r>
              <a:rPr lang="de-DE" sz="1100" dirty="0" err="1"/>
              <a:t>Liliha</a:t>
            </a:r>
            <a:r>
              <a:rPr lang="de-DE" sz="1100" dirty="0"/>
              <a:t> von </a:t>
            </a:r>
            <a:r>
              <a:rPr lang="de-DE" sz="1100" dirty="0" err="1"/>
              <a:t>Pilgeren</a:t>
            </a:r>
            <a:r>
              <a:rPr lang="de-DE" sz="1100" dirty="0"/>
              <a:t>, von ihrem Totem geschnitten und in eine Maske geschnitzt. Danach wurde sie aus ihrem Heimat Land entführt und in Auktionen verkauft.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100" dirty="0"/>
              <a:t>Auf einer dieser Auktionen fand ein/e Rezeptionist/in sie. Aufgrund ihrer ständig knirschenden Zähne wurde </a:t>
            </a:r>
            <a:r>
              <a:rPr lang="de-DE" sz="1100" dirty="0" err="1"/>
              <a:t>They</a:t>
            </a:r>
            <a:r>
              <a:rPr lang="de-DE" sz="1100" dirty="0"/>
              <a:t> auf sie Aufmerksam. Sie kaufte sie und nahm sie mit zur Arbeit.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-DE" sz="1100" dirty="0">
                <a:solidFill>
                  <a:schemeClr val="tx1"/>
                </a:solidFill>
              </a:rPr>
              <a:t>Dort konnte </a:t>
            </a:r>
            <a:r>
              <a:rPr lang="de-DE" sz="1100" dirty="0" err="1">
                <a:solidFill>
                  <a:schemeClr val="tx1"/>
                </a:solidFill>
              </a:rPr>
              <a:t>Liliha</a:t>
            </a:r>
            <a:r>
              <a:rPr lang="de-DE" sz="1100" dirty="0">
                <a:solidFill>
                  <a:schemeClr val="tx1"/>
                </a:solidFill>
              </a:rPr>
              <a:t> endlich wieder ihre Kräfte entfalten und wurde von einer würdigen Person verwendet. Über viele Jahre entwickelte sie einen kleinen </a:t>
            </a:r>
            <a:r>
              <a:rPr lang="de-DE" sz="1100" dirty="0" err="1">
                <a:solidFill>
                  <a:schemeClr val="tx1"/>
                </a:solidFill>
              </a:rPr>
              <a:t>Crush</a:t>
            </a:r>
            <a:r>
              <a:rPr lang="de-DE" sz="1100" dirty="0">
                <a:solidFill>
                  <a:schemeClr val="tx1"/>
                </a:solidFill>
              </a:rPr>
              <a:t> auf </a:t>
            </a:r>
            <a:r>
              <a:rPr lang="de-DE" sz="1100" dirty="0" err="1">
                <a:solidFill>
                  <a:schemeClr val="tx1"/>
                </a:solidFill>
              </a:rPr>
              <a:t>They</a:t>
            </a:r>
            <a:r>
              <a:rPr lang="de-DE" sz="1100" dirty="0">
                <a:solidFill>
                  <a:schemeClr val="tx1"/>
                </a:solidFill>
              </a:rPr>
              <a:t>. </a:t>
            </a:r>
            <a:endParaRPr sz="110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4"/>
          <p:cNvGrpSpPr/>
          <p:nvPr/>
        </p:nvGrpSpPr>
        <p:grpSpPr>
          <a:xfrm>
            <a:off x="274" y="-1897"/>
            <a:ext cx="3894239" cy="779452"/>
            <a:chOff x="0" y="214638"/>
            <a:chExt cx="3107932" cy="815582"/>
          </a:xfrm>
        </p:grpSpPr>
        <p:grpSp>
          <p:nvGrpSpPr>
            <p:cNvPr id="189" name="Google Shape;189;p4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90" name="Google Shape;190;p4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92" name="Google Shape;192;p4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93" name="Google Shape;193;p4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95" name="Google Shape;195;p4"/>
          <p:cNvSpPr txBox="1"/>
          <p:nvPr/>
        </p:nvSpPr>
        <p:spPr>
          <a:xfrm flipH="1">
            <a:off x="12896" y="-82558"/>
            <a:ext cx="38055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 dirty="0">
                <a:solidFill>
                  <a:schemeClr val="lt1"/>
                </a:solidFill>
                <a:latin typeface="Montserrat ExtraBold"/>
                <a:sym typeface="Montserrat ExtraBold"/>
              </a:rPr>
              <a:t>Liliha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 dirty="0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(Long)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7" name="Google Shape;237;p6"/>
          <p:cNvGraphicFramePr/>
          <p:nvPr>
            <p:extLst>
              <p:ext uri="{D42A27DB-BD31-4B8C-83A1-F6EECF244321}">
                <p14:modId xmlns:p14="http://schemas.microsoft.com/office/powerpoint/2010/main" val="3390165716"/>
              </p:ext>
            </p:extLst>
          </p:nvPr>
        </p:nvGraphicFramePr>
        <p:xfrm>
          <a:off x="35626" y="50514"/>
          <a:ext cx="9108375" cy="5521740"/>
        </p:xfrm>
        <a:graphic>
          <a:graphicData uri="http://schemas.openxmlformats.org/drawingml/2006/table">
            <a:tbl>
              <a:tblPr firstRow="1" bandRow="1">
                <a:noFill/>
                <a:tableStyleId>{692E3274-4D5C-44BF-BB08-FA6336CB3DAF}</a:tableStyleId>
              </a:tblPr>
              <a:tblGrid>
                <a:gridCol w="129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u="none" strike="noStrike" cap="none" dirty="0"/>
                        <a:t>Selection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Knirsch, lass mich endlich seine innere Stimme erwecken!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-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After Care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Habe ich das gut gemacht? Bist du stolz auf mich?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-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Not Selected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Komm schon, dass hätte mein Patient sein sollen! 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-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-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-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-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-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-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-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-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-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-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-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-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-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-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1100" u="none" strike="noStrike" cap="none" dirty="0"/>
                        <a:t>-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de-DE" sz="900" u="none" strike="noStrike" cap="none" dirty="0"/>
                        <a:t>-</a:t>
                      </a: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de-DE" sz="900" u="none" strike="noStrike" cap="none" dirty="0"/>
                        <a:t>-</a:t>
                      </a: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de-DE" sz="900" u="none" strike="noStrike" cap="none" dirty="0"/>
                        <a:t>-</a:t>
                      </a: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de-DE" sz="900" u="none" strike="noStrike" cap="none" dirty="0"/>
                        <a:t>-</a:t>
                      </a: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 dirty="0"/>
                        <a:t>Situation </a:t>
                      </a: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 dirty="0"/>
                        <a:t>Situation </a:t>
                      </a: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de-DE" sz="900" u="none" strike="noStrike" cap="none" dirty="0"/>
                        <a:t>-</a:t>
                      </a: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de-DE" sz="900" u="none" strike="noStrike" cap="none" dirty="0"/>
                        <a:t>-</a:t>
                      </a: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de-DE" sz="900" u="none" strike="noStrike" cap="none" dirty="0"/>
                        <a:t>-</a:t>
                      </a: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de-DE" sz="900" u="none" strike="noStrike" cap="none" dirty="0"/>
                        <a:t>-</a:t>
                      </a: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de-DE" sz="900" u="none" strike="noStrike" cap="none" dirty="0"/>
                        <a:t>-</a:t>
                      </a: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de-DE" sz="900" u="none" strike="noStrike" cap="none" dirty="0"/>
                        <a:t>-</a:t>
                      </a: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de-DE" sz="900" u="none" strike="noStrike" cap="none" dirty="0"/>
                        <a:t>-</a:t>
                      </a: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de-DE" sz="900" u="none" strike="noStrike" cap="none" dirty="0"/>
                        <a:t>-</a:t>
                      </a: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Microsoft Office PowerPoint</Application>
  <PresentationFormat>Bildschirmpräsentation (16:9)</PresentationFormat>
  <Paragraphs>105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Montserrat ExtraBold</vt:lpstr>
      <vt:lpstr>Calibri</vt:lpstr>
      <vt:lpstr>Montserrat</vt:lpstr>
      <vt:lpstr>Arial</vt:lpstr>
      <vt:lpstr>Simple Light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Hever, Jonas (Stud SRH-University)</cp:lastModifiedBy>
  <cp:revision>3</cp:revision>
  <dcterms:modified xsi:type="dcterms:W3CDTF">2026-01-31T00:09:39Z</dcterms:modified>
</cp:coreProperties>
</file>