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ExtraBold-bold.fntdata"/><Relationship Id="rId11" Type="http://schemas.openxmlformats.org/officeDocument/2006/relationships/slide" Target="slides/slide4.xml"/><Relationship Id="rId22" Type="http://customschemas.google.com/relationships/presentationmetadata" Target="metadata"/><Relationship Id="rId10" Type="http://schemas.openxmlformats.org/officeDocument/2006/relationships/slide" Target="slides/slide3.xml"/><Relationship Id="rId21" Type="http://schemas.openxmlformats.org/officeDocument/2006/relationships/font" Target="fonts/MontserratExtraBold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Montserra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b636e5de4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636e5de4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b636e5de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/>
        </p:txBody>
      </p:sp>
      <p:sp>
        <p:nvSpPr>
          <p:cNvPr id="68" name="Google Shape;6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3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4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4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4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4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4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4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7" name="Google Shape;117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4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4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4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827" y="164073"/>
            <a:ext cx="2281100" cy="49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660300" y="809750"/>
            <a:ext cx="1562400" cy="7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 WEAR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660300" y="1991188"/>
            <a:ext cx="1562400" cy="7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MIDSECTION WEAR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660300" y="3172625"/>
            <a:ext cx="1562400" cy="7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SKIN MARKINGS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60300" y="4226275"/>
            <a:ext cx="1562400" cy="7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7242050" y="442650"/>
            <a:ext cx="1562400" cy="7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FACE/HAIR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7315475" y="2098950"/>
            <a:ext cx="1562400" cy="7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CHEST WEAR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7315475" y="4075600"/>
            <a:ext cx="1562400" cy="7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FOOT WEAR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2"/>
          <p:cNvCxnSpPr/>
          <p:nvPr/>
        </p:nvCxnSpPr>
        <p:spPr>
          <a:xfrm>
            <a:off x="2222700" y="1222038"/>
            <a:ext cx="2198400" cy="24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2"/>
          <p:cNvCxnSpPr/>
          <p:nvPr/>
        </p:nvCxnSpPr>
        <p:spPr>
          <a:xfrm>
            <a:off x="2222700" y="2329020"/>
            <a:ext cx="2669100" cy="15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2"/>
          <p:cNvCxnSpPr>
            <a:stCxn id="141" idx="1"/>
          </p:cNvCxnSpPr>
          <p:nvPr/>
        </p:nvCxnSpPr>
        <p:spPr>
          <a:xfrm rot="10800000">
            <a:off x="5388650" y="756150"/>
            <a:ext cx="1853400" cy="76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2"/>
          <p:cNvCxnSpPr/>
          <p:nvPr/>
        </p:nvCxnSpPr>
        <p:spPr>
          <a:xfrm rot="10800000">
            <a:off x="5388875" y="1622572"/>
            <a:ext cx="1926600" cy="84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2"/>
          <p:cNvCxnSpPr/>
          <p:nvPr/>
        </p:nvCxnSpPr>
        <p:spPr>
          <a:xfrm flipH="1">
            <a:off x="5690706" y="4508995"/>
            <a:ext cx="1665600" cy="106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b="0" i="0" sz="18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b="0" i="0" lang="de" sz="1800" u="none" cap="none" strike="noStrik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Role</a:t>
            </a:r>
            <a:endParaRPr b="0" i="0" sz="1700" u="none" cap="none" strike="noStrike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b="0" i="0" lang="de" sz="1800" u="none" cap="none" strike="noStrik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/>
        </p:nvGraphicFramePr>
        <p:xfrm>
          <a:off x="21850" y="851289"/>
          <a:ext cx="3000000" cy="3000000"/>
        </p:xfrm>
        <a:graphic>
          <a:graphicData uri="http://schemas.openxmlformats.org/drawingml/2006/table">
            <a:tbl>
              <a:tblPr bandCol="1">
                <a:noFill/>
                <a:tableStyleId>{692E3274-4D5C-44BF-BB08-FA6336CB3DAF}</a:tableStyleId>
              </a:tblPr>
              <a:tblGrid>
                <a:gridCol w="2270150"/>
                <a:gridCol w="2270150"/>
                <a:gridCol w="2270150"/>
                <a:gridCol w="2270150"/>
              </a:tblGrid>
              <a:tr h="82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Goal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Why do they do, what they do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A specific personality / Universal Behaviour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makes them different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82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Flaw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negative about them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Secrets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mysterious about them (can be silly)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82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Belonging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Which group do they belong too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Assertiveness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present himself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82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Believe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 what do they believe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Specific Tastes and professions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do they prefer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82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Information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enrich the world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Hurt Them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The most hurtful situation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82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400" u="none" cap="none" strike="noStrike"/>
                        <a:t>Special Skill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/>
                        <a:t>Give them a cool but very dumb quirk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de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b="0" i="0" lang="de" sz="1800" u="none" cap="none" strike="noStrik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de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b="0" i="0" lang="de" sz="1800" u="none" cap="none" strike="noStrik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5"/>
          <p:cNvGrpSpPr/>
          <p:nvPr/>
        </p:nvGrpSpPr>
        <p:grpSpPr>
          <a:xfrm>
            <a:off x="27169" y="24983"/>
            <a:ext cx="2858365" cy="550436"/>
            <a:chOff x="0" y="214638"/>
            <a:chExt cx="3107932" cy="815582"/>
          </a:xfrm>
        </p:grpSpPr>
        <p:grpSp>
          <p:nvGrpSpPr>
            <p:cNvPr id="201" name="Google Shape;201;p5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04" name="Google Shape;204;p5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205" name="Google Shape;205;p5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207" name="Google Shape;207;p5"/>
          <p:cNvSpPr txBox="1"/>
          <p:nvPr/>
        </p:nvSpPr>
        <p:spPr>
          <a:xfrm flipH="1">
            <a:off x="81385" y="-232075"/>
            <a:ext cx="28380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b="0" i="0" lang="de" sz="18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Weapons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16389" y="771225"/>
            <a:ext cx="2634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Weapon  -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Detailed Description: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636e5de4b_0_0"/>
          <p:cNvSpPr/>
          <p:nvPr/>
        </p:nvSpPr>
        <p:spPr>
          <a:xfrm>
            <a:off x="245556" y="997143"/>
            <a:ext cx="2394900" cy="25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b636e5de4b_0_0"/>
          <p:cNvSpPr txBox="1"/>
          <p:nvPr/>
        </p:nvSpPr>
        <p:spPr>
          <a:xfrm>
            <a:off x="245556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g3b636e5de4b_0_0"/>
          <p:cNvGrpSpPr/>
          <p:nvPr/>
        </p:nvGrpSpPr>
        <p:grpSpPr>
          <a:xfrm>
            <a:off x="27169" y="24983"/>
            <a:ext cx="2858365" cy="550436"/>
            <a:chOff x="0" y="214638"/>
            <a:chExt cx="3107932" cy="815582"/>
          </a:xfrm>
        </p:grpSpPr>
        <p:grpSp>
          <p:nvGrpSpPr>
            <p:cNvPr id="216" name="Google Shape;216;g3b636e5de4b_0_0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217" name="Google Shape;217;g3b636e5de4b_0_0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g3b636e5de4b_0_0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g3b636e5de4b_0_0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220" name="Google Shape;220;g3b636e5de4b_0_0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g3b636e5de4b_0_0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222" name="Google Shape;222;g3b636e5de4b_0_0"/>
          <p:cNvSpPr txBox="1"/>
          <p:nvPr/>
        </p:nvSpPr>
        <p:spPr>
          <a:xfrm flipH="1">
            <a:off x="50585" y="-232050"/>
            <a:ext cx="28380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b="0" i="0" lang="de" sz="18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Attacks </a:t>
            </a: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&amp; Abillities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b636e5de4b_0_0"/>
          <p:cNvSpPr/>
          <p:nvPr/>
        </p:nvSpPr>
        <p:spPr>
          <a:xfrm>
            <a:off x="2885531" y="997143"/>
            <a:ext cx="2394900" cy="25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b636e5de4b_0_0"/>
          <p:cNvSpPr txBox="1"/>
          <p:nvPr/>
        </p:nvSpPr>
        <p:spPr>
          <a:xfrm>
            <a:off x="2885531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b636e5de4b_0_0"/>
          <p:cNvSpPr/>
          <p:nvPr/>
        </p:nvSpPr>
        <p:spPr>
          <a:xfrm>
            <a:off x="5525506" y="997143"/>
            <a:ext cx="2394900" cy="25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b636e5de4b_0_0"/>
          <p:cNvSpPr txBox="1"/>
          <p:nvPr/>
        </p:nvSpPr>
        <p:spPr>
          <a:xfrm>
            <a:off x="5525506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636e5de4b_0_0"/>
          <p:cNvSpPr/>
          <p:nvPr/>
        </p:nvSpPr>
        <p:spPr>
          <a:xfrm>
            <a:off x="245556" y="2571743"/>
            <a:ext cx="2394900" cy="25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b636e5de4b_0_0"/>
          <p:cNvSpPr txBox="1"/>
          <p:nvPr/>
        </p:nvSpPr>
        <p:spPr>
          <a:xfrm>
            <a:off x="245556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b636e5de4b_0_0"/>
          <p:cNvSpPr/>
          <p:nvPr/>
        </p:nvSpPr>
        <p:spPr>
          <a:xfrm>
            <a:off x="2885531" y="2571743"/>
            <a:ext cx="2394900" cy="25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b636e5de4b_0_0"/>
          <p:cNvSpPr txBox="1"/>
          <p:nvPr/>
        </p:nvSpPr>
        <p:spPr>
          <a:xfrm>
            <a:off x="2885531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b636e5de4b_0_0"/>
          <p:cNvSpPr/>
          <p:nvPr/>
        </p:nvSpPr>
        <p:spPr>
          <a:xfrm>
            <a:off x="5525506" y="2571743"/>
            <a:ext cx="2394900" cy="25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b636e5de4b_0_0"/>
          <p:cNvSpPr txBox="1"/>
          <p:nvPr/>
        </p:nvSpPr>
        <p:spPr>
          <a:xfrm>
            <a:off x="5525506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6"/>
          <p:cNvGraphicFramePr/>
          <p:nvPr/>
        </p:nvGraphicFramePr>
        <p:xfrm>
          <a:off x="35626" y="505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{692E3274-4D5C-44BF-BB08-FA6336CB3DAF}</a:tableStyleId>
              </a:tblPr>
              <a:tblGrid>
                <a:gridCol w="1291725"/>
                <a:gridCol w="3939800"/>
                <a:gridCol w="3876850"/>
              </a:tblGrid>
              <a:tr h="2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b="1" lang="de" sz="1100"/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b="1" lang="de" sz="1100"/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b="1" lang="de" sz="1100"/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b="1" lang="de" sz="1100"/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7"/>
          <p:cNvGraphicFramePr/>
          <p:nvPr/>
        </p:nvGraphicFramePr>
        <p:xfrm>
          <a:off x="35626" y="505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{692E3274-4D5C-44BF-BB08-FA6336CB3DAF}</a:tableStyleId>
              </a:tblPr>
              <a:tblGrid>
                <a:gridCol w="1302800"/>
                <a:gridCol w="3928750"/>
                <a:gridCol w="3876850"/>
              </a:tblGrid>
              <a:tr h="2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v01 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b="1" lang="de" sz="1100"/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b="1" lang="de" sz="1100"/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b="1" lang="de" sz="1100"/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b="1" lang="de" sz="1100"/>
                        <a:t>Situation </a:t>
                      </a:r>
                      <a:r>
                        <a:rPr b="1" lang="de" sz="1100" u="none" cap="none" strike="noStrik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noFill/>
                  </a:tcPr>
                </a:tc>
              </a:tr>
            </a:tbl>
          </a:graphicData>
        </a:graphic>
      </p:graphicFrame>
      <p:sp>
        <p:nvSpPr>
          <p:cNvPr id="243" name="Google Shape;243;p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