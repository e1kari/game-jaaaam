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3" r:id="rId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  <p:embeddedFont>
      <p:font typeface="Montserrat ExtraBold" panose="00000900000000000000" pitchFamily="2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Feli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Happiness Mask</a:t>
            </a:r>
            <a:endParaRPr sz="1700" b="0" i="0" u="none" strike="noStrike" cap="none" dirty="0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Feli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>
            <p:extLst>
              <p:ext uri="{D42A27DB-BD31-4B8C-83A1-F6EECF244321}">
                <p14:modId xmlns:p14="http://schemas.microsoft.com/office/powerpoint/2010/main" val="1829016799"/>
              </p:ext>
            </p:extLst>
          </p:nvPr>
        </p:nvGraphicFramePr>
        <p:xfrm>
          <a:off x="361906" y="945199"/>
          <a:ext cx="8420188" cy="4376832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105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5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50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62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 dirty="0"/>
                        <a:t>Goal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Anderen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zeigen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wie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schön</a:t>
                      </a:r>
                      <a:r>
                        <a:rPr lang="en-GB" dirty="0"/>
                        <a:t> die Welt </a:t>
                      </a:r>
                      <a:r>
                        <a:rPr lang="en-GB" dirty="0" err="1"/>
                        <a:t>ist</a:t>
                      </a:r>
                      <a:r>
                        <a:rPr lang="en-GB" dirty="0"/>
                        <a:t> und </a:t>
                      </a:r>
                      <a:r>
                        <a:rPr lang="en-GB" dirty="0" err="1"/>
                        <a:t>sich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davon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inspirieren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zu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lassen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Delusional, </a:t>
                      </a:r>
                      <a:r>
                        <a:rPr lang="en-GB" dirty="0" err="1"/>
                        <a:t>ist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zu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optimistisch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dirty="0"/>
                        <a:t>Something mysterious about them (can be silly) 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2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Sleep Department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Hilfsbereit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zuvorkommend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2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Dass es </a:t>
                      </a:r>
                      <a:r>
                        <a:rPr lang="en-GB" dirty="0" err="1"/>
                        <a:t>nichts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Böses</a:t>
                      </a:r>
                      <a:r>
                        <a:rPr lang="en-GB" dirty="0"/>
                        <a:t> auf der Welt </a:t>
                      </a:r>
                      <a:r>
                        <a:rPr lang="en-GB" dirty="0" err="1"/>
                        <a:t>gibt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nur</a:t>
                      </a:r>
                      <a:r>
                        <a:rPr lang="en-GB" dirty="0"/>
                        <a:t> Leute </a:t>
                      </a:r>
                      <a:r>
                        <a:rPr lang="en-GB" dirty="0" err="1"/>
                        <a:t>mit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anderen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Ansichten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Süßigkeiten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Unehrlichkeit</a:t>
                      </a:r>
                      <a:r>
                        <a:rPr lang="en-GB" dirty="0"/>
                        <a:t>(</a:t>
                      </a:r>
                      <a:r>
                        <a:rPr lang="en-GB" dirty="0" err="1"/>
                        <a:t>bei</a:t>
                      </a:r>
                      <a:r>
                        <a:rPr lang="en-GB" dirty="0"/>
                        <a:t> </a:t>
                      </a:r>
                      <a:r>
                        <a:rPr lang="en-GB"/>
                        <a:t>negativen </a:t>
                      </a:r>
                      <a:r>
                        <a:rPr lang="en-GB" dirty="0" err="1"/>
                        <a:t>Dingen</a:t>
                      </a:r>
                      <a:r>
                        <a:rPr lang="en-GB" dirty="0"/>
                        <a:t>)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2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/>
                        <a:t>Positive </a:t>
                      </a:r>
                      <a:r>
                        <a:rPr lang="en-GB" dirty="0" err="1"/>
                        <a:t>Energiequelle</a:t>
                      </a:r>
                      <a:r>
                        <a:rPr lang="en-GB" dirty="0"/>
                        <a:t>, </a:t>
                      </a:r>
                      <a:r>
                        <a:rPr lang="en-GB" dirty="0" err="1"/>
                        <a:t>inspirierend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 dirty="0"/>
                        <a:t>Hurt Them</a:t>
                      </a:r>
                      <a:endParaRPr sz="1400" b="1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/>
                        <a:t>Retrospektiv</a:t>
                      </a:r>
                      <a:r>
                        <a:rPr lang="en-GB" dirty="0"/>
                        <a:t>: Die </a:t>
                      </a:r>
                      <a:r>
                        <a:rPr lang="en-GB" dirty="0" err="1"/>
                        <a:t>ersten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zwei</a:t>
                      </a:r>
                      <a:r>
                        <a:rPr lang="en-GB" dirty="0"/>
                        <a:t> Tage, </a:t>
                      </a:r>
                      <a:r>
                        <a:rPr lang="en-GB" dirty="0" err="1"/>
                        <a:t>als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sie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alleine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im</a:t>
                      </a:r>
                      <a:r>
                        <a:rPr lang="en-GB" dirty="0"/>
                        <a:t> Labor war</a:t>
                      </a:r>
                      <a:endParaRPr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2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u="none" strike="noStrike" cap="none" dirty="0"/>
                        <a:t>Balloon Twisting Gott</a:t>
                      </a:r>
                      <a:endParaRPr sz="11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461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Feli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female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years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The Everyman, The Caregiver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Chaotic Good</a:t>
            </a:r>
            <a:endParaRPr sz="18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r>
              <a:rPr lang="de" sz="18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Sleep Department</a:t>
            </a: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6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Feli wurde im Labor des Sleep Departments erschaffen und hat noch nie Ablehnung oder Schmerz e</a:t>
            </a:r>
            <a:r>
              <a:rPr lang="de" sz="1600" b="1" dirty="0">
                <a:solidFill>
                  <a:schemeClr val="tx1"/>
                </a:solidFill>
              </a:rPr>
              <a:t>rfahren. Die anderen Masken sind für sie wie Familie.</a:t>
            </a:r>
            <a:endParaRPr lang="de" sz="16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600" b="1" dirty="0">
                <a:solidFill>
                  <a:schemeClr val="tx1"/>
                </a:solidFill>
              </a:rPr>
              <a:t>Die anderen</a:t>
            </a:r>
            <a:r>
              <a:rPr lang="de" sz="16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Masken haben es sich zur Aufgabe gemacht, ihre fröhliche Art und surreale Weltanschauung um jeden Preis zu schützen. Das bedeutet aber auch, dass sie manchmal die Wahrheit nicht erfährt.</a:t>
            </a:r>
            <a:endParaRPr sz="1600" b="1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Feli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 dirty="0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680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Das Sleep Department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ist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ein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voller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Erfolg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doch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es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gibt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ein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Problem: es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wurde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bis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jetzt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keine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Maske für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Fröhlichkeit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gefunden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 Also </a:t>
            </a:r>
            <a:r>
              <a:rPr lang="en-GB" sz="1800" b="1" dirty="0" err="1">
                <a:solidFill>
                  <a:schemeClr val="tx1"/>
                </a:solidFill>
              </a:rPr>
              <a:t>be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schließen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die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Gründer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eine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Maske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künstlich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herzustellen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 Feli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wurde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im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Labor des Sleep Departments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erschaffen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Retrospektiv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waren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die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zwei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Tage, in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denen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sie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alleine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im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Labor lag, die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schlimmsten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ihres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Lebens, da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sie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noch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nie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Schmerz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oder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Ablehnung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0" u="none" strike="noStrike" cap="none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erfahren</a:t>
            </a:r>
            <a:r>
              <a:rPr lang="en-GB" sz="18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hat.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GB" sz="1800" b="1" dirty="0">
                <a:solidFill>
                  <a:schemeClr val="tx1"/>
                </a:solidFill>
              </a:rPr>
              <a:t>Die </a:t>
            </a:r>
            <a:r>
              <a:rPr lang="en-GB" sz="1800" b="1" dirty="0" err="1">
                <a:solidFill>
                  <a:schemeClr val="tx1"/>
                </a:solidFill>
              </a:rPr>
              <a:t>anderen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Masken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sind</a:t>
            </a:r>
            <a:r>
              <a:rPr lang="en-GB" sz="1800" b="1" dirty="0">
                <a:solidFill>
                  <a:schemeClr val="tx1"/>
                </a:solidFill>
              </a:rPr>
              <a:t> für </a:t>
            </a:r>
            <a:r>
              <a:rPr lang="en-GB" sz="1800" b="1" dirty="0" err="1">
                <a:solidFill>
                  <a:schemeClr val="tx1"/>
                </a:solidFill>
              </a:rPr>
              <a:t>sie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ihre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Familie</a:t>
            </a:r>
            <a:r>
              <a:rPr lang="en-GB" sz="1800" b="1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15000"/>
              </a:lnSpc>
              <a:spcBef>
                <a:spcPts val="900"/>
              </a:spcBef>
              <a:buClr>
                <a:schemeClr val="dk1"/>
              </a:buClr>
              <a:buSzPts val="800"/>
            </a:pPr>
            <a:r>
              <a:rPr lang="de-DE" sz="1800" b="1" dirty="0">
                <a:solidFill>
                  <a:schemeClr val="tx1"/>
                </a:solidFill>
              </a:rPr>
              <a:t>Diese haben es sich zur Aufgabe gemacht, ihre fröhliche Art und surreale Weltanschauung um jeden Preis zu schützen. Das bedeutet aber auch, dass sie manchmal die Wahrheit nicht erfährt.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 dirty="0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7"/>
          <p:cNvGraphicFramePr/>
          <p:nvPr>
            <p:extLst>
              <p:ext uri="{D42A27DB-BD31-4B8C-83A1-F6EECF244321}">
                <p14:modId xmlns:p14="http://schemas.microsoft.com/office/powerpoint/2010/main" val="348474229"/>
              </p:ext>
            </p:extLst>
          </p:nvPr>
        </p:nvGraphicFramePr>
        <p:xfrm>
          <a:off x="35626" y="50514"/>
          <a:ext cx="9108400" cy="618267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30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 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“OH MEIN GOTT EINE NEUE PERSON HALLO WIE GEHTS DIR ICH MÖCHTE ALLES ÜBER DICH WISSEN!!! :D”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“Keine Sorge, es </a:t>
                      </a:r>
                      <a:r>
                        <a:rPr lang="en-GB" sz="1100" u="none" strike="noStrike" cap="none" dirty="0" err="1"/>
                        <a:t>gibt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nichts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schlechtes</a:t>
                      </a:r>
                      <a:r>
                        <a:rPr lang="en-GB" sz="1100" u="none" strike="noStrike" cap="none" dirty="0"/>
                        <a:t> Auf der Welt, </a:t>
                      </a:r>
                      <a:r>
                        <a:rPr lang="en-GB" sz="1100" u="none" strike="noStrike" cap="none" dirty="0" err="1"/>
                        <a:t>dein</a:t>
                      </a:r>
                      <a:r>
                        <a:rPr lang="en-GB" sz="1100" u="none" strike="noStrike" cap="none" dirty="0"/>
                        <a:t> Problem </a:t>
                      </a:r>
                      <a:r>
                        <a:rPr lang="en-GB" sz="1100" u="none" strike="noStrike" cap="none" dirty="0" err="1"/>
                        <a:t>ist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nur</a:t>
                      </a:r>
                      <a:r>
                        <a:rPr lang="en-GB" sz="1100" u="none" strike="noStrike" cap="none" dirty="0"/>
                        <a:t> in </a:t>
                      </a:r>
                      <a:r>
                        <a:rPr lang="en-GB" sz="1100" u="none" strike="noStrike" cap="none" dirty="0" err="1"/>
                        <a:t>deinem</a:t>
                      </a:r>
                      <a:r>
                        <a:rPr lang="en-GB" sz="1100" u="none" strike="noStrike" cap="none" dirty="0"/>
                        <a:t> Kopf und nicht real, also </a:t>
                      </a:r>
                      <a:r>
                        <a:rPr lang="en-GB" sz="1100" u="none" strike="noStrike" cap="none" dirty="0" err="1"/>
                        <a:t>wird</a:t>
                      </a:r>
                      <a:r>
                        <a:rPr lang="en-GB" sz="1100" u="none" strike="noStrike" cap="none" dirty="0"/>
                        <a:t> es </a:t>
                      </a:r>
                      <a:r>
                        <a:rPr lang="en-GB" sz="1100" u="none" strike="noStrike" cap="none" dirty="0" err="1"/>
                        <a:t>dir</a:t>
                      </a:r>
                      <a:r>
                        <a:rPr lang="en-GB" sz="1100" u="none" strike="noStrike" cap="none" dirty="0"/>
                        <a:t> bald </a:t>
                      </a:r>
                      <a:r>
                        <a:rPr lang="en-GB" sz="1100" u="none" strike="noStrike" cap="none" dirty="0" err="1"/>
                        <a:t>besser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gehen</a:t>
                      </a:r>
                      <a:r>
                        <a:rPr lang="en-GB" sz="1100" u="none" strike="noStrike" cap="none" dirty="0"/>
                        <a:t>! ;)”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strike="noStrike" cap="none" dirty="0"/>
                        <a:t>“Bald </a:t>
                      </a:r>
                      <a:r>
                        <a:rPr lang="en-GB" sz="1100" u="none" strike="noStrike" cap="none" dirty="0" err="1"/>
                        <a:t>träumst</a:t>
                      </a:r>
                      <a:r>
                        <a:rPr lang="en-GB" sz="1100" u="none" strike="noStrike" cap="none" dirty="0"/>
                        <a:t> du </a:t>
                      </a:r>
                      <a:r>
                        <a:rPr lang="en-GB" sz="1100" u="none" strike="noStrike" cap="none" dirty="0" err="1"/>
                        <a:t>nur</a:t>
                      </a:r>
                      <a:r>
                        <a:rPr lang="en-GB" sz="1100" u="none" strike="noStrike" cap="none" dirty="0"/>
                        <a:t> </a:t>
                      </a:r>
                      <a:r>
                        <a:rPr lang="en-GB" sz="1100" u="none" strike="noStrike" cap="none" dirty="0" err="1"/>
                        <a:t>noch</a:t>
                      </a:r>
                      <a:r>
                        <a:rPr lang="en-GB" sz="1100" u="none" strike="noStrike" cap="none" dirty="0"/>
                        <a:t> von </a:t>
                      </a:r>
                      <a:r>
                        <a:rPr lang="en-GB" sz="1100" u="none" strike="noStrike" cap="none" dirty="0" err="1"/>
                        <a:t>Blümchen</a:t>
                      </a:r>
                      <a:r>
                        <a:rPr lang="en-GB" sz="1100" u="none" strike="noStrike" cap="none" dirty="0"/>
                        <a:t> und </a:t>
                      </a:r>
                      <a:r>
                        <a:rPr lang="en-GB" sz="1100" u="none" strike="noStrike" cap="none" dirty="0" err="1"/>
                        <a:t>Einhörnern</a:t>
                      </a:r>
                      <a:r>
                        <a:rPr lang="en-GB" sz="1100" u="none" strike="noStrike" cap="none" dirty="0"/>
                        <a:t>, so </a:t>
                      </a:r>
                      <a:r>
                        <a:rPr lang="en-GB" sz="1100" u="none" strike="noStrike" cap="none" dirty="0" err="1"/>
                        <a:t>wie</a:t>
                      </a:r>
                      <a:r>
                        <a:rPr lang="en-GB" sz="1100" u="none" strike="noStrike" cap="none" dirty="0"/>
                        <a:t> ich! Das </a:t>
                      </a:r>
                      <a:r>
                        <a:rPr lang="en-GB" sz="1100" u="none" strike="noStrike" cap="none" dirty="0" err="1"/>
                        <a:t>wird</a:t>
                      </a:r>
                      <a:r>
                        <a:rPr lang="en-GB" sz="1100" u="none" strike="noStrike" cap="none" dirty="0"/>
                        <a:t> toll!!!”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574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Montserrat</vt:lpstr>
      <vt:lpstr>Arial</vt:lpstr>
      <vt:lpstr>Montserrat ExtraBold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Brenner, Rika (Stud SRH-University)</cp:lastModifiedBy>
  <cp:revision>5</cp:revision>
  <dcterms:modified xsi:type="dcterms:W3CDTF">2026-01-31T15:59:52Z</dcterms:modified>
</cp:coreProperties>
</file>