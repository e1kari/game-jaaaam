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3" r:id="rId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9"/>
      <p:bold r:id="rId10"/>
      <p:italic r:id="rId11"/>
      <p:boldItalic r:id="rId12"/>
    </p:embeddedFont>
    <p:embeddedFont>
      <p:font typeface="Montserrat ExtraBold" panose="00000900000000000000" pitchFamily="2" charset="0"/>
      <p:bold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Tz30nbRXKs5E3vrOIH3TGAJA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2E3274-4D5C-44BF-BB08-FA6336CB3DAF}">
  <a:tblStyle styleId="{692E3274-4D5C-44BF-BB08-FA6336CB3DA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99" autoAdjust="0"/>
  </p:normalViewPr>
  <p:slideViewPr>
    <p:cSldViewPr snapToGrid="0">
      <p:cViewPr varScale="1">
        <p:scale>
          <a:sx n="122" d="100"/>
          <a:sy n="122" d="100"/>
        </p:scale>
        <p:origin x="104" y="3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36e5de4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b636e5de4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 dirty="0"/>
              <a:t>20 minutes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 dirty="0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4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"/>
          <p:cNvGrpSpPr/>
          <p:nvPr/>
        </p:nvGrpSpPr>
        <p:grpSpPr>
          <a:xfrm>
            <a:off x="275" y="-1900"/>
            <a:ext cx="4420723" cy="779452"/>
            <a:chOff x="0" y="214638"/>
            <a:chExt cx="3107932" cy="815582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51" name="Google Shape;151;p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53" name="Google Shape;153;p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54" name="Google Shape;154;p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56" name="Google Shape;156;p2"/>
          <p:cNvSpPr txBox="1"/>
          <p:nvPr/>
        </p:nvSpPr>
        <p:spPr>
          <a:xfrm flipH="1">
            <a:off x="12525" y="-82550"/>
            <a:ext cx="40908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800" b="0" i="0" u="none" strike="noStrike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Role</a:t>
            </a:r>
            <a:endParaRPr sz="1700" b="0" i="0" u="none" strike="noStrike" cap="none">
              <a:solidFill>
                <a:srgbClr val="FF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" name="Grafik 2" descr="Ein Bild, das Entwurf, Zeichnung, Lineart, Darstellung enthält.">
            <a:extLst>
              <a:ext uri="{FF2B5EF4-FFF2-40B4-BE49-F238E27FC236}">
                <a16:creationId xmlns:a16="http://schemas.microsoft.com/office/drawing/2014/main" id="{EA6BE77D-37D6-5A7F-A3B7-A39724DF9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00" y="992724"/>
            <a:ext cx="8086399" cy="3962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g3b636e5de4b_0_32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62" name="Google Shape;162;g3b636e5de4b_0_3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63" name="Google Shape;163;g3b636e5de4b_0_3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4" name="Google Shape;164;g3b636e5de4b_0_3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5" name="Google Shape;165;g3b636e5de4b_0_3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66" name="Google Shape;166;g3b636e5de4b_0_3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7" name="Google Shape;167;g3b636e5de4b_0_3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68" name="Google Shape;168;g3b636e5de4b_0_32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Checklist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g3b636e5de4b_0_32"/>
          <p:cNvGraphicFramePr/>
          <p:nvPr>
            <p:extLst>
              <p:ext uri="{D42A27DB-BD31-4B8C-83A1-F6EECF244321}">
                <p14:modId xmlns:p14="http://schemas.microsoft.com/office/powerpoint/2010/main" val="590717076"/>
              </p:ext>
            </p:extLst>
          </p:nvPr>
        </p:nvGraphicFramePr>
        <p:xfrm>
          <a:off x="21850" y="851289"/>
          <a:ext cx="9080600" cy="4974750"/>
        </p:xfrm>
        <a:graphic>
          <a:graphicData uri="http://schemas.openxmlformats.org/drawingml/2006/table">
            <a:tbl>
              <a:tblPr bandCol="1">
                <a:tableStyleId>{284E427A-3D55-4303-BF80-6455036E1DE7}</a:tableStyleId>
              </a:tblPr>
              <a:tblGrid>
                <a:gridCol w="22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Goal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Why do they do, what they do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 specific personality / Universal Behaviour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makes them different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Flaw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something negative about them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Secrets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Something mysterious about them (can be silly)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Belonging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Which group do they belong too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Assertiveness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How does he present himself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Believe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In what do they believe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Specific Tastes and professions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do they prefer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Information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How does he enrich the world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Hurt Them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The most hurtful situation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Special Skill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100"/>
                        <a:t>Give them a cool but very dumb quirk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/>
        </p:nvSpPr>
        <p:spPr>
          <a:xfrm>
            <a:off x="22124" y="703635"/>
            <a:ext cx="91221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Gender: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Personality: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Alignment: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Occupation: 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shortly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3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76" name="Google Shape;176;p3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77" name="Google Shape;177;p3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82" name="Google Shape;182;p3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(short)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/>
          <p:nvPr/>
        </p:nvSpPr>
        <p:spPr>
          <a:xfrm>
            <a:off x="22124" y="703635"/>
            <a:ext cx="9122100" cy="3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(see the checklist)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0" i="0" u="none" strike="noStrike" cap="non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4"/>
          <p:cNvGrpSpPr/>
          <p:nvPr/>
        </p:nvGrpSpPr>
        <p:grpSpPr>
          <a:xfrm>
            <a:off x="274" y="-1897"/>
            <a:ext cx="3894239" cy="779452"/>
            <a:chOff x="0" y="214638"/>
            <a:chExt cx="3107932" cy="815582"/>
          </a:xfrm>
        </p:grpSpPr>
        <p:grpSp>
          <p:nvGrpSpPr>
            <p:cNvPr id="189" name="Google Shape;189;p4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92" name="Google Shape;192;p4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93" name="Google Shape;193;p4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95" name="Google Shape;195;p4"/>
          <p:cNvSpPr txBox="1"/>
          <p:nvPr/>
        </p:nvSpPr>
        <p:spPr>
          <a:xfrm flipH="1">
            <a:off x="12896" y="-82558"/>
            <a:ext cx="38055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(Long)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19283B3-1105-CB21-93A2-24081C7A5465}"/>
              </a:ext>
            </a:extLst>
          </p:cNvPr>
          <p:cNvSpPr/>
          <p:nvPr/>
        </p:nvSpPr>
        <p:spPr>
          <a:xfrm>
            <a:off x="-431800" y="4963160"/>
            <a:ext cx="10520680" cy="1041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242" name="Google Shape;242;p7"/>
          <p:cNvGraphicFramePr/>
          <p:nvPr>
            <p:extLst>
              <p:ext uri="{D42A27DB-BD31-4B8C-83A1-F6EECF244321}">
                <p14:modId xmlns:p14="http://schemas.microsoft.com/office/powerpoint/2010/main" val="883560380"/>
              </p:ext>
            </p:extLst>
          </p:nvPr>
        </p:nvGraphicFramePr>
        <p:xfrm>
          <a:off x="1" y="0"/>
          <a:ext cx="9088119" cy="5463960"/>
        </p:xfrm>
        <a:graphic>
          <a:graphicData uri="http://schemas.openxmlformats.org/drawingml/2006/table">
            <a:tbl>
              <a:tblPr firstRow="1" bandRow="1">
                <a:noFill/>
                <a:tableStyleId>{692E3274-4D5C-44BF-BB08-FA6336CB3DAF}</a:tableStyleId>
              </a:tblPr>
              <a:tblGrid>
                <a:gridCol w="1299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0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8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dirty="0">
                          <a:solidFill>
                            <a:schemeClr val="dk1"/>
                          </a:solidFill>
                        </a:rPr>
                        <a:t>Vorher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dirty="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6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Nach Richtiger Mask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6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lang="de" sz="1100" b="1" dirty="0"/>
                        <a:t>nach falscher mask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43" name="Google Shape;243;p7"/>
          <p:cNvSpPr txBox="1"/>
          <p:nvPr/>
        </p:nvSpPr>
        <p:spPr>
          <a:xfrm>
            <a:off x="-248920" y="-2001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Bildschirmpräsentation (16:9)</PresentationFormat>
  <Paragraphs>78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Arial</vt:lpstr>
      <vt:lpstr>Calibri</vt:lpstr>
      <vt:lpstr>Montserrat</vt:lpstr>
      <vt:lpstr>Montserrat ExtraBold</vt:lpstr>
      <vt:lpstr>Simple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Hever, Jonas (Stud SRH-University)</cp:lastModifiedBy>
  <cp:revision>2</cp:revision>
  <dcterms:modified xsi:type="dcterms:W3CDTF">2026-01-31T12:39:51Z</dcterms:modified>
</cp:coreProperties>
</file>