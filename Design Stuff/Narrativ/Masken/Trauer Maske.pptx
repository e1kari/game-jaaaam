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25.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 id="2147483660" r:id="rId3"/>
  </p:sldMasterIdLst>
  <p:notesMasterIdLst>
    <p:notesMasterId r:id="rId4"/>
  </p:notesMasterIdLst>
  <p:sldIdLst>
    <p:sldId id="256" r:id="rId5"/>
    <p:sldId id="257" r:id="rId6"/>
    <p:sldId id="258" r:id="rId7"/>
    <p:sldId id="259" r:id="rId8"/>
    <p:sldId id="260" r:id="rId9"/>
    <p:sldId id="261" r:id="rId10"/>
  </p:sldIdLst>
  <p:sldSz cx="9144000" cy="5143500"/>
  <p:notesSz cx="6858000" cy="9144000"/>
  <p:embeddedFontLst>
    <p:embeddedFont>
      <p:font typeface="Montserrat"/>
      <p:regular r:id="rId11"/>
      <p:bold r:id="rId12"/>
      <p:italic r:id="rId13"/>
      <p:boldItalic r:id="rId14"/>
    </p:embeddedFont>
    <p:embeddedFont>
      <p:font typeface="Montserrat ExtraBold"/>
    </p:embeddedFont>
    <p:embeddedFont>
      <p:font typeface="Microsoft YaHei"/>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font" Target="fonts/Font_1_Montserrat_Regular.fntdata"/><Relationship Id="rId12" Type="http://schemas.openxmlformats.org/officeDocument/2006/relationships/font" Target="fonts/Font_2_Montserrat_Bold.fntdata"/><Relationship Id="rId13" Type="http://schemas.openxmlformats.org/officeDocument/2006/relationships/font" Target="fonts/Font_3_Montserrat_Italic.fntdata"/><Relationship Id="rId14" Type="http://schemas.openxmlformats.org/officeDocument/2006/relationships/font" Target="fonts/Font_4_Montserrat_BoldItalic.fntdata"/><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GB" sz="4400" b="0" u="none" strike="noStrike">
                <a:solidFill>
                  <a:srgbClr val="000000"/>
                </a:solidFill>
                <a:effectLst/>
                <a:uFillTx/>
                <a:latin typeface="Arial"/>
              </a:rPr>
              <a:t>Click to move the slide</a:t>
            </a:r>
            <a:endParaRPr lang="en-GB" sz="4400" b="0" u="none" strike="noStrike">
              <a:solidFill>
                <a:srgbClr val="000000"/>
              </a:solidFill>
              <a:effectLst/>
              <a:uFillTx/>
              <a:latin typeface="Arial"/>
            </a:endParaRPr>
          </a:p>
        </p:txBody>
      </p:sp>
      <p:sp>
        <p:nvSpPr>
          <p:cNvPr id="9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9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GB" sz="1400" b="0" u="none" strike="noStrike">
                <a:solidFill>
                  <a:srgbClr val="000000"/>
                </a:solidFill>
                <a:effectLst/>
                <a:uFillTx/>
                <a:latin typeface="Times New Roman"/>
              </a:rPr>
              <a:t>&lt;header&gt;</a:t>
            </a:r>
            <a:endParaRPr lang="en-GB" sz="1400" b="0" u="none" strike="noStrike">
              <a:solidFill>
                <a:srgbClr val="000000"/>
              </a:solidFill>
              <a:effectLst/>
              <a:uFillTx/>
              <a:latin typeface="Times New Roman"/>
            </a:endParaRPr>
          </a:p>
        </p:txBody>
      </p:sp>
      <p:sp>
        <p:nvSpPr>
          <p:cNvPr id="98" name="PlaceHolder 4"/>
          <p:cNvSpPr>
            <a:spLocks noGrp="1"/>
          </p:cNvSpPr>
          <p:nvPr>
            <p:ph type="dt" idx="47"/>
          </p:nvPr>
        </p:nvSpPr>
        <p:spPr>
          <a:xfrm>
            <a:off x="4278960" y="0"/>
            <a:ext cx="3280680" cy="534240"/>
          </a:xfrm>
          <a:prstGeom prst="rect">
            <a:avLst/>
          </a:prstGeom>
          <a:noFill/>
          <a:ln w="0">
            <a:noFill/>
          </a:ln>
        </p:spPr>
        <p:txBody>
          <a:bodyPr lIns="0" rIns="0" t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99" name="PlaceHolder 5"/>
          <p:cNvSpPr>
            <a:spLocks noGrp="1"/>
          </p:cNvSpPr>
          <p:nvPr>
            <p:ph type="ftr" idx="48"/>
          </p:nvPr>
        </p:nvSpPr>
        <p:spPr>
          <a:xfrm>
            <a:off x="0" y="10157400"/>
            <a:ext cx="3280680" cy="534240"/>
          </a:xfrm>
          <a:prstGeom prst="rect">
            <a:avLst/>
          </a:prstGeom>
          <a:noFill/>
          <a:ln w="0">
            <a:noFill/>
          </a:ln>
        </p:spPr>
        <p:txBody>
          <a:bodyPr lIns="0" rIns="0" t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00" name="PlaceHolder 6"/>
          <p:cNvSpPr>
            <a:spLocks noGrp="1"/>
          </p:cNvSpPr>
          <p:nvPr>
            <p:ph type="sldNum" idx="49"/>
          </p:nvPr>
        </p:nvSpPr>
        <p:spPr>
          <a:xfrm>
            <a:off x="4278960" y="10157400"/>
            <a:ext cx="3280680" cy="534240"/>
          </a:xfrm>
          <a:prstGeom prst="rect">
            <a:avLst/>
          </a:prstGeom>
          <a:noFill/>
          <a:ln w="0">
            <a:noFill/>
          </a:ln>
        </p:spPr>
        <p:txBody>
          <a:bodyPr lIns="0" rIns="0" t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EFEF57F-DBD1-4B48-81E7-24190AEF4F9C}" type="slidenum">
              <a:rPr lang="en-GB"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380880" y="685800"/>
            <a:ext cx="6095160" cy="3428280"/>
          </a:xfrm>
          <a:prstGeom prst="rect">
            <a:avLst/>
          </a:prstGeom>
          <a:ln w="0">
            <a:noFill/>
          </a:ln>
        </p:spPr>
      </p:sp>
      <p:sp>
        <p:nvSpPr>
          <p:cNvPr id="149" name="PlaceHolder 2"/>
          <p:cNvSpPr>
            <a:spLocks noGrp="1"/>
          </p:cNvSpPr>
          <p:nvPr>
            <p:ph type="body"/>
          </p:nvPr>
        </p:nvSpPr>
        <p:spPr>
          <a:xfrm>
            <a:off x="685800" y="4400640"/>
            <a:ext cx="5485680" cy="3600000"/>
          </a:xfrm>
          <a:prstGeom prst="rect">
            <a:avLst/>
          </a:prstGeom>
          <a:noFill/>
          <a:ln w="0">
            <a:noFill/>
          </a:ln>
        </p:spPr>
        <p:txBody>
          <a:bodyPr lIns="91440" rIns="91440" tIns="45720" bIns="45720" anchor="t">
            <a:noAutofit/>
          </a:bodyPr>
          <a:p>
            <a:pPr indent="0">
              <a:lnSpc>
                <a:spcPct val="100000"/>
              </a:lnSpc>
              <a:buNone/>
              <a:tabLst>
                <a:tab algn="l" pos="0"/>
              </a:tabLst>
            </a:pPr>
            <a:r>
              <a:rPr lang="de" sz="1100" b="0" u="none" strike="noStrike">
                <a:solidFill>
                  <a:srgbClr val="000000"/>
                </a:solidFill>
                <a:effectLst/>
                <a:uFillTx/>
                <a:latin typeface="Arial"/>
                <a:ea typeface="Arial"/>
              </a:rPr>
              <a:t>20 minutes </a:t>
            </a:r>
            <a:endParaRPr lang="en-GB" sz="1100" b="0" u="none" strike="noStrike">
              <a:solidFill>
                <a:srgbClr val="000000"/>
              </a:solidFill>
              <a:effectLst/>
              <a:uFillTx/>
              <a:latin typeface="Arial"/>
            </a:endParaRPr>
          </a:p>
          <a:p>
            <a:pPr indent="0">
              <a:lnSpc>
                <a:spcPct val="100000"/>
              </a:lnSpc>
              <a:buNone/>
              <a:tabLst>
                <a:tab algn="l" pos="0"/>
              </a:tabLst>
            </a:pPr>
            <a:endParaRPr lang="en-GB" sz="1100" b="0" u="none" strike="noStrike">
              <a:solidFill>
                <a:srgbClr val="000000"/>
              </a:solidFill>
              <a:effectLst/>
              <a:uFillTx/>
              <a:latin typeface="Arial"/>
            </a:endParaRPr>
          </a:p>
          <a:p>
            <a:pPr indent="0">
              <a:lnSpc>
                <a:spcPct val="100000"/>
              </a:lnSpc>
              <a:buNone/>
              <a:tabLst>
                <a:tab algn="l" pos="0"/>
              </a:tabLst>
            </a:pPr>
            <a:r>
              <a:rPr lang="de" sz="1100" b="0" u="none" strike="noStrike">
                <a:solidFill>
                  <a:srgbClr val="000000"/>
                </a:solidFill>
                <a:effectLst/>
                <a:uFillTx/>
                <a:latin typeface="Arial"/>
                <a:ea typeface="Arial"/>
              </a:rPr>
              <a:t>Remember, when you are done your first draft. YOU ARE NOT DONE.  COUNT YOUR WORDS, if you are over 20 or under 3 in any line of dialogue you must edit your own text to make it fit or expand on the world lore or to make the character speaking sound unique. </a:t>
            </a:r>
            <a:endParaRPr lang="en-GB" sz="11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380880" y="685800"/>
            <a:ext cx="6095160" cy="3428280"/>
          </a:xfrm>
          <a:prstGeom prst="rect">
            <a:avLst/>
          </a:prstGeom>
          <a:ln w="0">
            <a:noFill/>
          </a:ln>
        </p:spPr>
      </p:sp>
      <p:sp>
        <p:nvSpPr>
          <p:cNvPr id="151" name="PlaceHolder 2"/>
          <p:cNvSpPr>
            <a:spLocks noGrp="1"/>
          </p:cNvSpPr>
          <p:nvPr>
            <p:ph type="body"/>
          </p:nvPr>
        </p:nvSpPr>
        <p:spPr>
          <a:xfrm>
            <a:off x="685800" y="4400640"/>
            <a:ext cx="5485680" cy="3600000"/>
          </a:xfrm>
          <a:prstGeom prst="rect">
            <a:avLst/>
          </a:prstGeom>
          <a:noFill/>
          <a:ln w="0">
            <a:noFill/>
          </a:ln>
        </p:spPr>
        <p:txBody>
          <a:bodyPr lIns="91440" rIns="91440" tIns="45720" bIns="45720" anchor="t">
            <a:noAutofit/>
          </a:bodyPr>
          <a:p>
            <a:pPr indent="0">
              <a:lnSpc>
                <a:spcPct val="100000"/>
              </a:lnSpc>
              <a:buNone/>
              <a:tabLst>
                <a:tab algn="l" pos="0"/>
              </a:tabLst>
            </a:pPr>
            <a:r>
              <a:rPr lang="de" sz="1100" b="0" u="none" strike="noStrike">
                <a:solidFill>
                  <a:srgbClr val="000000"/>
                </a:solidFill>
                <a:effectLst/>
                <a:uFillTx/>
                <a:latin typeface="Arial"/>
                <a:ea typeface="Arial"/>
              </a:rPr>
              <a:t>20 minutes </a:t>
            </a:r>
            <a:endParaRPr lang="en-GB" sz="1100" b="0" u="none" strike="noStrike">
              <a:solidFill>
                <a:srgbClr val="000000"/>
              </a:solidFill>
              <a:effectLst/>
              <a:uFillTx/>
              <a:latin typeface="Arial"/>
            </a:endParaRPr>
          </a:p>
          <a:p>
            <a:pPr indent="0">
              <a:lnSpc>
                <a:spcPct val="100000"/>
              </a:lnSpc>
              <a:buNone/>
              <a:tabLst>
                <a:tab algn="l" pos="0"/>
              </a:tabLst>
            </a:pPr>
            <a:endParaRPr lang="en-GB" sz="1100" b="0" u="none" strike="noStrike">
              <a:solidFill>
                <a:srgbClr val="000000"/>
              </a:solidFill>
              <a:effectLst/>
              <a:uFillTx/>
              <a:latin typeface="Arial"/>
            </a:endParaRPr>
          </a:p>
          <a:p>
            <a:pPr indent="0">
              <a:lnSpc>
                <a:spcPct val="100000"/>
              </a:lnSpc>
              <a:buNone/>
              <a:tabLst>
                <a:tab algn="l" pos="0"/>
              </a:tabLst>
            </a:pPr>
            <a:r>
              <a:rPr lang="de" sz="1100" b="0" u="none" strike="noStrike">
                <a:solidFill>
                  <a:srgbClr val="000000"/>
                </a:solidFill>
                <a:effectLst/>
                <a:uFillTx/>
                <a:latin typeface="Arial"/>
                <a:ea typeface="Arial"/>
              </a:rPr>
              <a:t>Remember, when you are done your first draft. YOU ARE NOT DONE.  COUNT YOUR WORDS, if you are over 20 or under 3 in any line of dialogue you must edit your own text to make it fit or expand on the world lore or to make the character speaking sound unique. </a:t>
            </a:r>
            <a:endParaRPr lang="en-GB" sz="11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90320" y="450000"/>
            <a:ext cx="6366960" cy="4089960"/>
          </a:xfrm>
          <a:prstGeom prst="rect">
            <a:avLst/>
          </a:prstGeom>
          <a:noFill/>
          <a:ln w="0">
            <a:noFill/>
          </a:ln>
        </p:spPr>
        <p:txBody>
          <a:bodyPr lIns="91440" rIns="91440" tIns="91440" bIns="91440" anchor="ctr">
            <a:normAutofit/>
          </a:bodyPr>
          <a:p>
            <a:pPr indent="0">
              <a:lnSpc>
                <a:spcPct val="100000"/>
              </a:lnSpc>
              <a:buNone/>
              <a:tabLst>
                <a:tab algn="l" pos="0"/>
              </a:tabLst>
            </a:pPr>
            <a:r>
              <a:rPr lang="en-GB" sz="4800" b="0" u="none" strike="noStrike">
                <a:solidFill>
                  <a:srgbClr val="000000"/>
                </a:solidFill>
                <a:effectLst/>
                <a:uFillTx/>
                <a:latin typeface="Arial"/>
              </a:rPr>
              <a:t>Click to edit the title text format</a:t>
            </a:r>
            <a:endParaRPr lang="en-GB" sz="4800" b="0" u="none" strike="noStrike">
              <a:solidFill>
                <a:srgbClr val="000000"/>
              </a:solidFill>
              <a:effectLst/>
              <a:uFillTx/>
              <a:latin typeface="Arial"/>
            </a:endParaRPr>
          </a:p>
        </p:txBody>
      </p:sp>
      <p:sp>
        <p:nvSpPr>
          <p:cNvPr id="3" name="PlaceHolder 2"/>
          <p:cNvSpPr>
            <a:spLocks noGrp="1"/>
          </p:cNvSpPr>
          <p:nvPr>
            <p:ph type="sldNum" idx="1"/>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6627B81D-404E-4E74-9B7E-2E5AA643E033}"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 name="Google Shape;36;p31"/>
          <p:cNvSpPr/>
          <p:nvPr/>
        </p:nvSpPr>
        <p:spPr>
          <a:xfrm>
            <a:off x="4572000" y="0"/>
            <a:ext cx="4571280" cy="5142960"/>
          </a:xfrm>
          <a:prstGeom prst="rect">
            <a:avLst/>
          </a:prstGeom>
          <a:solidFill>
            <a:schemeClr val="lt2"/>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lang="en-GB" sz="1400" b="0" u="none" strike="noStrike">
              <a:solidFill>
                <a:srgbClr val="000000"/>
              </a:solidFill>
              <a:effectLst/>
              <a:uFillTx/>
              <a:latin typeface="Arial"/>
              <a:ea typeface="Arial"/>
            </a:endParaRPr>
          </a:p>
        </p:txBody>
      </p:sp>
      <p:sp>
        <p:nvSpPr>
          <p:cNvPr id="5" name="PlaceHolder 1"/>
          <p:cNvSpPr>
            <a:spLocks noGrp="1"/>
          </p:cNvSpPr>
          <p:nvPr>
            <p:ph type="title"/>
          </p:nvPr>
        </p:nvSpPr>
        <p:spPr>
          <a:xfrm>
            <a:off x="265680" y="1233000"/>
            <a:ext cx="4044600" cy="1481760"/>
          </a:xfrm>
          <a:prstGeom prst="rect">
            <a:avLst/>
          </a:prstGeom>
          <a:noFill/>
          <a:ln w="0">
            <a:noFill/>
          </a:ln>
        </p:spPr>
        <p:txBody>
          <a:bodyPr lIns="91440" rIns="91440" tIns="91440" bIns="91440" anchor="b">
            <a:normAutofit/>
          </a:bodyPr>
          <a:p>
            <a:pPr indent="0">
              <a:lnSpc>
                <a:spcPct val="100000"/>
              </a:lnSpc>
              <a:buNone/>
              <a:tabLst>
                <a:tab algn="l" pos="0"/>
              </a:tabLst>
            </a:pPr>
            <a:r>
              <a:rPr lang="en-GB" sz="4200" b="0" u="none" strike="noStrike">
                <a:solidFill>
                  <a:srgbClr val="000000"/>
                </a:solidFill>
                <a:effectLst/>
                <a:uFillTx/>
                <a:latin typeface="Arial"/>
              </a:rPr>
              <a:t>Click to edit the title text format</a:t>
            </a:r>
            <a:endParaRPr lang="en-GB" sz="4200" b="0" u="none" strike="noStrike">
              <a:solidFill>
                <a:srgbClr val="000000"/>
              </a:solidFill>
              <a:effectLst/>
              <a:uFillTx/>
              <a:latin typeface="Arial"/>
            </a:endParaRPr>
          </a:p>
        </p:txBody>
      </p:sp>
      <p:sp>
        <p:nvSpPr>
          <p:cNvPr id="6" name="PlaceHolder 2"/>
          <p:cNvSpPr>
            <a:spLocks noGrp="1"/>
          </p:cNvSpPr>
          <p:nvPr>
            <p:ph type="body"/>
          </p:nvPr>
        </p:nvSpPr>
        <p:spPr>
          <a:xfrm>
            <a:off x="4939560" y="723960"/>
            <a:ext cx="3836160" cy="3694320"/>
          </a:xfrm>
          <a:prstGeom prst="rect">
            <a:avLst/>
          </a:prstGeom>
          <a:noFill/>
          <a:ln w="0">
            <a:noFill/>
          </a:ln>
        </p:spPr>
        <p:txBody>
          <a:bodyPr lIns="91440" rIns="91440" tIns="91440" bIns="91440" anchor="ctr">
            <a:normAutofit fontScale="85000" lnSpcReduction="9999"/>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7" name="PlaceHolder 3"/>
          <p:cNvSpPr>
            <a:spLocks noGrp="1"/>
          </p:cNvSpPr>
          <p:nvPr>
            <p:ph type="sldNum" idx="2"/>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1CCEFE91-E811-4AA0-BC9D-235CEE6EAC1F}"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body"/>
          </p:nvPr>
        </p:nvSpPr>
        <p:spPr>
          <a:xfrm>
            <a:off x="311760" y="4230720"/>
            <a:ext cx="5997960" cy="604440"/>
          </a:xfrm>
          <a:prstGeom prst="rect">
            <a:avLst/>
          </a:prstGeom>
          <a:noFill/>
          <a:ln w="0">
            <a:noFill/>
          </a:ln>
        </p:spPr>
        <p:txBody>
          <a:bodyPr lIns="91440" rIns="91440" tIns="91440" bIns="91440" anchor="ctr">
            <a:normAutofit fontScale="25000" lnSpcReduction="19999"/>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9" name="PlaceHolder 2"/>
          <p:cNvSpPr>
            <a:spLocks noGrp="1"/>
          </p:cNvSpPr>
          <p:nvPr>
            <p:ph type="sldNum" idx="3"/>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B982DF08-ED92-47ED-865D-EB82FD286DB5}"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744480"/>
            <a:ext cx="8519760" cy="2052000"/>
          </a:xfrm>
          <a:prstGeom prst="rect">
            <a:avLst/>
          </a:prstGeom>
          <a:noFill/>
          <a:ln w="0">
            <a:noFill/>
          </a:ln>
        </p:spPr>
        <p:txBody>
          <a:bodyPr lIns="91440" rIns="91440" tIns="91440" bIns="91440" anchor="b">
            <a:normAutofit/>
          </a:bodyPr>
          <a:p>
            <a:pPr indent="0">
              <a:lnSpc>
                <a:spcPct val="100000"/>
              </a:lnSpc>
              <a:buNone/>
              <a:tabLst>
                <a:tab algn="l" pos="0"/>
              </a:tabLst>
            </a:pPr>
            <a:r>
              <a:rPr lang="en-GB" sz="5200" b="0" u="none" strike="noStrike">
                <a:solidFill>
                  <a:srgbClr val="000000"/>
                </a:solidFill>
                <a:effectLst/>
                <a:uFillTx/>
                <a:latin typeface="Arial"/>
              </a:rPr>
              <a:t>Click to edit the title text format</a:t>
            </a:r>
            <a:endParaRPr lang="en-GB" sz="5200" b="0" u="none" strike="noStrike">
              <a:solidFill>
                <a:srgbClr val="000000"/>
              </a:solidFill>
              <a:effectLst/>
              <a:uFillTx/>
              <a:latin typeface="Arial"/>
            </a:endParaRPr>
          </a:p>
        </p:txBody>
      </p:sp>
      <p:sp>
        <p:nvSpPr>
          <p:cNvPr id="11" name="PlaceHolder 2"/>
          <p:cNvSpPr>
            <a:spLocks noGrp="1"/>
          </p:cNvSpPr>
          <p:nvPr>
            <p:ph type="sldNum" idx="4"/>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26E1E185-B346-41CD-BBC7-FDF2DC19FD69}"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1106280"/>
            <a:ext cx="8519760" cy="1962720"/>
          </a:xfrm>
          <a:prstGeom prst="rect">
            <a:avLst/>
          </a:prstGeom>
          <a:noFill/>
          <a:ln w="0">
            <a:noFill/>
          </a:ln>
        </p:spPr>
        <p:txBody>
          <a:bodyPr lIns="91440" rIns="91440" tIns="91440" bIns="91440" anchor="b">
            <a:normAutofit lnSpcReduction="9999"/>
          </a:bodyPr>
          <a:p>
            <a:pPr indent="0" algn="ctr">
              <a:lnSpc>
                <a:spcPct val="100000"/>
              </a:lnSpc>
              <a:buNone/>
              <a:tabLst>
                <a:tab algn="l" pos="0"/>
              </a:tabLst>
            </a:pPr>
            <a:r>
              <a:rPr lang="en-GB" sz="12000" b="0" u="none" strike="noStrike">
                <a:solidFill>
                  <a:schemeClr val="dk1"/>
                </a:solidFill>
                <a:effectLst/>
                <a:uFillTx/>
                <a:latin typeface="Arial"/>
                <a:ea typeface="Arial"/>
              </a:rPr>
              <a:t>xx%</a:t>
            </a:r>
            <a:endParaRPr lang="en-GB" sz="12000" b="0" u="none" strike="noStrike">
              <a:solidFill>
                <a:srgbClr val="000000"/>
              </a:solidFill>
              <a:effectLst/>
              <a:uFillTx/>
              <a:latin typeface="Arial"/>
            </a:endParaRPr>
          </a:p>
        </p:txBody>
      </p:sp>
      <p:sp>
        <p:nvSpPr>
          <p:cNvPr id="13" name="PlaceHolder 2"/>
          <p:cNvSpPr>
            <a:spLocks noGrp="1"/>
          </p:cNvSpPr>
          <p:nvPr>
            <p:ph type="body"/>
          </p:nvPr>
        </p:nvSpPr>
        <p:spPr>
          <a:xfrm>
            <a:off x="311760" y="3152160"/>
            <a:ext cx="8519760" cy="1299960"/>
          </a:xfrm>
          <a:prstGeom prst="rect">
            <a:avLst/>
          </a:prstGeom>
          <a:noFill/>
          <a:ln w="0">
            <a:noFill/>
          </a:ln>
        </p:spPr>
        <p:txBody>
          <a:bodyPr lIns="91440" rIns="91440" tIns="91440" bIns="91440" anchor="t">
            <a:normAutofit fontScale="47500" lnSpcReduction="19999"/>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14" name="PlaceHolder 3"/>
          <p:cNvSpPr>
            <a:spLocks noGrp="1"/>
          </p:cNvSpPr>
          <p:nvPr>
            <p:ph type="sldNum" idx="5"/>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31AC960A-476E-474A-814C-B6CCF17922F0}"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sldNum" idx="6"/>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35955628-F660-436A-909A-CA3F7094EA26}"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2151000"/>
            <a:ext cx="8519760" cy="840960"/>
          </a:xfrm>
          <a:prstGeom prst="rect">
            <a:avLst/>
          </a:prstGeom>
          <a:noFill/>
          <a:ln w="0">
            <a:noFill/>
          </a:ln>
        </p:spPr>
        <p:txBody>
          <a:bodyPr lIns="91440" rIns="91440" tIns="91440" bIns="91440" anchor="ctr">
            <a:normAutofit/>
          </a:bodyPr>
          <a:p>
            <a:pPr indent="0">
              <a:lnSpc>
                <a:spcPct val="100000"/>
              </a:lnSpc>
              <a:buNone/>
              <a:tabLst>
                <a:tab algn="l" pos="0"/>
              </a:tabLst>
            </a:pPr>
            <a:r>
              <a:rPr lang="en-GB" sz="3600" b="0" u="none" strike="noStrike">
                <a:solidFill>
                  <a:srgbClr val="000000"/>
                </a:solidFill>
                <a:effectLst/>
                <a:uFillTx/>
                <a:latin typeface="Arial"/>
              </a:rPr>
              <a:t>Click to edit the title text format</a:t>
            </a:r>
            <a:endParaRPr lang="en-GB" sz="3600" b="0" u="none" strike="noStrike">
              <a:solidFill>
                <a:srgbClr val="000000"/>
              </a:solidFill>
              <a:effectLst/>
              <a:uFillTx/>
              <a:latin typeface="Arial"/>
            </a:endParaRPr>
          </a:p>
        </p:txBody>
      </p:sp>
      <p:sp>
        <p:nvSpPr>
          <p:cNvPr id="17" name="PlaceHolder 2"/>
          <p:cNvSpPr>
            <a:spLocks noGrp="1"/>
          </p:cNvSpPr>
          <p:nvPr>
            <p:ph type="sldNum" idx="7"/>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41C3EF79-A0EF-4C41-84A8-585C4A52508B}"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44960"/>
            <a:ext cx="8519760" cy="57204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19" name="PlaceHolder 2"/>
          <p:cNvSpPr>
            <a:spLocks noGrp="1"/>
          </p:cNvSpPr>
          <p:nvPr>
            <p:ph type="body"/>
          </p:nvPr>
        </p:nvSpPr>
        <p:spPr>
          <a:xfrm>
            <a:off x="311760" y="1152360"/>
            <a:ext cx="8519760" cy="3415680"/>
          </a:xfrm>
          <a:prstGeom prst="rect">
            <a:avLst/>
          </a:prstGeom>
          <a:noFill/>
          <a:ln w="0">
            <a:noFill/>
          </a:ln>
        </p:spPr>
        <p:txBody>
          <a:bodyPr lIns="91440" rIns="91440" tIns="91440" bIns="91440" anchor="t">
            <a:normAutofit/>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20" name="PlaceHolder 3"/>
          <p:cNvSpPr>
            <a:spLocks noGrp="1"/>
          </p:cNvSpPr>
          <p:nvPr>
            <p:ph type="sldNum" idx="8"/>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925D04A2-366F-4F31-8D0D-2CA871A7EA5F}"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444960"/>
            <a:ext cx="8519760" cy="57204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22" name="PlaceHolder 2"/>
          <p:cNvSpPr>
            <a:spLocks noGrp="1"/>
          </p:cNvSpPr>
          <p:nvPr>
            <p:ph type="body"/>
          </p:nvPr>
        </p:nvSpPr>
        <p:spPr>
          <a:xfrm>
            <a:off x="311760" y="1152360"/>
            <a:ext cx="3999240" cy="3415680"/>
          </a:xfrm>
          <a:prstGeom prst="rect">
            <a:avLst/>
          </a:prstGeom>
          <a:noFill/>
          <a:ln w="0">
            <a:noFill/>
          </a:ln>
        </p:spPr>
        <p:txBody>
          <a:bodyPr lIns="91440" rIns="91440" tIns="91440" bIns="91440" anchor="t">
            <a:normAutofit/>
          </a:bodyPr>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endParaRPr lang="en-GB" sz="14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endParaRPr lang="en-GB" sz="14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endParaRPr lang="en-GB" sz="1400" b="0" u="none" strike="noStrike">
              <a:solidFill>
                <a:srgbClr val="000000"/>
              </a:solidFill>
              <a:effectLst/>
              <a:uFillTx/>
              <a:latin typeface="Arial"/>
            </a:endParaRPr>
          </a:p>
        </p:txBody>
      </p:sp>
      <p:sp>
        <p:nvSpPr>
          <p:cNvPr id="23" name="PlaceHolder 3"/>
          <p:cNvSpPr>
            <a:spLocks noGrp="1"/>
          </p:cNvSpPr>
          <p:nvPr>
            <p:ph type="body"/>
          </p:nvPr>
        </p:nvSpPr>
        <p:spPr>
          <a:xfrm>
            <a:off x="4832280" y="1152360"/>
            <a:ext cx="3999240" cy="3415680"/>
          </a:xfrm>
          <a:prstGeom prst="rect">
            <a:avLst/>
          </a:prstGeom>
          <a:noFill/>
          <a:ln w="0">
            <a:noFill/>
          </a:ln>
        </p:spPr>
        <p:txBody>
          <a:bodyPr lIns="91440" rIns="91440" tIns="91440" bIns="91440" anchor="t">
            <a:normAutofit/>
          </a:bodyPr>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endParaRPr lang="en-GB" sz="14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endParaRPr lang="en-GB" sz="14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endParaRPr lang="en-GB" sz="1400" b="0" u="none" strike="noStrike">
              <a:solidFill>
                <a:srgbClr val="000000"/>
              </a:solidFill>
              <a:effectLst/>
              <a:uFillTx/>
              <a:latin typeface="Arial"/>
            </a:endParaRPr>
          </a:p>
        </p:txBody>
      </p:sp>
      <p:sp>
        <p:nvSpPr>
          <p:cNvPr id="24" name="PlaceHolder 4"/>
          <p:cNvSpPr>
            <a:spLocks noGrp="1"/>
          </p:cNvSpPr>
          <p:nvPr>
            <p:ph type="sldNum" idx="9"/>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9F0B18B0-C7C1-47E1-BB19-6FDC9FD1EDE1}"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311760" y="444960"/>
            <a:ext cx="8519760" cy="57204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26" name="PlaceHolder 2"/>
          <p:cNvSpPr>
            <a:spLocks noGrp="1"/>
          </p:cNvSpPr>
          <p:nvPr>
            <p:ph type="sldNum" idx="10"/>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77D8EEB9-FD0F-4907-A708-D67EC331075C}"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555480"/>
            <a:ext cx="2807280" cy="754920"/>
          </a:xfrm>
          <a:prstGeom prst="rect">
            <a:avLst/>
          </a:prstGeom>
          <a:noFill/>
          <a:ln w="0">
            <a:noFill/>
          </a:ln>
        </p:spPr>
        <p:txBody>
          <a:bodyPr lIns="91440" rIns="91440" tIns="91440" bIns="91440" anchor="b">
            <a:normAutofit fontScale="85000" lnSpcReduction="9999"/>
          </a:bodyPr>
          <a:p>
            <a:pPr indent="0">
              <a:lnSpc>
                <a:spcPct val="100000"/>
              </a:lnSpc>
              <a:buNone/>
              <a:tabLst>
                <a:tab algn="l" pos="0"/>
              </a:tabLst>
            </a:pPr>
            <a:r>
              <a:rPr lang="en-GB" sz="2400" b="0" u="none" strike="noStrike">
                <a:solidFill>
                  <a:srgbClr val="000000"/>
                </a:solidFill>
                <a:effectLst/>
                <a:uFillTx/>
                <a:latin typeface="Arial"/>
              </a:rPr>
              <a:t>Click to edit the title text format</a:t>
            </a:r>
            <a:endParaRPr lang="en-GB" sz="2400" b="0" u="none" strike="noStrike">
              <a:solidFill>
                <a:srgbClr val="000000"/>
              </a:solidFill>
              <a:effectLst/>
              <a:uFillTx/>
              <a:latin typeface="Arial"/>
            </a:endParaRPr>
          </a:p>
        </p:txBody>
      </p:sp>
      <p:sp>
        <p:nvSpPr>
          <p:cNvPr id="28" name="PlaceHolder 2"/>
          <p:cNvSpPr>
            <a:spLocks noGrp="1"/>
          </p:cNvSpPr>
          <p:nvPr>
            <p:ph type="body"/>
          </p:nvPr>
        </p:nvSpPr>
        <p:spPr>
          <a:xfrm>
            <a:off x="311760" y="1389600"/>
            <a:ext cx="2807280" cy="3178800"/>
          </a:xfrm>
          <a:prstGeom prst="rect">
            <a:avLst/>
          </a:prstGeom>
          <a:noFill/>
          <a:ln w="0">
            <a:noFill/>
          </a:ln>
        </p:spPr>
        <p:txBody>
          <a:bodyPr lIns="91440" rIns="91440" tIns="91440" bIns="91440" anchor="t">
            <a:normAutofit fontScale="32500" lnSpcReduction="19999"/>
          </a:bodyPr>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endParaRPr lang="en-GB" sz="1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endParaRPr lang="en-GB" sz="1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endParaRPr lang="en-GB" sz="1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endParaRPr lang="en-GB" sz="1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endParaRPr lang="en-GB" sz="1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endParaRPr lang="en-GB" sz="1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endParaRPr lang="en-GB" sz="1200" b="0" u="none" strike="noStrike">
              <a:solidFill>
                <a:srgbClr val="000000"/>
              </a:solidFill>
              <a:effectLst/>
              <a:uFillTx/>
              <a:latin typeface="Arial"/>
            </a:endParaRPr>
          </a:p>
        </p:txBody>
      </p:sp>
      <p:sp>
        <p:nvSpPr>
          <p:cNvPr id="29" name="PlaceHolder 3"/>
          <p:cNvSpPr>
            <a:spLocks noGrp="1"/>
          </p:cNvSpPr>
          <p:nvPr>
            <p:ph type="sldNum" idx="11"/>
          </p:nvPr>
        </p:nvSpPr>
        <p:spPr>
          <a:xfrm>
            <a:off x="8472600" y="4663080"/>
            <a:ext cx="547920" cy="392760"/>
          </a:xfrm>
          <a:prstGeom prst="rect">
            <a:avLst/>
          </a:prstGeom>
          <a:noFill/>
          <a:ln w="0">
            <a:noFill/>
          </a:ln>
        </p:spPr>
        <p:txBody>
          <a:bodyPr lIns="91440" rIns="91440" tIns="91440" bIns="91440" anchor="ctr">
            <a:normAutofit/>
          </a:bodyPr>
          <a:lstStyle>
            <a:lvl1pPr indent="0" algn="r">
              <a:lnSpc>
                <a:spcPct val="100000"/>
              </a:lnSpc>
              <a:buNone/>
              <a:tabLst>
                <a:tab algn="l" pos="0"/>
              </a:tabLst>
              <a:defRPr lang="de" sz="1000" b="0" u="none" strike="noStrike">
                <a:solidFill>
                  <a:schemeClr val="dk2"/>
                </a:solidFill>
                <a:effectLst/>
                <a:uFillTx/>
                <a:latin typeface="Arial"/>
                <a:ea typeface="Arial"/>
              </a:defRPr>
            </a:lvl1pPr>
          </a:lstStyle>
          <a:p>
            <a:pPr indent="0" algn="r">
              <a:lnSpc>
                <a:spcPct val="100000"/>
              </a:lnSpc>
              <a:buNone/>
              <a:tabLst>
                <a:tab algn="l" pos="0"/>
              </a:tabLst>
            </a:pPr>
            <a:fld id="{DF5C3F96-D9EE-4D91-AD63-14EA61D85D85}" type="slidenum">
              <a:rPr lang="de"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311760" y="444960"/>
            <a:ext cx="8519760" cy="572040"/>
          </a:xfrm>
          <a:prstGeom prst="rect">
            <a:avLst/>
          </a:prstGeom>
          <a:noFill/>
          <a:ln w="0">
            <a:noFill/>
          </a:ln>
        </p:spPr>
        <p:txBody>
          <a:bodyPr lIns="68400" rIns="68400" tIns="68400" bIns="68400" anchor="t">
            <a:normAutofit fontScale="92500" lnSpcReduction="9999"/>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31" name="PlaceHolder 2"/>
          <p:cNvSpPr>
            <a:spLocks noGrp="1"/>
          </p:cNvSpPr>
          <p:nvPr>
            <p:ph type="body"/>
          </p:nvPr>
        </p:nvSpPr>
        <p:spPr>
          <a:xfrm>
            <a:off x="311760" y="1152360"/>
            <a:ext cx="8519760" cy="3415680"/>
          </a:xfrm>
          <a:prstGeom prst="rect">
            <a:avLst/>
          </a:prstGeom>
          <a:noFill/>
          <a:ln w="0">
            <a:noFill/>
          </a:ln>
        </p:spPr>
        <p:txBody>
          <a:bodyPr lIns="68400" rIns="68400" tIns="68400" bIns="68400" anchor="t">
            <a:normAutofit/>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32" name="PlaceHolder 3"/>
          <p:cNvSpPr>
            <a:spLocks noGrp="1"/>
          </p:cNvSpPr>
          <p:nvPr>
            <p:ph type="sldNum" idx="12"/>
          </p:nvPr>
        </p:nvSpPr>
        <p:spPr>
          <a:xfrm>
            <a:off x="8472600" y="4663080"/>
            <a:ext cx="547920" cy="392760"/>
          </a:xfrm>
          <a:prstGeom prst="rect">
            <a:avLst/>
          </a:prstGeom>
          <a:noFill/>
          <a:ln w="0">
            <a:noFill/>
          </a:ln>
        </p:spPr>
        <p:txBody>
          <a:bodyPr lIns="68400" rIns="68400" tIns="68400" bIns="68400" anchor="ctr">
            <a:norm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C4273DC7-7CD3-474D-893B-9EC8B24AB37B}"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23880" y="1282320"/>
            <a:ext cx="7886160" cy="2138760"/>
          </a:xfrm>
          <a:prstGeom prst="rect">
            <a:avLst/>
          </a:prstGeom>
          <a:noFill/>
          <a:ln w="0">
            <a:noFill/>
          </a:ln>
        </p:spPr>
        <p:txBody>
          <a:bodyPr lIns="68400" rIns="68400" tIns="34200" bIns="34200" anchor="b">
            <a:normAutofit/>
          </a:bodyPr>
          <a:p>
            <a:pPr indent="0">
              <a:lnSpc>
                <a:spcPct val="100000"/>
              </a:lnSpc>
              <a:buNone/>
              <a:tabLst>
                <a:tab algn="l" pos="0"/>
              </a:tabLst>
            </a:pPr>
            <a:r>
              <a:rPr lang="en-GB" sz="4500" b="0" u="none" strike="noStrike">
                <a:solidFill>
                  <a:srgbClr val="000000"/>
                </a:solidFill>
                <a:effectLst/>
                <a:uFillTx/>
                <a:latin typeface="Arial"/>
              </a:rPr>
              <a:t>Click to edit the title text format</a:t>
            </a:r>
            <a:endParaRPr lang="en-GB" sz="4500" b="0" u="none" strike="noStrike">
              <a:solidFill>
                <a:srgbClr val="000000"/>
              </a:solidFill>
              <a:effectLst/>
              <a:uFillTx/>
              <a:latin typeface="Arial"/>
            </a:endParaRPr>
          </a:p>
        </p:txBody>
      </p:sp>
      <p:sp>
        <p:nvSpPr>
          <p:cNvPr id="34" name="PlaceHolder 2"/>
          <p:cNvSpPr>
            <a:spLocks noGrp="1"/>
          </p:cNvSpPr>
          <p:nvPr>
            <p:ph type="body"/>
          </p:nvPr>
        </p:nvSpPr>
        <p:spPr>
          <a:xfrm>
            <a:off x="623880" y="3441960"/>
            <a:ext cx="7886160" cy="1124640"/>
          </a:xfrm>
          <a:prstGeom prst="rect">
            <a:avLst/>
          </a:prstGeom>
          <a:noFill/>
          <a:ln w="0">
            <a:noFill/>
          </a:ln>
        </p:spPr>
        <p:txBody>
          <a:bodyPr lIns="68400" rIns="68400" tIns="34200" bIns="34200" anchor="t">
            <a:normAutofit fontScale="40000" lnSpcReduction="19999"/>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35" name="PlaceHolder 3"/>
          <p:cNvSpPr>
            <a:spLocks noGrp="1"/>
          </p:cNvSpPr>
          <p:nvPr>
            <p:ph type="dt" idx="13"/>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36" name="PlaceHolder 4"/>
          <p:cNvSpPr>
            <a:spLocks noGrp="1"/>
          </p:cNvSpPr>
          <p:nvPr>
            <p:ph type="ftr" idx="14"/>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7" name="PlaceHolder 5"/>
          <p:cNvSpPr>
            <a:spLocks noGrp="1"/>
          </p:cNvSpPr>
          <p:nvPr>
            <p:ph type="sldNum" idx="15"/>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BBD13178-DD0E-42F8-84DB-55A1D2BFE0E6}"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28560" y="273960"/>
            <a:ext cx="7886160" cy="993600"/>
          </a:xfrm>
          <a:prstGeom prst="rect">
            <a:avLst/>
          </a:prstGeom>
          <a:noFill/>
          <a:ln w="0">
            <a:noFill/>
          </a:ln>
        </p:spPr>
        <p:txBody>
          <a:bodyPr lIns="68400" rIns="68400" tIns="34200" bIns="34200" anchor="ctr">
            <a:normAutofit/>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39" name="PlaceHolder 2"/>
          <p:cNvSpPr>
            <a:spLocks noGrp="1"/>
          </p:cNvSpPr>
          <p:nvPr>
            <p:ph type="body"/>
          </p:nvPr>
        </p:nvSpPr>
        <p:spPr>
          <a:xfrm>
            <a:off x="628560" y="1369080"/>
            <a:ext cx="3885480" cy="3262680"/>
          </a:xfrm>
          <a:prstGeom prst="rect">
            <a:avLst/>
          </a:prstGeom>
          <a:noFill/>
          <a:ln w="0">
            <a:noFill/>
          </a:ln>
        </p:spPr>
        <p:txBody>
          <a:bodyPr lIns="68400" rIns="68400" tIns="34200" bIns="34200" anchor="t">
            <a:normAutofit fontScale="77500" lnSpcReduction="19999"/>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40" name="PlaceHolder 3"/>
          <p:cNvSpPr>
            <a:spLocks noGrp="1"/>
          </p:cNvSpPr>
          <p:nvPr>
            <p:ph type="body"/>
          </p:nvPr>
        </p:nvSpPr>
        <p:spPr>
          <a:xfrm>
            <a:off x="4629240" y="1369080"/>
            <a:ext cx="3885480" cy="3262680"/>
          </a:xfrm>
          <a:prstGeom prst="rect">
            <a:avLst/>
          </a:prstGeom>
          <a:noFill/>
          <a:ln w="0">
            <a:noFill/>
          </a:ln>
        </p:spPr>
        <p:txBody>
          <a:bodyPr lIns="68400" rIns="68400" tIns="34200" bIns="34200" anchor="t">
            <a:normAutofit fontScale="77500" lnSpcReduction="19999"/>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41" name="PlaceHolder 4"/>
          <p:cNvSpPr>
            <a:spLocks noGrp="1"/>
          </p:cNvSpPr>
          <p:nvPr>
            <p:ph type="dt" idx="16"/>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42" name="PlaceHolder 5"/>
          <p:cNvSpPr>
            <a:spLocks noGrp="1"/>
          </p:cNvSpPr>
          <p:nvPr>
            <p:ph type="ftr" idx="17"/>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3" name="PlaceHolder 6"/>
          <p:cNvSpPr>
            <a:spLocks noGrp="1"/>
          </p:cNvSpPr>
          <p:nvPr>
            <p:ph type="sldNum" idx="18"/>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E24C9AF7-1EDA-40DF-B76E-8ECF2B472BEB}"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630000" y="273960"/>
            <a:ext cx="7886160" cy="993600"/>
          </a:xfrm>
          <a:prstGeom prst="rect">
            <a:avLst/>
          </a:prstGeom>
          <a:noFill/>
          <a:ln w="0">
            <a:noFill/>
          </a:ln>
        </p:spPr>
        <p:txBody>
          <a:bodyPr lIns="68400" rIns="68400" tIns="34200" bIns="34200" anchor="ctr">
            <a:normAutofit/>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45" name="PlaceHolder 2"/>
          <p:cNvSpPr>
            <a:spLocks noGrp="1"/>
          </p:cNvSpPr>
          <p:nvPr>
            <p:ph type="body"/>
          </p:nvPr>
        </p:nvSpPr>
        <p:spPr>
          <a:xfrm>
            <a:off x="630000" y="1260720"/>
            <a:ext cx="3867840" cy="617400"/>
          </a:xfrm>
          <a:prstGeom prst="rect">
            <a:avLst/>
          </a:prstGeom>
          <a:noFill/>
          <a:ln w="0">
            <a:noFill/>
          </a:ln>
        </p:spPr>
        <p:txBody>
          <a:bodyPr lIns="68400" rIns="68400" tIns="34200" bIns="34200" anchor="b">
            <a:normAutofit fontScale="25000" lnSpcReduction="19999"/>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46" name="PlaceHolder 3"/>
          <p:cNvSpPr>
            <a:spLocks noGrp="1"/>
          </p:cNvSpPr>
          <p:nvPr>
            <p:ph type="body"/>
          </p:nvPr>
        </p:nvSpPr>
        <p:spPr>
          <a:xfrm>
            <a:off x="630000" y="1878840"/>
            <a:ext cx="3867840" cy="2763000"/>
          </a:xfrm>
          <a:prstGeom prst="rect">
            <a:avLst/>
          </a:prstGeom>
          <a:noFill/>
          <a:ln w="0">
            <a:noFill/>
          </a:ln>
        </p:spPr>
        <p:txBody>
          <a:bodyPr lIns="68400" rIns="68400" tIns="34200" bIns="34200" anchor="t">
            <a:normAutofit fontScale="70000" lnSpcReduction="19999"/>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47" name="PlaceHolder 4"/>
          <p:cNvSpPr>
            <a:spLocks noGrp="1"/>
          </p:cNvSpPr>
          <p:nvPr>
            <p:ph type="body"/>
          </p:nvPr>
        </p:nvSpPr>
        <p:spPr>
          <a:xfrm>
            <a:off x="4629240" y="1260720"/>
            <a:ext cx="3886560" cy="617400"/>
          </a:xfrm>
          <a:prstGeom prst="rect">
            <a:avLst/>
          </a:prstGeom>
          <a:noFill/>
          <a:ln w="0">
            <a:noFill/>
          </a:ln>
        </p:spPr>
        <p:txBody>
          <a:bodyPr lIns="68400" rIns="68400" tIns="34200" bIns="34200" anchor="b">
            <a:normAutofit fontScale="25000" lnSpcReduction="19999"/>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48" name="PlaceHolder 5"/>
          <p:cNvSpPr>
            <a:spLocks noGrp="1"/>
          </p:cNvSpPr>
          <p:nvPr>
            <p:ph type="body"/>
          </p:nvPr>
        </p:nvSpPr>
        <p:spPr>
          <a:xfrm>
            <a:off x="4629240" y="1878840"/>
            <a:ext cx="3886560" cy="2763000"/>
          </a:xfrm>
          <a:prstGeom prst="rect">
            <a:avLst/>
          </a:prstGeom>
          <a:noFill/>
          <a:ln w="0">
            <a:noFill/>
          </a:ln>
        </p:spPr>
        <p:txBody>
          <a:bodyPr lIns="68400" rIns="68400" tIns="34200" bIns="34200" anchor="t">
            <a:normAutofit fontScale="77500" lnSpcReduction="19999"/>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49" name="PlaceHolder 6"/>
          <p:cNvSpPr>
            <a:spLocks noGrp="1"/>
          </p:cNvSpPr>
          <p:nvPr>
            <p:ph type="dt" idx="19"/>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50" name="PlaceHolder 7"/>
          <p:cNvSpPr>
            <a:spLocks noGrp="1"/>
          </p:cNvSpPr>
          <p:nvPr>
            <p:ph type="ftr" idx="20"/>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1" name="PlaceHolder 8"/>
          <p:cNvSpPr>
            <a:spLocks noGrp="1"/>
          </p:cNvSpPr>
          <p:nvPr>
            <p:ph type="sldNum" idx="21"/>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47B699BB-7B17-4B32-829F-7D6890B8EA6A}"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628560" y="273960"/>
            <a:ext cx="7886160" cy="993600"/>
          </a:xfrm>
          <a:prstGeom prst="rect">
            <a:avLst/>
          </a:prstGeom>
          <a:noFill/>
          <a:ln w="0">
            <a:noFill/>
          </a:ln>
        </p:spPr>
        <p:txBody>
          <a:bodyPr lIns="68400" rIns="68400" tIns="34200" bIns="34200" anchor="ctr">
            <a:normAutofit/>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53" name="PlaceHolder 2"/>
          <p:cNvSpPr>
            <a:spLocks noGrp="1"/>
          </p:cNvSpPr>
          <p:nvPr>
            <p:ph type="dt" idx="22"/>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54" name="PlaceHolder 3"/>
          <p:cNvSpPr>
            <a:spLocks noGrp="1"/>
          </p:cNvSpPr>
          <p:nvPr>
            <p:ph type="ftr" idx="23"/>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5" name="PlaceHolder 4"/>
          <p:cNvSpPr>
            <a:spLocks noGrp="1"/>
          </p:cNvSpPr>
          <p:nvPr>
            <p:ph type="sldNum" idx="24"/>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F2144875-D4B5-4061-A8A8-FE0BFA3E4DAF}"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chemeClr val="l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1143000" y="841680"/>
            <a:ext cx="6857280" cy="1789920"/>
          </a:xfrm>
          <a:prstGeom prst="rect">
            <a:avLst/>
          </a:prstGeom>
          <a:noFill/>
          <a:ln w="0">
            <a:noFill/>
          </a:ln>
        </p:spPr>
        <p:txBody>
          <a:bodyPr lIns="68400" rIns="68400" tIns="34200" bIns="34200" anchor="b">
            <a:normAutofit/>
          </a:bodyPr>
          <a:p>
            <a:pPr indent="0">
              <a:lnSpc>
                <a:spcPct val="100000"/>
              </a:lnSpc>
              <a:buNone/>
              <a:tabLst>
                <a:tab algn="l" pos="0"/>
              </a:tabLst>
            </a:pPr>
            <a:r>
              <a:rPr lang="en-GB" sz="4500" b="0" u="none" strike="noStrike">
                <a:solidFill>
                  <a:srgbClr val="000000"/>
                </a:solidFill>
                <a:effectLst/>
                <a:uFillTx/>
                <a:latin typeface="Arial"/>
              </a:rPr>
              <a:t>Click to edit the title text format</a:t>
            </a:r>
            <a:endParaRPr lang="en-GB" sz="4500" b="0" u="none" strike="noStrike">
              <a:solidFill>
                <a:srgbClr val="000000"/>
              </a:solidFill>
              <a:effectLst/>
              <a:uFillTx/>
              <a:latin typeface="Arial"/>
            </a:endParaRPr>
          </a:p>
        </p:txBody>
      </p:sp>
      <p:sp>
        <p:nvSpPr>
          <p:cNvPr id="57" name="PlaceHolder 2"/>
          <p:cNvSpPr>
            <a:spLocks noGrp="1"/>
          </p:cNvSpPr>
          <p:nvPr>
            <p:ph type="dt" idx="25"/>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58" name="PlaceHolder 3"/>
          <p:cNvSpPr>
            <a:spLocks noGrp="1"/>
          </p:cNvSpPr>
          <p:nvPr>
            <p:ph type="ftr" idx="26"/>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9" name="PlaceHolder 4"/>
          <p:cNvSpPr>
            <a:spLocks noGrp="1"/>
          </p:cNvSpPr>
          <p:nvPr>
            <p:ph type="sldNum" idx="27"/>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F87A7F1E-C7F1-4327-AA34-191A2872B803}"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
        <p:nvSpPr>
          <p:cNvPr id="60" name="PlaceHolder 5"/>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630000" y="343080"/>
            <a:ext cx="2948400" cy="1199520"/>
          </a:xfrm>
          <a:prstGeom prst="rect">
            <a:avLst/>
          </a:prstGeom>
          <a:noFill/>
          <a:ln w="0">
            <a:noFill/>
          </a:ln>
        </p:spPr>
        <p:txBody>
          <a:bodyPr lIns="68400" rIns="68400" tIns="34200" bIns="34200" anchor="b">
            <a:normAutofit/>
          </a:bodyPr>
          <a:p>
            <a:pPr indent="0">
              <a:lnSpc>
                <a:spcPct val="100000"/>
              </a:lnSpc>
              <a:buNone/>
              <a:tabLst>
                <a:tab algn="l" pos="0"/>
              </a:tabLst>
            </a:pPr>
            <a:r>
              <a:rPr lang="en-GB" sz="2400" b="0" u="none" strike="noStrike">
                <a:solidFill>
                  <a:srgbClr val="000000"/>
                </a:solidFill>
                <a:effectLst/>
                <a:uFillTx/>
                <a:latin typeface="Arial"/>
              </a:rPr>
              <a:t>Click to edit the title text format</a:t>
            </a:r>
            <a:endParaRPr lang="en-GB" sz="2400" b="0" u="none" strike="noStrike">
              <a:solidFill>
                <a:srgbClr val="000000"/>
              </a:solidFill>
              <a:effectLst/>
              <a:uFillTx/>
              <a:latin typeface="Arial"/>
            </a:endParaRPr>
          </a:p>
        </p:txBody>
      </p:sp>
      <p:sp>
        <p:nvSpPr>
          <p:cNvPr id="62" name="PlaceHolder 2"/>
          <p:cNvSpPr>
            <a:spLocks noGrp="1"/>
          </p:cNvSpPr>
          <p:nvPr>
            <p:ph type="body"/>
          </p:nvPr>
        </p:nvSpPr>
        <p:spPr>
          <a:xfrm>
            <a:off x="3887280" y="740520"/>
            <a:ext cx="4628520" cy="3654360"/>
          </a:xfrm>
          <a:prstGeom prst="rect">
            <a:avLst/>
          </a:prstGeom>
          <a:noFill/>
          <a:ln w="0">
            <a:noFill/>
          </a:ln>
        </p:spPr>
        <p:txBody>
          <a:bodyPr lIns="68400" rIns="68400" tIns="34200" bIns="34200" anchor="t">
            <a:normAutofit fontScale="85000" lnSpcReduction="9999"/>
          </a:bodyPr>
          <a:p>
            <a:pPr marL="432000" indent="-324000">
              <a:lnSpc>
                <a:spcPct val="100000"/>
              </a:lnSpc>
              <a:spcBef>
                <a:spcPts val="1417"/>
              </a:spcBef>
              <a:buClr>
                <a:srgbClr val="000000"/>
              </a:buClr>
              <a:buSzPct val="45000"/>
              <a:buFont typeface="Wingdings" charset="2"/>
              <a:buChar char=""/>
            </a:pPr>
            <a:r>
              <a:rPr lang="en-GB" sz="2400" b="0" u="none" strike="noStrike">
                <a:solidFill>
                  <a:srgbClr val="000000"/>
                </a:solidFill>
                <a:effectLst/>
                <a:uFillTx/>
                <a:latin typeface="Arial"/>
              </a:rPr>
              <a:t>Click to edit the outline text format</a:t>
            </a:r>
            <a:endParaRPr lang="en-GB" sz="2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400" b="0" u="none" strike="noStrike">
                <a:solidFill>
                  <a:srgbClr val="000000"/>
                </a:solidFill>
                <a:effectLst/>
                <a:uFillTx/>
                <a:latin typeface="Arial"/>
              </a:rPr>
              <a:t>Second Outline Level</a:t>
            </a:r>
            <a:endParaRPr lang="en-GB"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endParaRPr lang="en-GB"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400" b="0" u="none" strike="noStrike">
                <a:solidFill>
                  <a:srgbClr val="000000"/>
                </a:solidFill>
                <a:effectLst/>
                <a:uFillTx/>
                <a:latin typeface="Arial"/>
              </a:rPr>
              <a:t>Fourth Outline Level</a:t>
            </a:r>
            <a:endParaRPr lang="en-GB" sz="2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400" b="0" u="none" strike="noStrike">
                <a:solidFill>
                  <a:srgbClr val="000000"/>
                </a:solidFill>
                <a:effectLst/>
                <a:uFillTx/>
                <a:latin typeface="Arial"/>
              </a:rPr>
              <a:t>Fifth Outline Level</a:t>
            </a:r>
            <a:endParaRPr lang="en-GB" sz="24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400" b="0" u="none" strike="noStrike">
                <a:solidFill>
                  <a:srgbClr val="000000"/>
                </a:solidFill>
                <a:effectLst/>
                <a:uFillTx/>
                <a:latin typeface="Arial"/>
              </a:rPr>
              <a:t>Sixth Outline Level</a:t>
            </a:r>
            <a:endParaRPr lang="en-GB" sz="24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400" b="0" u="none" strike="noStrike">
                <a:solidFill>
                  <a:srgbClr val="000000"/>
                </a:solidFill>
                <a:effectLst/>
                <a:uFillTx/>
                <a:latin typeface="Arial"/>
              </a:rPr>
              <a:t>Seventh Outline Level</a:t>
            </a:r>
            <a:endParaRPr lang="en-GB" sz="2400" b="0" u="none" strike="noStrike">
              <a:solidFill>
                <a:srgbClr val="000000"/>
              </a:solidFill>
              <a:effectLst/>
              <a:uFillTx/>
              <a:latin typeface="Arial"/>
            </a:endParaRPr>
          </a:p>
        </p:txBody>
      </p:sp>
      <p:sp>
        <p:nvSpPr>
          <p:cNvPr id="63" name="PlaceHolder 3"/>
          <p:cNvSpPr>
            <a:spLocks noGrp="1"/>
          </p:cNvSpPr>
          <p:nvPr>
            <p:ph type="body"/>
          </p:nvPr>
        </p:nvSpPr>
        <p:spPr>
          <a:xfrm>
            <a:off x="630000" y="1542960"/>
            <a:ext cx="2948400" cy="2858040"/>
          </a:xfrm>
          <a:prstGeom prst="rect">
            <a:avLst/>
          </a:prstGeom>
          <a:noFill/>
          <a:ln w="0">
            <a:noFill/>
          </a:ln>
        </p:spPr>
        <p:txBody>
          <a:bodyPr lIns="68400" rIns="68400" tIns="34200" bIns="34200" anchor="t">
            <a:normAutofit fontScale="47500" lnSpcReduction="19999"/>
          </a:bodyPr>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endParaRPr lang="en-GB" sz="1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endParaRPr lang="en-GB" sz="1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endParaRPr lang="en-GB" sz="1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endParaRPr lang="en-GB" sz="1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endParaRPr lang="en-GB" sz="1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endParaRPr lang="en-GB" sz="1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endParaRPr lang="en-GB" sz="1200" b="0" u="none" strike="noStrike">
              <a:solidFill>
                <a:srgbClr val="000000"/>
              </a:solidFill>
              <a:effectLst/>
              <a:uFillTx/>
              <a:latin typeface="Arial"/>
            </a:endParaRPr>
          </a:p>
        </p:txBody>
      </p:sp>
      <p:sp>
        <p:nvSpPr>
          <p:cNvPr id="64" name="PlaceHolder 4"/>
          <p:cNvSpPr>
            <a:spLocks noGrp="1"/>
          </p:cNvSpPr>
          <p:nvPr>
            <p:ph type="dt" idx="28"/>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65" name="PlaceHolder 5"/>
          <p:cNvSpPr>
            <a:spLocks noGrp="1"/>
          </p:cNvSpPr>
          <p:nvPr>
            <p:ph type="ftr" idx="29"/>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66" name="PlaceHolder 6"/>
          <p:cNvSpPr>
            <a:spLocks noGrp="1"/>
          </p:cNvSpPr>
          <p:nvPr>
            <p:ph type="sldNum" idx="30"/>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6575EAC4-22FD-4CCB-BF00-8464968960C2}"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630000" y="343080"/>
            <a:ext cx="2948400" cy="1199520"/>
          </a:xfrm>
          <a:prstGeom prst="rect">
            <a:avLst/>
          </a:prstGeom>
          <a:noFill/>
          <a:ln w="0">
            <a:noFill/>
          </a:ln>
        </p:spPr>
        <p:txBody>
          <a:bodyPr lIns="68400" rIns="68400" tIns="34200" bIns="34200" anchor="b">
            <a:normAutofit/>
          </a:bodyPr>
          <a:p>
            <a:pPr indent="0">
              <a:lnSpc>
                <a:spcPct val="100000"/>
              </a:lnSpc>
              <a:buNone/>
              <a:tabLst>
                <a:tab algn="l" pos="0"/>
              </a:tabLst>
            </a:pPr>
            <a:r>
              <a:rPr lang="en-GB" sz="2400" b="0" u="none" strike="noStrike">
                <a:solidFill>
                  <a:srgbClr val="000000"/>
                </a:solidFill>
                <a:effectLst/>
                <a:uFillTx/>
                <a:latin typeface="Arial"/>
              </a:rPr>
              <a:t>Click to edit the title text format</a:t>
            </a:r>
            <a:endParaRPr lang="en-GB" sz="2400" b="0" u="none" strike="noStrike">
              <a:solidFill>
                <a:srgbClr val="000000"/>
              </a:solidFill>
              <a:effectLst/>
              <a:uFillTx/>
              <a:latin typeface="Arial"/>
            </a:endParaRPr>
          </a:p>
        </p:txBody>
      </p:sp>
      <p:sp>
        <p:nvSpPr>
          <p:cNvPr id="68" name="PlaceHolder 2"/>
          <p:cNvSpPr>
            <a:spLocks noGrp="1"/>
          </p:cNvSpPr>
          <p:nvPr>
            <p:ph type="body"/>
          </p:nvPr>
        </p:nvSpPr>
        <p:spPr>
          <a:xfrm>
            <a:off x="3887280" y="740520"/>
            <a:ext cx="4628520" cy="3654360"/>
          </a:xfrm>
          <a:prstGeom prst="rect">
            <a:avLst/>
          </a:prstGeom>
          <a:noFill/>
          <a:ln w="0">
            <a:noFill/>
          </a:ln>
        </p:spPr>
        <p:txBody>
          <a:bodyPr lIns="90000" rIns="90000" tIns="45000" bIns="45000" anchor="t">
            <a:normAutofit/>
          </a:bodyPr>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69" name="PlaceHolder 3"/>
          <p:cNvSpPr>
            <a:spLocks noGrp="1"/>
          </p:cNvSpPr>
          <p:nvPr>
            <p:ph type="body"/>
          </p:nvPr>
        </p:nvSpPr>
        <p:spPr>
          <a:xfrm>
            <a:off x="630000" y="1542960"/>
            <a:ext cx="2948400" cy="2858040"/>
          </a:xfrm>
          <a:prstGeom prst="rect">
            <a:avLst/>
          </a:prstGeom>
          <a:noFill/>
          <a:ln w="0">
            <a:noFill/>
          </a:ln>
        </p:spPr>
        <p:txBody>
          <a:bodyPr lIns="68400" rIns="68400" tIns="34200" bIns="34200" anchor="t">
            <a:normAutofit fontScale="47500" lnSpcReduction="19999"/>
          </a:bodyPr>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endParaRPr lang="en-GB" sz="1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endParaRPr lang="en-GB" sz="1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endParaRPr lang="en-GB" sz="1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endParaRPr lang="en-GB" sz="1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endParaRPr lang="en-GB" sz="1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endParaRPr lang="en-GB" sz="1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endParaRPr lang="en-GB" sz="1200" b="0" u="none" strike="noStrike">
              <a:solidFill>
                <a:srgbClr val="000000"/>
              </a:solidFill>
              <a:effectLst/>
              <a:uFillTx/>
              <a:latin typeface="Arial"/>
            </a:endParaRPr>
          </a:p>
        </p:txBody>
      </p:sp>
      <p:sp>
        <p:nvSpPr>
          <p:cNvPr id="70" name="PlaceHolder 4"/>
          <p:cNvSpPr>
            <a:spLocks noGrp="1"/>
          </p:cNvSpPr>
          <p:nvPr>
            <p:ph type="dt" idx="31"/>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71" name="PlaceHolder 5"/>
          <p:cNvSpPr>
            <a:spLocks noGrp="1"/>
          </p:cNvSpPr>
          <p:nvPr>
            <p:ph type="ftr" idx="32"/>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72" name="PlaceHolder 6"/>
          <p:cNvSpPr>
            <a:spLocks noGrp="1"/>
          </p:cNvSpPr>
          <p:nvPr>
            <p:ph type="sldNum" idx="33"/>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86AD988E-062D-436F-83A0-89D083EFFFEE}"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628560" y="273960"/>
            <a:ext cx="7886160" cy="993600"/>
          </a:xfrm>
          <a:prstGeom prst="rect">
            <a:avLst/>
          </a:prstGeom>
          <a:noFill/>
          <a:ln w="0">
            <a:noFill/>
          </a:ln>
        </p:spPr>
        <p:txBody>
          <a:bodyPr lIns="68400" rIns="68400" tIns="34200" bIns="34200" anchor="ctr">
            <a:normAutofit/>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74" name="PlaceHolder 2"/>
          <p:cNvSpPr>
            <a:spLocks noGrp="1"/>
          </p:cNvSpPr>
          <p:nvPr>
            <p:ph type="body"/>
          </p:nvPr>
        </p:nvSpPr>
        <p:spPr>
          <a:xfrm rot="5400000">
            <a:off x="2940840" y="-942120"/>
            <a:ext cx="3262680" cy="7886160"/>
          </a:xfrm>
          <a:prstGeom prst="rect">
            <a:avLst/>
          </a:prstGeom>
          <a:noFill/>
          <a:ln w="0">
            <a:noFill/>
          </a:ln>
        </p:spPr>
        <p:txBody>
          <a:bodyPr lIns="68400" rIns="68400" tIns="34200" bIns="34200" anchor="t">
            <a:normAutofit/>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75" name="PlaceHolder 3"/>
          <p:cNvSpPr>
            <a:spLocks noGrp="1"/>
          </p:cNvSpPr>
          <p:nvPr>
            <p:ph type="dt" idx="34"/>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76" name="PlaceHolder 4"/>
          <p:cNvSpPr>
            <a:spLocks noGrp="1"/>
          </p:cNvSpPr>
          <p:nvPr>
            <p:ph type="ftr" idx="35"/>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77" name="PlaceHolder 5"/>
          <p:cNvSpPr>
            <a:spLocks noGrp="1"/>
          </p:cNvSpPr>
          <p:nvPr>
            <p:ph type="sldNum" idx="36"/>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A0F35C30-6A91-48CC-B187-6116F756E5A1}"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rot="5400000">
            <a:off x="5350680" y="1467360"/>
            <a:ext cx="4358160" cy="1971000"/>
          </a:xfrm>
          <a:prstGeom prst="rect">
            <a:avLst/>
          </a:prstGeom>
          <a:noFill/>
          <a:ln w="0">
            <a:noFill/>
          </a:ln>
        </p:spPr>
        <p:txBody>
          <a:bodyPr lIns="68400" rIns="68400" tIns="34200" bIns="34200" anchor="ctr">
            <a:normAutofit/>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79" name="PlaceHolder 2"/>
          <p:cNvSpPr>
            <a:spLocks noGrp="1"/>
          </p:cNvSpPr>
          <p:nvPr>
            <p:ph type="body"/>
          </p:nvPr>
        </p:nvSpPr>
        <p:spPr>
          <a:xfrm rot="5400000">
            <a:off x="1350000" y="-446400"/>
            <a:ext cx="4358160" cy="5799960"/>
          </a:xfrm>
          <a:prstGeom prst="rect">
            <a:avLst/>
          </a:prstGeom>
          <a:noFill/>
          <a:ln w="0">
            <a:noFill/>
          </a:ln>
        </p:spPr>
        <p:txBody>
          <a:bodyPr lIns="68400" rIns="68400" tIns="34200" bIns="34200" anchor="t">
            <a:normAutofit/>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80" name="PlaceHolder 3"/>
          <p:cNvSpPr>
            <a:spLocks noGrp="1"/>
          </p:cNvSpPr>
          <p:nvPr>
            <p:ph type="dt" idx="37"/>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81" name="PlaceHolder 4"/>
          <p:cNvSpPr>
            <a:spLocks noGrp="1"/>
          </p:cNvSpPr>
          <p:nvPr>
            <p:ph type="ftr" idx="38"/>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82" name="PlaceHolder 5"/>
          <p:cNvSpPr>
            <a:spLocks noGrp="1"/>
          </p:cNvSpPr>
          <p:nvPr>
            <p:ph type="sldNum" idx="39"/>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6377C45E-B616-4A07-9988-CF76E2E73FDF}"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chemeClr val="lt1"/>
        </a:solidFill>
      </p:bgPr>
    </p:bg>
    <p:spTree>
      <p:nvGrpSpPr>
        <p:cNvPr id="1" name=""/>
        <p:cNvGrpSpPr/>
        <p:nvPr/>
      </p:nvGrpSpPr>
      <p:grpSpPr>
        <a:xfrm>
          <a:off x="0" y="0"/>
          <a:ext cx="0" cy="0"/>
          <a:chOff x="0" y="0"/>
          <a:chExt cx="0" cy="0"/>
        </a:xfrm>
      </p:grpSpPr>
      <p:sp>
        <p:nvSpPr>
          <p:cNvPr id="83" name="PlaceHolder 1"/>
          <p:cNvSpPr>
            <a:spLocks noGrp="1"/>
          </p:cNvSpPr>
          <p:nvPr>
            <p:ph type="dt" idx="40"/>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84" name="PlaceHolder 2"/>
          <p:cNvSpPr>
            <a:spLocks noGrp="1"/>
          </p:cNvSpPr>
          <p:nvPr>
            <p:ph type="ftr" idx="41"/>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85" name="PlaceHolder 3"/>
          <p:cNvSpPr>
            <a:spLocks noGrp="1"/>
          </p:cNvSpPr>
          <p:nvPr>
            <p:ph type="sldNum" idx="42"/>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D748ED83-7F27-4578-A403-ED58E85794A3}"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
        <p:nvSpPr>
          <p:cNvPr id="86" name="PlaceHolder 4"/>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lnSpc>
                <a:spcPct val="100000"/>
              </a:lnSpc>
              <a:buNone/>
              <a:tabLst>
                <a:tab algn="l" pos="0"/>
              </a:tabLst>
            </a:pPr>
            <a:r>
              <a:rPr lang="en-GB" sz="1400" b="0" u="none" strike="noStrike">
                <a:solidFill>
                  <a:srgbClr val="000000"/>
                </a:solidFill>
                <a:effectLst/>
                <a:uFillTx/>
                <a:latin typeface="Arial"/>
              </a:rPr>
              <a:t>Click to edit the title text format</a:t>
            </a:r>
            <a:endParaRPr lang="en-GB" sz="1400" b="0" u="none" strike="noStrike">
              <a:solidFill>
                <a:srgbClr val="000000"/>
              </a:solidFill>
              <a:effectLst/>
              <a:uFillTx/>
              <a:latin typeface="Arial"/>
            </a:endParaRPr>
          </a:p>
        </p:txBody>
      </p:sp>
      <p:sp>
        <p:nvSpPr>
          <p:cNvPr id="87" name="PlaceHolder 5"/>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chemeClr val="lt1"/>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311760" y="2151000"/>
            <a:ext cx="8519760" cy="840960"/>
          </a:xfrm>
          <a:prstGeom prst="rect">
            <a:avLst/>
          </a:prstGeom>
          <a:noFill/>
          <a:ln w="0">
            <a:noFill/>
          </a:ln>
        </p:spPr>
        <p:txBody>
          <a:bodyPr lIns="68400" rIns="68400" tIns="68400" bIns="68400" anchor="ctr">
            <a:normAutofit/>
          </a:bodyPr>
          <a:p>
            <a:pPr indent="0">
              <a:lnSpc>
                <a:spcPct val="100000"/>
              </a:lnSpc>
              <a:buNone/>
              <a:tabLst>
                <a:tab algn="l" pos="0"/>
              </a:tabLst>
            </a:pPr>
            <a:r>
              <a:rPr lang="en-GB" sz="3600" b="0" u="none" strike="noStrike">
                <a:solidFill>
                  <a:srgbClr val="000000"/>
                </a:solidFill>
                <a:effectLst/>
                <a:uFillTx/>
                <a:latin typeface="Arial"/>
              </a:rPr>
              <a:t>Click to edit the title text format</a:t>
            </a:r>
            <a:endParaRPr lang="en-GB" sz="3600" b="0" u="none" strike="noStrike">
              <a:solidFill>
                <a:srgbClr val="000000"/>
              </a:solidFill>
              <a:effectLst/>
              <a:uFillTx/>
              <a:latin typeface="Arial"/>
            </a:endParaRPr>
          </a:p>
        </p:txBody>
      </p:sp>
      <p:sp>
        <p:nvSpPr>
          <p:cNvPr id="89" name="PlaceHolder 2"/>
          <p:cNvSpPr>
            <a:spLocks noGrp="1"/>
          </p:cNvSpPr>
          <p:nvPr>
            <p:ph type="sldNum" idx="43"/>
          </p:nvPr>
        </p:nvSpPr>
        <p:spPr>
          <a:xfrm>
            <a:off x="8472600" y="4663080"/>
            <a:ext cx="547920" cy="392760"/>
          </a:xfrm>
          <a:prstGeom prst="rect">
            <a:avLst/>
          </a:prstGeom>
          <a:noFill/>
          <a:ln w="0">
            <a:noFill/>
          </a:ln>
        </p:spPr>
        <p:txBody>
          <a:bodyPr lIns="68400" rIns="68400" tIns="68400" bIns="68400" anchor="ctr">
            <a:norm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55E29154-506D-4C56-A39E-CC3C800117BA}"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628560" y="273960"/>
            <a:ext cx="7886160" cy="993600"/>
          </a:xfrm>
          <a:prstGeom prst="rect">
            <a:avLst/>
          </a:prstGeom>
          <a:noFill/>
          <a:ln w="0">
            <a:noFill/>
          </a:ln>
        </p:spPr>
        <p:txBody>
          <a:bodyPr lIns="68400" rIns="68400" tIns="34200" bIns="34200" anchor="ctr">
            <a:normAutofit/>
          </a:bodyPr>
          <a:p>
            <a:pPr indent="0">
              <a:lnSpc>
                <a:spcPct val="100000"/>
              </a:lnSpc>
              <a:buNone/>
              <a:tabLst>
                <a:tab algn="l" pos="0"/>
              </a:tabLst>
            </a:pPr>
            <a:r>
              <a:rPr lang="en-GB" sz="3300" b="0" u="none" strike="noStrike">
                <a:solidFill>
                  <a:srgbClr val="000000"/>
                </a:solidFill>
                <a:effectLst/>
                <a:uFillTx/>
                <a:latin typeface="Arial"/>
              </a:rPr>
              <a:t>Click to edit the title text format</a:t>
            </a:r>
            <a:endParaRPr lang="en-GB" sz="3300" b="0" u="none" strike="noStrike">
              <a:solidFill>
                <a:srgbClr val="000000"/>
              </a:solidFill>
              <a:effectLst/>
              <a:uFillTx/>
              <a:latin typeface="Arial"/>
            </a:endParaRPr>
          </a:p>
        </p:txBody>
      </p:sp>
      <p:sp>
        <p:nvSpPr>
          <p:cNvPr id="91" name="PlaceHolder 2"/>
          <p:cNvSpPr>
            <a:spLocks noGrp="1"/>
          </p:cNvSpPr>
          <p:nvPr>
            <p:ph type="body"/>
          </p:nvPr>
        </p:nvSpPr>
        <p:spPr>
          <a:xfrm>
            <a:off x="628560" y="1369080"/>
            <a:ext cx="7886160" cy="3262680"/>
          </a:xfrm>
          <a:prstGeom prst="rect">
            <a:avLst/>
          </a:prstGeom>
          <a:noFill/>
          <a:ln w="0">
            <a:noFill/>
          </a:ln>
        </p:spPr>
        <p:txBody>
          <a:bodyPr lIns="68400" rIns="68400" tIns="34200" bIns="34200" anchor="t">
            <a:normAutofit/>
          </a:bodyPr>
          <a:p>
            <a:pPr marL="432000" indent="-324000">
              <a:lnSpc>
                <a:spcPct val="100000"/>
              </a:lnSpc>
              <a:spcBef>
                <a:spcPts val="1417"/>
              </a:spcBef>
              <a:buClr>
                <a:srgbClr val="000000"/>
              </a:buClr>
              <a:buSzPct val="45000"/>
              <a:buFont typeface="Wingdings" charset="2"/>
              <a:buChar char=""/>
            </a:pPr>
            <a:r>
              <a:rPr lang="en-GB" sz="2100" b="0" u="none" strike="noStrike">
                <a:solidFill>
                  <a:srgbClr val="000000"/>
                </a:solidFill>
                <a:effectLst/>
                <a:uFillTx/>
                <a:latin typeface="Arial"/>
              </a:rPr>
              <a:t>Click to edit the outline text format</a:t>
            </a:r>
            <a:endParaRPr lang="en-GB" sz="21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100" b="0" u="none" strike="noStrike">
                <a:solidFill>
                  <a:srgbClr val="000000"/>
                </a:solidFill>
                <a:effectLst/>
                <a:uFillTx/>
                <a:latin typeface="Arial"/>
              </a:rPr>
              <a:t>Second Outline Level</a:t>
            </a:r>
            <a:endParaRPr lang="en-GB" sz="21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2100" b="0" u="none" strike="noStrike">
                <a:solidFill>
                  <a:srgbClr val="000000"/>
                </a:solidFill>
                <a:effectLst/>
                <a:uFillTx/>
                <a:latin typeface="Arial"/>
              </a:rPr>
              <a:t>Third Outline Level</a:t>
            </a:r>
            <a:endParaRPr lang="en-GB" sz="21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2100" b="0" u="none" strike="noStrike">
                <a:solidFill>
                  <a:srgbClr val="000000"/>
                </a:solidFill>
                <a:effectLst/>
                <a:uFillTx/>
                <a:latin typeface="Arial"/>
              </a:rPr>
              <a:t>Fourth Outline Level</a:t>
            </a:r>
            <a:endParaRPr lang="en-GB" sz="21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Fifth Outline Level</a:t>
            </a:r>
            <a:endParaRPr lang="en-GB" sz="21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Sixth Outline Level</a:t>
            </a:r>
            <a:endParaRPr lang="en-GB" sz="21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100" b="0" u="none" strike="noStrike">
                <a:solidFill>
                  <a:srgbClr val="000000"/>
                </a:solidFill>
                <a:effectLst/>
                <a:uFillTx/>
                <a:latin typeface="Arial"/>
              </a:rPr>
              <a:t>Seventh Outline Level</a:t>
            </a:r>
            <a:endParaRPr lang="en-GB" sz="2100" b="0" u="none" strike="noStrike">
              <a:solidFill>
                <a:srgbClr val="000000"/>
              </a:solidFill>
              <a:effectLst/>
              <a:uFillTx/>
              <a:latin typeface="Arial"/>
            </a:endParaRPr>
          </a:p>
        </p:txBody>
      </p:sp>
      <p:sp>
        <p:nvSpPr>
          <p:cNvPr id="92" name="PlaceHolder 3"/>
          <p:cNvSpPr>
            <a:spLocks noGrp="1"/>
          </p:cNvSpPr>
          <p:nvPr>
            <p:ph type="dt" idx="44"/>
          </p:nvPr>
        </p:nvSpPr>
        <p:spPr>
          <a:xfrm>
            <a:off x="628560" y="4767120"/>
            <a:ext cx="2056680" cy="273240"/>
          </a:xfrm>
          <a:prstGeom prst="rect">
            <a:avLst/>
          </a:prstGeom>
          <a:noFill/>
          <a:ln w="0">
            <a:noFill/>
          </a:ln>
        </p:spPr>
        <p:txBody>
          <a:bodyPr lIns="68400" rIns="68400" tIns="34200" bIns="34200" anchor="ctr">
            <a:noAutofit/>
          </a:bodyPr>
          <a:lstStyle>
            <a:lvl1pPr indent="0">
              <a:lnSpc>
                <a:spcPct val="100000"/>
              </a:lnSpc>
              <a:buNone/>
              <a:tabLst>
                <a:tab algn="l" pos="0"/>
              </a:tabLst>
              <a:defRPr lang="en-GB" sz="1400" b="0" u="none" strike="noStrike">
                <a:solidFill>
                  <a:srgbClr val="000000"/>
                </a:solidFill>
                <a:effectLst/>
                <a:uFillTx/>
                <a:latin typeface="Times New Roman"/>
              </a:defRPr>
            </a:lvl1pPr>
          </a:lstStyle>
          <a:p>
            <a:pPr indent="0">
              <a:lnSpc>
                <a:spcPct val="100000"/>
              </a:lnSpc>
              <a:buNone/>
              <a:tabLst>
                <a:tab algn="l" pos="0"/>
              </a:tabLst>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93" name="PlaceHolder 4"/>
          <p:cNvSpPr>
            <a:spLocks noGrp="1"/>
          </p:cNvSpPr>
          <p:nvPr>
            <p:ph type="ftr" idx="45"/>
          </p:nvPr>
        </p:nvSpPr>
        <p:spPr>
          <a:xfrm>
            <a:off x="3029040" y="4767120"/>
            <a:ext cx="3085560" cy="273240"/>
          </a:xfrm>
          <a:prstGeom prst="rect">
            <a:avLst/>
          </a:prstGeom>
          <a:noFill/>
          <a:ln w="0">
            <a:noFill/>
          </a:ln>
        </p:spPr>
        <p:txBody>
          <a:bodyPr lIns="68400" rIns="68400" tIns="34200" bIns="3420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94" name="PlaceHolder 5"/>
          <p:cNvSpPr>
            <a:spLocks noGrp="1"/>
          </p:cNvSpPr>
          <p:nvPr>
            <p:ph type="sldNum" idx="46"/>
          </p:nvPr>
        </p:nvSpPr>
        <p:spPr>
          <a:xfrm>
            <a:off x="6458040" y="4767120"/>
            <a:ext cx="2056680" cy="273240"/>
          </a:xfrm>
          <a:prstGeom prst="rect">
            <a:avLst/>
          </a:prstGeom>
          <a:noFill/>
          <a:ln w="0">
            <a:noFill/>
          </a:ln>
        </p:spPr>
        <p:txBody>
          <a:bodyPr lIns="68400" rIns="68400" tIns="34200" bIns="34200" anchor="ctr">
            <a:noAutofit/>
          </a:bodyPr>
          <a:lstStyle>
            <a:lvl1pPr indent="0" algn="r">
              <a:lnSpc>
                <a:spcPct val="100000"/>
              </a:lnSpc>
              <a:buNone/>
              <a:tabLst>
                <a:tab algn="l" pos="0"/>
              </a:tabLst>
              <a:defRPr lang="de" sz="900" b="0" u="none" strike="noStrike">
                <a:solidFill>
                  <a:srgbClr val="888888"/>
                </a:solidFill>
                <a:effectLst/>
                <a:uFillTx/>
                <a:latin typeface="Calibri"/>
                <a:ea typeface="Calibri"/>
              </a:defRPr>
            </a:lvl1pPr>
          </a:lstStyle>
          <a:p>
            <a:pPr indent="0" algn="r">
              <a:lnSpc>
                <a:spcPct val="100000"/>
              </a:lnSpc>
              <a:buNone/>
              <a:tabLst>
                <a:tab algn="l" pos="0"/>
              </a:tabLst>
            </a:pPr>
            <a:fld id="{CEA7EE3C-39FE-4572-8392-C7DECA613D01}" type="slidenum">
              <a:rPr lang="de" sz="900" b="0" u="none" strike="noStrike">
                <a:solidFill>
                  <a:srgbClr val="888888"/>
                </a:solidFill>
                <a:effectLst/>
                <a:uFillTx/>
                <a:latin typeface="Calibri"/>
                <a:ea typeface="Calibri"/>
              </a:rPr>
              <a:t>&lt;number&gt;</a:t>
            </a:fld>
            <a:endParaRPr lang="en-GB" sz="9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1" name="Google Shape;149;p2"/>
          <p:cNvGrpSpPr/>
          <p:nvPr/>
        </p:nvGrpSpPr>
        <p:grpSpPr>
          <a:xfrm>
            <a:off x="360" y="-1800"/>
            <a:ext cx="4419720" cy="778680"/>
            <a:chOff x="360" y="-1800"/>
            <a:chExt cx="4419720" cy="778680"/>
          </a:xfrm>
        </p:grpSpPr>
        <p:grpSp>
          <p:nvGrpSpPr>
            <p:cNvPr id="102" name="Google Shape;150;p2"/>
            <p:cNvGrpSpPr/>
            <p:nvPr/>
          </p:nvGrpSpPr>
          <p:grpSpPr>
            <a:xfrm>
              <a:off x="360" y="72000"/>
              <a:ext cx="4419720" cy="704880"/>
              <a:chOff x="360" y="72000"/>
              <a:chExt cx="4419720" cy="704880"/>
            </a:xfrm>
          </p:grpSpPr>
          <p:sp>
            <p:nvSpPr>
              <p:cNvPr id="103" name="Google Shape;151;p2"/>
              <p:cNvSpPr/>
              <p:nvPr/>
            </p:nvSpPr>
            <p:spPr>
              <a:xfrm>
                <a:off x="360" y="72000"/>
                <a:ext cx="3268800" cy="70488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04" name="Google Shape;152;p2"/>
              <p:cNvSpPr/>
              <p:nvPr/>
            </p:nvSpPr>
            <p:spPr>
              <a:xfrm>
                <a:off x="2785680" y="72000"/>
                <a:ext cx="1634400" cy="70488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nvGrpSpPr>
            <p:cNvPr id="105" name="Google Shape;153;p2"/>
            <p:cNvGrpSpPr/>
            <p:nvPr/>
          </p:nvGrpSpPr>
          <p:grpSpPr>
            <a:xfrm>
              <a:off x="360" y="-1800"/>
              <a:ext cx="4333680" cy="704880"/>
              <a:chOff x="360" y="-1800"/>
              <a:chExt cx="4333680" cy="704880"/>
            </a:xfrm>
          </p:grpSpPr>
          <p:sp>
            <p:nvSpPr>
              <p:cNvPr id="106" name="Google Shape;154;p2"/>
              <p:cNvSpPr/>
              <p:nvPr/>
            </p:nvSpPr>
            <p:spPr>
              <a:xfrm>
                <a:off x="360" y="-1800"/>
                <a:ext cx="3236040" cy="70488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07" name="Google Shape;155;p2"/>
              <p:cNvSpPr/>
              <p:nvPr/>
            </p:nvSpPr>
            <p:spPr>
              <a:xfrm>
                <a:off x="2715840" y="-1800"/>
                <a:ext cx="1618200" cy="70488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sp>
        <p:nvSpPr>
          <p:cNvPr id="108" name="Google Shape;156;p2"/>
          <p:cNvSpPr/>
          <p:nvPr/>
        </p:nvSpPr>
        <p:spPr>
          <a:xfrm flipH="1">
            <a:off x="11880" y="-82440"/>
            <a:ext cx="4089960" cy="872640"/>
          </a:xfrm>
          <a:prstGeom prst="rect">
            <a:avLst/>
          </a:prstGeom>
          <a:noFill/>
          <a:ln w="0">
            <a:noFill/>
          </a:ln>
        </p:spPr>
        <p:style>
          <a:lnRef idx="0"/>
          <a:fillRef idx="0"/>
          <a:effectRef idx="0"/>
          <a:fontRef idx="minor"/>
        </p:style>
        <p:txBody>
          <a:bodyPr lIns="68400" rIns="68400" tIns="34200" bIns="34200" anchor="ctr">
            <a:noAutofit/>
          </a:bodyPr>
          <a:p>
            <a:pPr>
              <a:lnSpc>
                <a:spcPct val="115000"/>
              </a:lnSpc>
              <a:spcBef>
                <a:spcPts val="1191"/>
              </a:spcBef>
              <a:spcAft>
                <a:spcPts val="992"/>
              </a:spcAft>
              <a:tabLst>
                <a:tab algn="l" pos="0"/>
              </a:tabLst>
            </a:pPr>
            <a:r>
              <a:rPr lang="de" sz="1800" b="0" u="none" strike="noStrike">
                <a:solidFill>
                  <a:schemeClr val="lt1"/>
                </a:solidFill>
                <a:effectLst/>
                <a:uFillTx/>
                <a:latin typeface="Montserrat ExtraBold"/>
                <a:ea typeface="Montserrat ExtraBold"/>
              </a:rPr>
              <a:t>Melpomene  </a:t>
            </a:r>
            <a:br>
              <a:rPr sz="1800"/>
            </a:br>
            <a:r>
              <a:rPr lang="de" sz="1800" b="0" u="none" strike="noStrike">
                <a:solidFill>
                  <a:srgbClr val="ffb951"/>
                </a:solidFill>
                <a:effectLst/>
                <a:uFillTx/>
                <a:latin typeface="Montserrat ExtraBold"/>
                <a:ea typeface="Montserrat ExtraBold"/>
              </a:rPr>
              <a:t>Sadness Mask</a:t>
            </a:r>
            <a:endParaRPr lang="en-GB" sz="1800" b="0" u="none" strike="noStrike">
              <a:solidFill>
                <a:srgbClr val="000000"/>
              </a:solidFill>
              <a:effectLst/>
              <a:uFillTx/>
              <a:latin typeface="Arial"/>
            </a:endParaRPr>
          </a:p>
        </p:txBody>
      </p:sp>
      <p:pic>
        <p:nvPicPr>
          <p:cNvPr id="109" name=""/>
          <p:cNvPicPr/>
          <p:nvPr/>
        </p:nvPicPr>
        <p:blipFill>
          <a:blip r:embed="rId1"/>
          <a:stretch/>
        </p:blipFill>
        <p:spPr>
          <a:xfrm>
            <a:off x="0" y="1800000"/>
            <a:ext cx="1619640" cy="2093400"/>
          </a:xfrm>
          <a:prstGeom prst="rect">
            <a:avLst/>
          </a:prstGeom>
          <a:noFill/>
          <a:ln w="0">
            <a:noFill/>
          </a:ln>
        </p:spPr>
      </p:pic>
      <p:pic>
        <p:nvPicPr>
          <p:cNvPr id="110" name=""/>
          <p:cNvPicPr/>
          <p:nvPr/>
        </p:nvPicPr>
        <p:blipFill>
          <a:blip r:embed="rId2"/>
          <a:stretch/>
        </p:blipFill>
        <p:spPr>
          <a:xfrm>
            <a:off x="1620000" y="1800000"/>
            <a:ext cx="1439640" cy="2093400"/>
          </a:xfrm>
          <a:prstGeom prst="rect">
            <a:avLst/>
          </a:prstGeom>
          <a:noFill/>
          <a:ln w="0">
            <a:noFill/>
          </a:ln>
        </p:spPr>
      </p:pic>
      <p:sp>
        <p:nvSpPr>
          <p:cNvPr id="111" name=""/>
          <p:cNvSpPr/>
          <p:nvPr/>
        </p:nvSpPr>
        <p:spPr>
          <a:xfrm>
            <a:off x="0" y="3960000"/>
            <a:ext cx="4679640" cy="1288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400" b="0" u="none" strike="noStrike">
                <a:solidFill>
                  <a:srgbClr val="000000"/>
                </a:solidFill>
                <a:effectLst/>
                <a:uFillTx/>
                <a:latin typeface="Arial"/>
              </a:rPr>
              <a:t>Exaggerated Expression</a:t>
            </a:r>
            <a:endParaRPr lang="en-GB" sz="1400" b="0" u="none" strike="noStrike">
              <a:solidFill>
                <a:srgbClr val="000000"/>
              </a:solidFill>
              <a:effectLst/>
              <a:uFillTx/>
              <a:latin typeface="Arial"/>
            </a:endParaRPr>
          </a:p>
          <a:p>
            <a:pPr>
              <a:lnSpc>
                <a:spcPct val="100000"/>
              </a:lnSpc>
            </a:pPr>
            <a:r>
              <a:rPr lang="en-GB" sz="1400" b="0" u="none" strike="noStrike">
                <a:solidFill>
                  <a:srgbClr val="000000"/>
                </a:solidFill>
                <a:effectLst/>
                <a:uFillTx/>
                <a:latin typeface="Arial"/>
              </a:rPr>
              <a:t>(+ wahlweise Extra Elemente, wie auf den beiden braunen/gelblichen Masken, um dem Gesicht mehr ‘Shape’/’Konturen’ zu geben)</a:t>
            </a:r>
            <a:endParaRPr lang="en-GB" sz="1400" b="0" u="none" strike="noStrike">
              <a:solidFill>
                <a:srgbClr val="000000"/>
              </a:solidFill>
              <a:effectLst/>
              <a:uFillTx/>
              <a:latin typeface="Arial"/>
            </a:endParaRPr>
          </a:p>
        </p:txBody>
      </p:sp>
      <p:sp>
        <p:nvSpPr>
          <p:cNvPr id="112" name="Kreuz 5"/>
          <p:cNvSpPr/>
          <p:nvPr/>
        </p:nvSpPr>
        <p:spPr>
          <a:xfrm>
            <a:off x="4904280" y="2520000"/>
            <a:ext cx="675360" cy="658800"/>
          </a:xfrm>
          <a:prstGeom prst="plus">
            <a:avLst>
              <a:gd name="adj" fmla="val 38580"/>
            </a:avLst>
          </a:prstGeom>
          <a:solidFill>
            <a:srgbClr val="4472c4"/>
          </a:solidFill>
          <a:ln>
            <a:solidFill>
              <a:srgbClr val="1d315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de-DE" sz="1400" b="0" u="none" strike="noStrike">
              <a:solidFill>
                <a:schemeClr val="lt1"/>
              </a:solidFill>
              <a:effectLst/>
              <a:uFillTx/>
              <a:latin typeface="Arial"/>
              <a:ea typeface="Arial"/>
            </a:endParaRPr>
          </a:p>
        </p:txBody>
      </p:sp>
      <p:pic>
        <p:nvPicPr>
          <p:cNvPr id="113" name=""/>
          <p:cNvPicPr/>
          <p:nvPr/>
        </p:nvPicPr>
        <p:blipFill>
          <a:blip r:embed="rId3"/>
          <a:srcRect l="0" t="0" r="0" b="30006"/>
          <a:stretch/>
        </p:blipFill>
        <p:spPr>
          <a:xfrm>
            <a:off x="7020000" y="1800000"/>
            <a:ext cx="1799640" cy="1979640"/>
          </a:xfrm>
          <a:prstGeom prst="rect">
            <a:avLst/>
          </a:prstGeom>
          <a:noFill/>
          <a:ln w="0">
            <a:noFill/>
          </a:ln>
        </p:spPr>
      </p:pic>
      <p:pic>
        <p:nvPicPr>
          <p:cNvPr id="114" name=""/>
          <p:cNvPicPr/>
          <p:nvPr/>
        </p:nvPicPr>
        <p:blipFill>
          <a:blip r:embed="rId4"/>
          <a:srcRect l="8407" t="0" r="24300" b="0"/>
          <a:stretch/>
        </p:blipFill>
        <p:spPr>
          <a:xfrm>
            <a:off x="5760000" y="1800000"/>
            <a:ext cx="1259640" cy="1979640"/>
          </a:xfrm>
          <a:prstGeom prst="rect">
            <a:avLst/>
          </a:prstGeom>
          <a:noFill/>
          <a:ln w="0">
            <a:noFill/>
          </a:ln>
        </p:spPr>
      </p:pic>
      <p:pic>
        <p:nvPicPr>
          <p:cNvPr id="115" name=""/>
          <p:cNvPicPr/>
          <p:nvPr/>
        </p:nvPicPr>
        <p:blipFill>
          <a:blip r:embed="rId5"/>
          <a:stretch/>
        </p:blipFill>
        <p:spPr>
          <a:xfrm>
            <a:off x="3060000" y="1800000"/>
            <a:ext cx="1619640" cy="2093400"/>
          </a:xfrm>
          <a:prstGeom prst="rect">
            <a:avLst/>
          </a:prstGeom>
          <a:noFill/>
          <a:ln w="0">
            <a:noFill/>
          </a:ln>
        </p:spPr>
      </p:pic>
      <p:sp>
        <p:nvSpPr>
          <p:cNvPr id="116" name=""/>
          <p:cNvSpPr/>
          <p:nvPr/>
        </p:nvSpPr>
        <p:spPr>
          <a:xfrm>
            <a:off x="6660000" y="3960000"/>
            <a:ext cx="1259640" cy="359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400" b="0" u="none" strike="noStrike">
                <a:solidFill>
                  <a:srgbClr val="000000"/>
                </a:solidFill>
                <a:effectLst/>
                <a:uFillTx/>
                <a:latin typeface="Arial"/>
              </a:rPr>
              <a:t>‘Tear Lines’</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7" name="Google Shape;161;g3b636e5de4b_0_32"/>
          <p:cNvGrpSpPr/>
          <p:nvPr/>
        </p:nvGrpSpPr>
        <p:grpSpPr>
          <a:xfrm>
            <a:off x="360" y="-1800"/>
            <a:ext cx="3490200" cy="778680"/>
            <a:chOff x="360" y="-1800"/>
            <a:chExt cx="3490200" cy="778680"/>
          </a:xfrm>
        </p:grpSpPr>
        <p:grpSp>
          <p:nvGrpSpPr>
            <p:cNvPr id="118" name="Google Shape;162;g3b636e5de4b_0_32"/>
            <p:cNvGrpSpPr/>
            <p:nvPr/>
          </p:nvGrpSpPr>
          <p:grpSpPr>
            <a:xfrm>
              <a:off x="360" y="72000"/>
              <a:ext cx="3490200" cy="704880"/>
              <a:chOff x="360" y="72000"/>
              <a:chExt cx="3490200" cy="704880"/>
            </a:xfrm>
          </p:grpSpPr>
          <p:sp>
            <p:nvSpPr>
              <p:cNvPr id="119" name="Google Shape;163;g3b636e5de4b_0_32"/>
              <p:cNvSpPr/>
              <p:nvPr/>
            </p:nvSpPr>
            <p:spPr>
              <a:xfrm>
                <a:off x="360" y="72000"/>
                <a:ext cx="2581200" cy="70488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20" name="Google Shape;164;g3b636e5de4b_0_32"/>
              <p:cNvSpPr/>
              <p:nvPr/>
            </p:nvSpPr>
            <p:spPr>
              <a:xfrm>
                <a:off x="2199960" y="72000"/>
                <a:ext cx="1290600" cy="70488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nvGrpSpPr>
            <p:cNvPr id="121" name="Google Shape;165;g3b636e5de4b_0_32"/>
            <p:cNvGrpSpPr/>
            <p:nvPr/>
          </p:nvGrpSpPr>
          <p:grpSpPr>
            <a:xfrm>
              <a:off x="360" y="-1800"/>
              <a:ext cx="3422160" cy="704880"/>
              <a:chOff x="360" y="-1800"/>
              <a:chExt cx="3422160" cy="704880"/>
            </a:xfrm>
          </p:grpSpPr>
          <p:sp>
            <p:nvSpPr>
              <p:cNvPr id="122" name="Google Shape;166;g3b636e5de4b_0_32"/>
              <p:cNvSpPr/>
              <p:nvPr/>
            </p:nvSpPr>
            <p:spPr>
              <a:xfrm>
                <a:off x="360" y="-1800"/>
                <a:ext cx="2555280" cy="70488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23" name="Google Shape;167;g3b636e5de4b_0_32"/>
              <p:cNvSpPr/>
              <p:nvPr/>
            </p:nvSpPr>
            <p:spPr>
              <a:xfrm>
                <a:off x="2144880" y="-1800"/>
                <a:ext cx="1277640" cy="70488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sp>
        <p:nvSpPr>
          <p:cNvPr id="124" name="Google Shape;168;g3b636e5de4b_0_32"/>
          <p:cNvSpPr/>
          <p:nvPr/>
        </p:nvSpPr>
        <p:spPr>
          <a:xfrm flipH="1">
            <a:off x="12240" y="-82440"/>
            <a:ext cx="3754800" cy="872640"/>
          </a:xfrm>
          <a:prstGeom prst="rect">
            <a:avLst/>
          </a:prstGeom>
          <a:noFill/>
          <a:ln w="0">
            <a:noFill/>
          </a:ln>
        </p:spPr>
        <p:style>
          <a:lnRef idx="0"/>
          <a:fillRef idx="0"/>
          <a:effectRef idx="0"/>
          <a:fontRef idx="minor"/>
        </p:style>
        <p:txBody>
          <a:bodyPr lIns="68400" rIns="68400" tIns="34200" bIns="34200" anchor="ctr">
            <a:noAutofit/>
          </a:bodyPr>
          <a:p>
            <a:pPr>
              <a:lnSpc>
                <a:spcPct val="115000"/>
              </a:lnSpc>
              <a:tabLst>
                <a:tab algn="l" pos="0"/>
              </a:tabLst>
            </a:pPr>
            <a:r>
              <a:rPr lang="de" sz="1800" b="0" u="none" strike="noStrike">
                <a:solidFill>
                  <a:schemeClr val="lt1"/>
                </a:solidFill>
                <a:effectLst/>
                <a:uFillTx/>
                <a:latin typeface="Montserrat ExtraBold"/>
                <a:ea typeface="Montserrat ExtraBold"/>
              </a:rPr>
              <a:t>Melpomene</a:t>
            </a:r>
            <a:endParaRPr lang="en-GB" sz="1800" b="0" u="none" strike="noStrike">
              <a:solidFill>
                <a:srgbClr val="000000"/>
              </a:solidFill>
              <a:effectLst/>
              <a:uFillTx/>
              <a:latin typeface="Arial"/>
            </a:endParaRPr>
          </a:p>
          <a:p>
            <a:pPr>
              <a:lnSpc>
                <a:spcPct val="115000"/>
              </a:lnSpc>
              <a:tabLst>
                <a:tab algn="l" pos="0"/>
              </a:tabLst>
            </a:pPr>
            <a:r>
              <a:rPr lang="de" sz="1800" b="0" u="none" strike="noStrike">
                <a:solidFill>
                  <a:srgbClr val="ffb951"/>
                </a:solidFill>
                <a:effectLst/>
                <a:uFillTx/>
                <a:latin typeface="Montserrat ExtraBold"/>
                <a:ea typeface="Montserrat ExtraBold"/>
              </a:rPr>
              <a:t>Character Checklist</a:t>
            </a:r>
            <a:endParaRPr lang="en-GB" sz="1800" b="0" u="none" strike="noStrike">
              <a:solidFill>
                <a:srgbClr val="000000"/>
              </a:solidFill>
              <a:effectLst/>
              <a:uFillTx/>
              <a:latin typeface="Arial"/>
            </a:endParaRPr>
          </a:p>
        </p:txBody>
      </p:sp>
      <p:graphicFrame>
        <p:nvGraphicFramePr>
          <p:cNvPr id="125" name="Google Shape;169;g3b636e5de4b_0_32"/>
          <p:cNvGraphicFramePr/>
          <p:nvPr/>
        </p:nvGraphicFramePr>
        <p:xfrm>
          <a:off x="21960" y="851400"/>
          <a:ext cx="9078840" cy="4974480"/>
        </p:xfrm>
        <a:graphic>
          <a:graphicData uri="http://schemas.openxmlformats.org/drawingml/2006/table">
            <a:tbl>
              <a:tblPr/>
              <a:tblGrid>
                <a:gridCol w="2269800"/>
                <a:gridCol w="2269800"/>
                <a:gridCol w="2269800"/>
                <a:gridCol w="2269800"/>
              </a:tblGrid>
              <a:tr h="829080">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Goal</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Will ihre Träger dazu bringen ihre Vorhaben sein zu lassen, da sie zu wissen denkt, dass es nur schlecht ausgehen kann</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A specific personality / Universal Behaviour</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Stellt viele Fragen; will dass andere über sich selbst reden, damit sie nicht über sich selbst reden muss</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r>
              <a:tr h="829080">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Flaw</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400" b="0" u="none" strike="noStrike">
                          <a:solidFill>
                            <a:srgbClr val="000000"/>
                          </a:solidFill>
                          <a:effectLst/>
                          <a:uFillTx/>
                          <a:latin typeface="Arial"/>
                          <a:ea typeface="Arial"/>
                        </a:rPr>
                        <a:t>Sie gibt bei dem kleinsten Wiederstand auf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Secrets</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400" b="0" u="none" strike="noStrike">
                          <a:solidFill>
                            <a:srgbClr val="000000"/>
                          </a:solidFill>
                          <a:effectLst/>
                          <a:uFillTx/>
                          <a:latin typeface="Arial"/>
                          <a:ea typeface="Arial"/>
                        </a:rPr>
                        <a:t>Sie hat ihre Träger damals dazu verleitet Katastrophen herbeizuführen, weil sie überall unglücklich war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r>
              <a:tr h="829080">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Belonging</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Sleep Department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Assertiveness</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Hält sich wie ein nasser Sack, und redet wie ein Häuflein Elend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r>
              <a:tr h="829080">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Believe</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Es gibt keinen freien Willen, es passiert immer das gleiche, wenn auch auf andere Weisen.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Specific Tastes and professions</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Dunkelheit &amp; Alleinsein</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r>
              <a:tr h="829080">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Information</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tIns="36000" bIns="36000" anchor="t">
                      <a:noAutofit/>
                    </a:bodyPr>
                    <a:p>
                      <a:pPr>
                        <a:lnSpc>
                          <a:spcPct val="100000"/>
                        </a:lnSpc>
                        <a:tabLst>
                          <a:tab algn="l" pos="0"/>
                        </a:tabLst>
                      </a:pPr>
                      <a:r>
                        <a:rPr lang="de" sz="1400" b="0" u="none" strike="noStrike">
                          <a:solidFill>
                            <a:schemeClr val="dk1"/>
                          </a:solidFill>
                          <a:effectLst/>
                          <a:uFillTx/>
                          <a:latin typeface="Arial"/>
                          <a:ea typeface="Arial"/>
                        </a:rPr>
                        <a:t>Sie kann durch ihre beruhigende/lähmende Art Patienten dazu bringen innezuhalten und nachzudenken.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Hurt Them</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tIns="36000" bIns="36000" anchor="t">
                      <a:noAutofit/>
                    </a:bodyPr>
                    <a:p>
                      <a:pPr>
                        <a:lnSpc>
                          <a:spcPct val="100000"/>
                        </a:lnSpc>
                        <a:tabLst>
                          <a:tab algn="l" pos="0"/>
                        </a:tabLst>
                      </a:pPr>
                      <a:r>
                        <a:rPr lang="de" sz="1400" b="0" u="none" strike="noStrike">
                          <a:solidFill>
                            <a:srgbClr val="000000"/>
                          </a:solidFill>
                          <a:effectLst/>
                          <a:uFillTx/>
                          <a:latin typeface="Arial"/>
                          <a:ea typeface="Arial"/>
                        </a:rPr>
                        <a:t>Als sie von ihrer Geschwistermaske, Thalia, getrennt wurde </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r>
              <a:tr h="829080">
                <a:tc>
                  <a:txBody>
                    <a:bodyPr lIns="36000" rIns="36000" tIns="36000" bIns="36000" anchor="t">
                      <a:noAutofit/>
                    </a:bodyPr>
                    <a:p>
                      <a:pPr>
                        <a:lnSpc>
                          <a:spcPct val="100000"/>
                        </a:lnSpc>
                        <a:tabLst>
                          <a:tab algn="l" pos="0"/>
                        </a:tabLst>
                      </a:pPr>
                      <a:r>
                        <a:rPr lang="de" sz="1400" b="1" u="none" strike="noStrike">
                          <a:solidFill>
                            <a:schemeClr val="dk1"/>
                          </a:solidFill>
                          <a:effectLst/>
                          <a:uFillTx/>
                          <a:latin typeface="Arial"/>
                          <a:ea typeface="Arial"/>
                        </a:rPr>
                        <a:t>Special Skill</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pPr>
                        <a:lnSpc>
                          <a:spcPct val="100000"/>
                        </a:lnSpc>
                        <a:tabLst>
                          <a:tab algn="l" pos="0"/>
                        </a:tabLst>
                      </a:pPr>
                      <a:r>
                        <a:rPr lang="de" sz="1100" b="0" u="none" strike="noStrike">
                          <a:solidFill>
                            <a:schemeClr val="dk1"/>
                          </a:solidFill>
                          <a:effectLst/>
                          <a:uFillTx/>
                          <a:latin typeface="Arial"/>
                          <a:ea typeface="Arial"/>
                        </a:rPr>
                        <a:t>Hat einen sehr feinen Geruchssinn</a:t>
                      </a:r>
                      <a:endParaRPr lang="en-GB" sz="11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endParaRPr lang="en-GB" sz="1400" b="1" u="none" strike="noStrike">
                        <a:solidFill>
                          <a:schemeClr val="dk1"/>
                        </a:solidFill>
                        <a:effectLst/>
                        <a:uFillTx/>
                        <a:latin typeface="Arial"/>
                        <a:ea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tIns="36000" bIns="36000" anchor="t">
                      <a:noAutofit/>
                    </a:bodyPr>
                    <a:p>
                      <a:endParaRPr lang="en-GB" sz="1100" b="0" u="none" strike="noStrike">
                        <a:solidFill>
                          <a:schemeClr val="dk1"/>
                        </a:solidFill>
                        <a:effectLst/>
                        <a:uFillTx/>
                        <a:latin typeface="Arial"/>
                        <a:ea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Google Shape;174;p3"/>
          <p:cNvSpPr/>
          <p:nvPr/>
        </p:nvSpPr>
        <p:spPr>
          <a:xfrm>
            <a:off x="21960" y="703800"/>
            <a:ext cx="9121320" cy="4397400"/>
          </a:xfrm>
          <a:prstGeom prst="rect">
            <a:avLst/>
          </a:prstGeom>
          <a:noFill/>
          <a:ln w="0">
            <a:noFill/>
          </a:ln>
        </p:spPr>
        <p:style>
          <a:lnRef idx="0"/>
          <a:fillRef idx="0"/>
          <a:effectRef idx="0"/>
          <a:fontRef idx="minor"/>
        </p:style>
        <p:txBody>
          <a:bodyPr lIns="90000" rIns="90000" tIns="91440" bIns="91440" anchor="t">
            <a:spAutoFit/>
          </a:bodyPr>
          <a:p>
            <a:pPr>
              <a:lnSpc>
                <a:spcPct val="115000"/>
              </a:lnSpc>
              <a:tabLst>
                <a:tab algn="l" pos="0"/>
              </a:tabLst>
            </a:pPr>
            <a:r>
              <a:rPr lang="de" sz="1800" b="1" u="none" strike="noStrike">
                <a:solidFill>
                  <a:srgbClr val="ff0000"/>
                </a:solidFill>
                <a:effectLst/>
                <a:uFillTx/>
                <a:latin typeface="Calibri"/>
                <a:ea typeface="Calibri"/>
              </a:rPr>
              <a:t>Name: </a:t>
            </a:r>
            <a:r>
              <a:rPr lang="de" sz="1800" b="1" u="none" strike="noStrike">
                <a:solidFill>
                  <a:srgbClr val="000000"/>
                </a:solidFill>
                <a:effectLst/>
                <a:uFillTx/>
                <a:latin typeface="Calibri"/>
                <a:ea typeface="Calibri"/>
              </a:rPr>
              <a:t>Melpomene</a:t>
            </a:r>
            <a:r>
              <a:rPr lang="de" sz="1800" b="1" u="none" strike="noStrike">
                <a:solidFill>
                  <a:srgbClr val="ff0000"/>
                </a:solidFill>
                <a:effectLst/>
                <a:uFillTx/>
                <a:latin typeface="Calibri"/>
                <a:ea typeface="Calibri"/>
              </a:rPr>
              <a:t> </a:t>
            </a:r>
            <a:endParaRPr lang="en-GB" sz="1800" b="0" u="none" strike="noStrike">
              <a:solidFill>
                <a:srgbClr val="000000"/>
              </a:solidFill>
              <a:effectLst/>
              <a:uFillTx/>
              <a:latin typeface="Arial"/>
            </a:endParaRPr>
          </a:p>
          <a:p>
            <a:pPr>
              <a:lnSpc>
                <a:spcPct val="115000"/>
              </a:lnSpc>
              <a:tabLst>
                <a:tab algn="l" pos="0"/>
              </a:tabLst>
            </a:pPr>
            <a:r>
              <a:rPr lang="de" sz="1800" b="1" u="none" strike="noStrike">
                <a:solidFill>
                  <a:srgbClr val="ff0000"/>
                </a:solidFill>
                <a:effectLst/>
                <a:uFillTx/>
                <a:latin typeface="Calibri"/>
                <a:ea typeface="Calibri"/>
              </a:rPr>
              <a:t>Gender: </a:t>
            </a:r>
            <a:r>
              <a:rPr lang="de" sz="1800" b="1" u="none" strike="noStrike">
                <a:solidFill>
                  <a:srgbClr val="000000"/>
                </a:solidFill>
                <a:effectLst/>
                <a:uFillTx/>
                <a:latin typeface="Calibri"/>
                <a:ea typeface="Calibri"/>
              </a:rPr>
              <a:t>Female</a:t>
            </a:r>
            <a:endParaRPr lang="en-GB" sz="1800" b="0" u="none" strike="noStrike">
              <a:solidFill>
                <a:srgbClr val="000000"/>
              </a:solidFill>
              <a:effectLst/>
              <a:uFillTx/>
              <a:latin typeface="Arial"/>
            </a:endParaRPr>
          </a:p>
          <a:p>
            <a:pPr>
              <a:lnSpc>
                <a:spcPct val="115000"/>
              </a:lnSpc>
              <a:tabLst>
                <a:tab algn="l" pos="0"/>
              </a:tabLst>
            </a:pPr>
            <a:r>
              <a:rPr lang="de" sz="1800" b="1" u="none" strike="noStrike">
                <a:solidFill>
                  <a:srgbClr val="ff0000"/>
                </a:solidFill>
                <a:effectLst/>
                <a:uFillTx/>
                <a:latin typeface="Calibri"/>
                <a:ea typeface="Calibri"/>
              </a:rPr>
              <a:t>Age: </a:t>
            </a:r>
            <a:r>
              <a:rPr lang="de" sz="1800" b="1" u="none" strike="noStrike">
                <a:solidFill>
                  <a:srgbClr val="000000"/>
                </a:solidFill>
                <a:effectLst/>
                <a:uFillTx/>
                <a:latin typeface="Calibri"/>
                <a:ea typeface="Calibri"/>
              </a:rPr>
              <a:t>2050</a:t>
            </a:r>
            <a:endParaRPr lang="en-GB" sz="1800" b="0" u="none" strike="noStrike">
              <a:solidFill>
                <a:srgbClr val="000000"/>
              </a:solidFill>
              <a:effectLst/>
              <a:uFillTx/>
              <a:latin typeface="Arial"/>
            </a:endParaRPr>
          </a:p>
          <a:p>
            <a:pPr>
              <a:lnSpc>
                <a:spcPct val="115000"/>
              </a:lnSpc>
              <a:tabLst>
                <a:tab algn="l" pos="0"/>
              </a:tabLst>
            </a:pPr>
            <a:r>
              <a:rPr lang="de" sz="1800" b="1" u="none" strike="noStrike">
                <a:solidFill>
                  <a:srgbClr val="ff0000"/>
                </a:solidFill>
                <a:effectLst/>
                <a:uFillTx/>
                <a:latin typeface="Calibri"/>
                <a:ea typeface="Calibri"/>
              </a:rPr>
              <a:t>Personality: </a:t>
            </a:r>
            <a:r>
              <a:rPr lang="de" sz="1800" b="1" u="none" strike="noStrike">
                <a:solidFill>
                  <a:srgbClr val="000000"/>
                </a:solidFill>
                <a:effectLst/>
                <a:uFillTx/>
                <a:latin typeface="Calibri"/>
                <a:ea typeface="Calibri"/>
              </a:rPr>
              <a:t>The Outlaw, The Ruler</a:t>
            </a:r>
            <a:endParaRPr lang="en-GB" sz="1800" b="0" u="none" strike="noStrike">
              <a:solidFill>
                <a:srgbClr val="000000"/>
              </a:solidFill>
              <a:effectLst/>
              <a:uFillTx/>
              <a:latin typeface="Arial"/>
            </a:endParaRPr>
          </a:p>
          <a:p>
            <a:pPr>
              <a:lnSpc>
                <a:spcPct val="115000"/>
              </a:lnSpc>
              <a:tabLst>
                <a:tab algn="l" pos="0"/>
              </a:tabLst>
            </a:pPr>
            <a:r>
              <a:rPr lang="de" sz="1800" b="1" u="none" strike="noStrike">
                <a:solidFill>
                  <a:srgbClr val="ff0000"/>
                </a:solidFill>
                <a:effectLst/>
                <a:uFillTx/>
                <a:latin typeface="Calibri"/>
                <a:ea typeface="Calibri"/>
              </a:rPr>
              <a:t>Alignment: </a:t>
            </a:r>
            <a:r>
              <a:rPr lang="de" sz="1800" b="1" u="none" strike="noStrike">
                <a:solidFill>
                  <a:srgbClr val="000000"/>
                </a:solidFill>
                <a:effectLst/>
                <a:uFillTx/>
                <a:latin typeface="Calibri"/>
                <a:ea typeface="Calibri"/>
              </a:rPr>
              <a:t>Chaotic Evil</a:t>
            </a:r>
            <a:endParaRPr lang="en-GB" sz="1800" b="0" u="none" strike="noStrike">
              <a:solidFill>
                <a:srgbClr val="000000"/>
              </a:solidFill>
              <a:effectLst/>
              <a:uFillTx/>
              <a:latin typeface="Arial"/>
            </a:endParaRPr>
          </a:p>
          <a:p>
            <a:pPr>
              <a:lnSpc>
                <a:spcPct val="115000"/>
              </a:lnSpc>
              <a:tabLst>
                <a:tab algn="l" pos="0"/>
              </a:tabLst>
            </a:pPr>
            <a:r>
              <a:rPr lang="de" sz="1800" b="1" u="none" strike="noStrike">
                <a:solidFill>
                  <a:srgbClr val="ff0000"/>
                </a:solidFill>
                <a:effectLst/>
                <a:uFillTx/>
                <a:latin typeface="Calibri"/>
                <a:ea typeface="Calibri"/>
              </a:rPr>
              <a:t>Occupation: </a:t>
            </a:r>
            <a:r>
              <a:rPr lang="de" sz="1800" b="1" u="none" strike="noStrike">
                <a:solidFill>
                  <a:schemeClr val="dk1"/>
                </a:solidFill>
                <a:effectLst/>
                <a:uFillTx/>
                <a:latin typeface="Calibri"/>
                <a:ea typeface="Calibri"/>
              </a:rPr>
              <a:t>Medizin</a:t>
            </a:r>
            <a:endParaRPr lang="en-GB" sz="1800" b="0" u="none" strike="noStrike">
              <a:solidFill>
                <a:srgbClr val="000000"/>
              </a:solidFill>
              <a:effectLst/>
              <a:uFillTx/>
              <a:latin typeface="Arial"/>
            </a:endParaRPr>
          </a:p>
          <a:p>
            <a:pPr>
              <a:lnSpc>
                <a:spcPct val="115000"/>
              </a:lnSpc>
              <a:tabLst>
                <a:tab algn="l" pos="0"/>
              </a:tabLst>
            </a:pPr>
            <a:endParaRPr lang="en-GB" sz="1800" b="0" u="none" strike="noStrike">
              <a:solidFill>
                <a:srgbClr val="000000"/>
              </a:solidFill>
              <a:effectLst/>
              <a:uFillTx/>
              <a:latin typeface="Arial"/>
            </a:endParaRPr>
          </a:p>
          <a:p>
            <a:pPr>
              <a:lnSpc>
                <a:spcPct val="115000"/>
              </a:lnSpc>
              <a:tabLst>
                <a:tab algn="l" pos="0"/>
              </a:tabLst>
            </a:pPr>
            <a:r>
              <a:rPr lang="de" sz="1800" b="0" u="none" strike="noStrike">
                <a:solidFill>
                  <a:srgbClr val="ff0000"/>
                </a:solidFill>
                <a:effectLst/>
                <a:uFillTx/>
                <a:latin typeface="Calibri"/>
                <a:ea typeface="Calibri"/>
              </a:rPr>
              <a:t> </a:t>
            </a:r>
            <a:endParaRPr lang="en-GB" sz="1800" b="0" u="none" strike="noStrike">
              <a:solidFill>
                <a:srgbClr val="000000"/>
              </a:solidFill>
              <a:effectLst/>
              <a:uFillTx/>
              <a:latin typeface="Arial"/>
            </a:endParaRPr>
          </a:p>
          <a:p>
            <a:pPr>
              <a:lnSpc>
                <a:spcPct val="115000"/>
              </a:lnSpc>
              <a:tabLst>
                <a:tab algn="l" pos="0"/>
              </a:tabLst>
            </a:pPr>
            <a:r>
              <a:rPr lang="en-GB" sz="1800" b="0" u="none" strike="noStrike">
                <a:solidFill>
                  <a:srgbClr val="000000"/>
                </a:solidFill>
                <a:effectLst/>
                <a:uFillTx/>
                <a:latin typeface="Arial"/>
                <a:ea typeface="Calibri"/>
              </a:rPr>
              <a:t>Ein gestohelner Schatz aus dem antiken Griechenland, die von ihrer Schwestermaske getrennt wurde, und ihre Träger dazu verleitete Unheil herbeizuführen. </a:t>
            </a:r>
            <a:r>
              <a:rPr lang="de" sz="1800" b="0" u="none" strike="noStrike">
                <a:solidFill>
                  <a:srgbClr val="000000"/>
                </a:solidFill>
                <a:effectLst/>
                <a:uFillTx/>
                <a:latin typeface="Arial"/>
                <a:ea typeface="Arial"/>
              </a:rPr>
              <a:t>Nun wird sie vom Sleep Department benutzt, um ihre Patienten mit ihrer traurigen/pessimistischen Art zu beruhigen. </a:t>
            </a:r>
            <a:r>
              <a:rPr lang="de" sz="1800" b="1" u="none" strike="noStrike">
                <a:solidFill>
                  <a:srgbClr val="ff0000"/>
                </a:solidFill>
                <a:effectLst/>
                <a:uFillTx/>
                <a:latin typeface="Arial"/>
                <a:ea typeface="Arial"/>
              </a:rPr>
              <a:t> </a:t>
            </a:r>
            <a:endParaRPr lang="en-GB" sz="1800" b="0" u="none" strike="noStrike">
              <a:solidFill>
                <a:srgbClr val="000000"/>
              </a:solidFill>
              <a:effectLst/>
              <a:uFillTx/>
              <a:latin typeface="Arial"/>
            </a:endParaRPr>
          </a:p>
          <a:p>
            <a:pPr>
              <a:lnSpc>
                <a:spcPct val="115000"/>
              </a:lnSpc>
              <a:spcBef>
                <a:spcPts val="901"/>
              </a:spcBef>
              <a:tabLst>
                <a:tab algn="l" pos="0"/>
              </a:tabLst>
            </a:pPr>
            <a:endParaRPr lang="en-GB" sz="1800" b="0" u="none" strike="noStrike">
              <a:solidFill>
                <a:srgbClr val="000000"/>
              </a:solidFill>
              <a:effectLst/>
              <a:uFillTx/>
              <a:latin typeface="Arial"/>
            </a:endParaRPr>
          </a:p>
        </p:txBody>
      </p:sp>
      <p:grpSp>
        <p:nvGrpSpPr>
          <p:cNvPr id="127" name="Google Shape;175;p3"/>
          <p:cNvGrpSpPr/>
          <p:nvPr/>
        </p:nvGrpSpPr>
        <p:grpSpPr>
          <a:xfrm>
            <a:off x="360" y="-1800"/>
            <a:ext cx="3490200" cy="778680"/>
            <a:chOff x="360" y="-1800"/>
            <a:chExt cx="3490200" cy="778680"/>
          </a:xfrm>
        </p:grpSpPr>
        <p:grpSp>
          <p:nvGrpSpPr>
            <p:cNvPr id="128" name="Google Shape;176;p3"/>
            <p:cNvGrpSpPr/>
            <p:nvPr/>
          </p:nvGrpSpPr>
          <p:grpSpPr>
            <a:xfrm>
              <a:off x="360" y="72000"/>
              <a:ext cx="3490200" cy="704880"/>
              <a:chOff x="360" y="72000"/>
              <a:chExt cx="3490200" cy="704880"/>
            </a:xfrm>
          </p:grpSpPr>
          <p:sp>
            <p:nvSpPr>
              <p:cNvPr id="129" name="Google Shape;177;p3"/>
              <p:cNvSpPr/>
              <p:nvPr/>
            </p:nvSpPr>
            <p:spPr>
              <a:xfrm>
                <a:off x="360" y="72000"/>
                <a:ext cx="2581200" cy="70488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30" name="Google Shape;178;p3"/>
              <p:cNvSpPr/>
              <p:nvPr/>
            </p:nvSpPr>
            <p:spPr>
              <a:xfrm>
                <a:off x="2199960" y="72000"/>
                <a:ext cx="1290600" cy="70488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nvGrpSpPr>
            <p:cNvPr id="131" name="Google Shape;179;p3"/>
            <p:cNvGrpSpPr/>
            <p:nvPr/>
          </p:nvGrpSpPr>
          <p:grpSpPr>
            <a:xfrm>
              <a:off x="360" y="-1800"/>
              <a:ext cx="3422160" cy="704880"/>
              <a:chOff x="360" y="-1800"/>
              <a:chExt cx="3422160" cy="704880"/>
            </a:xfrm>
          </p:grpSpPr>
          <p:sp>
            <p:nvSpPr>
              <p:cNvPr id="132" name="Google Shape;180;p3"/>
              <p:cNvSpPr/>
              <p:nvPr/>
            </p:nvSpPr>
            <p:spPr>
              <a:xfrm>
                <a:off x="360" y="-1800"/>
                <a:ext cx="2555280" cy="70488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33" name="Google Shape;181;p3"/>
              <p:cNvSpPr/>
              <p:nvPr/>
            </p:nvSpPr>
            <p:spPr>
              <a:xfrm>
                <a:off x="2144880" y="-1800"/>
                <a:ext cx="1277640" cy="70488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sp>
        <p:nvSpPr>
          <p:cNvPr id="134" name="Google Shape;182;p3"/>
          <p:cNvSpPr/>
          <p:nvPr/>
        </p:nvSpPr>
        <p:spPr>
          <a:xfrm flipH="1">
            <a:off x="12240" y="-82440"/>
            <a:ext cx="3754800" cy="872640"/>
          </a:xfrm>
          <a:prstGeom prst="rect">
            <a:avLst/>
          </a:prstGeom>
          <a:noFill/>
          <a:ln w="0">
            <a:noFill/>
          </a:ln>
        </p:spPr>
        <p:style>
          <a:lnRef idx="0"/>
          <a:fillRef idx="0"/>
          <a:effectRef idx="0"/>
          <a:fontRef idx="minor"/>
        </p:style>
        <p:txBody>
          <a:bodyPr lIns="68400" rIns="68400" tIns="34200" bIns="34200" anchor="ctr">
            <a:noAutofit/>
          </a:bodyPr>
          <a:p>
            <a:pPr>
              <a:lnSpc>
                <a:spcPct val="115000"/>
              </a:lnSpc>
              <a:spcBef>
                <a:spcPts val="1191"/>
              </a:spcBef>
              <a:spcAft>
                <a:spcPts val="992"/>
              </a:spcAft>
              <a:tabLst>
                <a:tab algn="l" pos="0"/>
              </a:tabLst>
            </a:pPr>
            <a:r>
              <a:rPr lang="de" sz="1800" b="0" u="none" strike="noStrike">
                <a:solidFill>
                  <a:schemeClr val="lt1"/>
                </a:solidFill>
                <a:effectLst/>
                <a:uFillTx/>
                <a:latin typeface="Montserrat ExtraBold"/>
                <a:ea typeface="Montserrat ExtraBold"/>
              </a:rPr>
              <a:t>Melpomene</a:t>
            </a:r>
            <a:br>
              <a:rPr sz="1800"/>
            </a:br>
            <a:r>
              <a:rPr lang="de" sz="1800" b="0" u="none" strike="noStrike">
                <a:solidFill>
                  <a:srgbClr val="ffb951"/>
                </a:solidFill>
                <a:effectLst/>
                <a:uFillTx/>
                <a:latin typeface="Montserrat ExtraBold"/>
                <a:ea typeface="Montserrat ExtraBold"/>
              </a:rPr>
              <a:t>Character Bio (short)</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Google Shape;187;p4"/>
          <p:cNvSpPr/>
          <p:nvPr/>
        </p:nvSpPr>
        <p:spPr>
          <a:xfrm>
            <a:off x="21960" y="703800"/>
            <a:ext cx="9121320" cy="4352400"/>
          </a:xfrm>
          <a:prstGeom prst="rect">
            <a:avLst/>
          </a:prstGeom>
          <a:noFill/>
          <a:ln w="0">
            <a:noFill/>
          </a:ln>
        </p:spPr>
        <p:style>
          <a:lnRef idx="0"/>
          <a:fillRef idx="0"/>
          <a:effectRef idx="0"/>
          <a:fontRef idx="minor"/>
        </p:style>
        <p:txBody>
          <a:bodyPr lIns="90000" rIns="90000" tIns="91440" bIns="91440" anchor="t">
            <a:spAutoFit/>
          </a:bodyPr>
          <a:p>
            <a:pPr>
              <a:lnSpc>
                <a:spcPct val="115000"/>
              </a:lnSpc>
              <a:tabLst>
                <a:tab algn="l" pos="0"/>
              </a:tabLst>
            </a:pPr>
            <a:r>
              <a:rPr lang="de" sz="1700" b="0" u="none" strike="noStrike">
                <a:solidFill>
                  <a:srgbClr val="000000"/>
                </a:solidFill>
                <a:effectLst/>
                <a:uFillTx/>
                <a:latin typeface="Arial"/>
                <a:ea typeface="Arial"/>
              </a:rPr>
              <a:t>Melpomene war eine lebendige Maske im antiken Griechenland, ein Geschenk der Muse der Tragödie, die an der Seiter ihrer Schwestermaske Thalia unzählige Stücke aufführte und Geschichten erzählte. </a:t>
            </a:r>
            <a:endParaRPr lang="en-GB" sz="1700" b="0" u="none" strike="noStrike">
              <a:solidFill>
                <a:srgbClr val="000000"/>
              </a:solidFill>
              <a:effectLst/>
              <a:uFillTx/>
              <a:latin typeface="Arial"/>
            </a:endParaRPr>
          </a:p>
          <a:p>
            <a:pPr>
              <a:lnSpc>
                <a:spcPct val="115000"/>
              </a:lnSpc>
              <a:tabLst>
                <a:tab algn="l" pos="0"/>
              </a:tabLst>
            </a:pPr>
            <a:endParaRPr lang="en-GB" sz="1700" b="0" u="none" strike="noStrike">
              <a:solidFill>
                <a:srgbClr val="000000"/>
              </a:solidFill>
              <a:effectLst/>
              <a:uFillTx/>
              <a:latin typeface="Arial"/>
            </a:endParaRPr>
          </a:p>
          <a:p>
            <a:pPr>
              <a:lnSpc>
                <a:spcPct val="115000"/>
              </a:lnSpc>
              <a:tabLst>
                <a:tab algn="l" pos="0"/>
              </a:tabLst>
            </a:pPr>
            <a:r>
              <a:rPr lang="de" sz="1700" b="0" u="none" strike="noStrike">
                <a:solidFill>
                  <a:srgbClr val="000000"/>
                </a:solidFill>
                <a:effectLst/>
                <a:uFillTx/>
                <a:latin typeface="Arial"/>
                <a:ea typeface="Arial"/>
              </a:rPr>
              <a:t>Nachdem sie nach dem Ende der griechischen Antike von ihrer Schwester getrennt wurde und als Kriegsschatz in ein anderes Land entführt wurde, begann sie jene, die sie trugen, dazu zu verleiten Katastrophen und Unheil herbeizuführen, in der Hoffnung dass sie in Umständen landen würde, die sie wieder glücklich machen würden. </a:t>
            </a:r>
            <a:endParaRPr lang="en-GB" sz="1700" b="0" u="none" strike="noStrike">
              <a:solidFill>
                <a:srgbClr val="000000"/>
              </a:solidFill>
              <a:effectLst/>
              <a:uFillTx/>
              <a:latin typeface="Arial"/>
            </a:endParaRPr>
          </a:p>
          <a:p>
            <a:pPr>
              <a:lnSpc>
                <a:spcPct val="115000"/>
              </a:lnSpc>
              <a:tabLst>
                <a:tab algn="l" pos="0"/>
              </a:tabLst>
            </a:pPr>
            <a:endParaRPr lang="en-GB" sz="1700" b="0" u="none" strike="noStrike">
              <a:solidFill>
                <a:srgbClr val="000000"/>
              </a:solidFill>
              <a:effectLst/>
              <a:uFillTx/>
              <a:latin typeface="Arial"/>
            </a:endParaRPr>
          </a:p>
          <a:p>
            <a:pPr>
              <a:lnSpc>
                <a:spcPct val="115000"/>
              </a:lnSpc>
              <a:tabLst>
                <a:tab algn="l" pos="0"/>
              </a:tabLst>
            </a:pPr>
            <a:r>
              <a:rPr lang="de" sz="1700" b="0" u="none" strike="noStrike">
                <a:solidFill>
                  <a:srgbClr val="000000"/>
                </a:solidFill>
                <a:effectLst/>
                <a:uFillTx/>
                <a:latin typeface="Arial"/>
                <a:ea typeface="Arial"/>
              </a:rPr>
              <a:t>Als Melpomene vom Sleep Department gefunden wurde, in einer verstaubten Schublade eines Verstorbenen ohne weitere Angehörige, hatte sie so oft gesehen, wie die Geschichte sich wiederholt und wiederholt hat, dass sie jeglichen Glauben daran verloren hatte, dass es jemals anders kommen könnte.</a:t>
            </a:r>
            <a:endParaRPr lang="en-GB" sz="1700" b="0" u="none" strike="noStrike">
              <a:solidFill>
                <a:srgbClr val="000000"/>
              </a:solidFill>
              <a:effectLst/>
              <a:uFillTx/>
              <a:latin typeface="Arial"/>
            </a:endParaRPr>
          </a:p>
          <a:p>
            <a:pPr>
              <a:lnSpc>
                <a:spcPct val="115000"/>
              </a:lnSpc>
              <a:tabLst>
                <a:tab algn="l" pos="0"/>
              </a:tabLst>
            </a:pPr>
            <a:endParaRPr lang="en-GB" sz="1700" b="0" u="none" strike="noStrike">
              <a:solidFill>
                <a:srgbClr val="000000"/>
              </a:solidFill>
              <a:effectLst/>
              <a:uFillTx/>
              <a:latin typeface="Arial"/>
            </a:endParaRPr>
          </a:p>
        </p:txBody>
      </p:sp>
      <p:grpSp>
        <p:nvGrpSpPr>
          <p:cNvPr id="136" name="Google Shape;188;p4"/>
          <p:cNvGrpSpPr/>
          <p:nvPr/>
        </p:nvGrpSpPr>
        <p:grpSpPr>
          <a:xfrm>
            <a:off x="360" y="-1800"/>
            <a:ext cx="3893400" cy="778680"/>
            <a:chOff x="360" y="-1800"/>
            <a:chExt cx="3893400" cy="778680"/>
          </a:xfrm>
        </p:grpSpPr>
        <p:grpSp>
          <p:nvGrpSpPr>
            <p:cNvPr id="137" name="Google Shape;189;p4"/>
            <p:cNvGrpSpPr/>
            <p:nvPr/>
          </p:nvGrpSpPr>
          <p:grpSpPr>
            <a:xfrm>
              <a:off x="360" y="72000"/>
              <a:ext cx="3893400" cy="704880"/>
              <a:chOff x="360" y="72000"/>
              <a:chExt cx="3893400" cy="704880"/>
            </a:xfrm>
          </p:grpSpPr>
          <p:sp>
            <p:nvSpPr>
              <p:cNvPr id="138" name="Google Shape;190;p4"/>
              <p:cNvSpPr/>
              <p:nvPr/>
            </p:nvSpPr>
            <p:spPr>
              <a:xfrm>
                <a:off x="360" y="72000"/>
                <a:ext cx="2879280" cy="70488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39" name="Google Shape;191;p4"/>
              <p:cNvSpPr/>
              <p:nvPr/>
            </p:nvSpPr>
            <p:spPr>
              <a:xfrm>
                <a:off x="2454120" y="72000"/>
                <a:ext cx="1439640" cy="70488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nvGrpSpPr>
            <p:cNvPr id="140" name="Google Shape;192;p4"/>
            <p:cNvGrpSpPr/>
            <p:nvPr/>
          </p:nvGrpSpPr>
          <p:grpSpPr>
            <a:xfrm>
              <a:off x="360" y="-1800"/>
              <a:ext cx="3817440" cy="704880"/>
              <a:chOff x="360" y="-1800"/>
              <a:chExt cx="3817440" cy="704880"/>
            </a:xfrm>
          </p:grpSpPr>
          <p:sp>
            <p:nvSpPr>
              <p:cNvPr id="141" name="Google Shape;193;p4"/>
              <p:cNvSpPr/>
              <p:nvPr/>
            </p:nvSpPr>
            <p:spPr>
              <a:xfrm>
                <a:off x="360" y="-1800"/>
                <a:ext cx="2850480" cy="70488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sp>
            <p:nvSpPr>
              <p:cNvPr id="142" name="Google Shape;194;p4"/>
              <p:cNvSpPr/>
              <p:nvPr/>
            </p:nvSpPr>
            <p:spPr>
              <a:xfrm>
                <a:off x="2392560" y="-1800"/>
                <a:ext cx="1425240" cy="70488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lang="en-GB" sz="1400" b="0" u="none" strike="noStrike">
                  <a:solidFill>
                    <a:schemeClr val="dk1"/>
                  </a:solidFill>
                  <a:effectLst/>
                  <a:uFillTx/>
                  <a:latin typeface="Montserrat"/>
                  <a:ea typeface="Montserrat"/>
                </a:endParaRPr>
              </a:p>
            </p:txBody>
          </p:sp>
        </p:grpSp>
      </p:grpSp>
      <p:sp>
        <p:nvSpPr>
          <p:cNvPr id="143" name="Google Shape;195;p4"/>
          <p:cNvSpPr/>
          <p:nvPr/>
        </p:nvSpPr>
        <p:spPr>
          <a:xfrm flipH="1">
            <a:off x="12240" y="-82440"/>
            <a:ext cx="3804840" cy="872640"/>
          </a:xfrm>
          <a:prstGeom prst="rect">
            <a:avLst/>
          </a:prstGeom>
          <a:noFill/>
          <a:ln w="0">
            <a:noFill/>
          </a:ln>
        </p:spPr>
        <p:style>
          <a:lnRef idx="0"/>
          <a:fillRef idx="0"/>
          <a:effectRef idx="0"/>
          <a:fontRef idx="minor"/>
        </p:style>
        <p:txBody>
          <a:bodyPr lIns="68400" rIns="68400" tIns="34200" bIns="34200" anchor="ctr">
            <a:noAutofit/>
          </a:bodyPr>
          <a:p>
            <a:pPr>
              <a:lnSpc>
                <a:spcPct val="115000"/>
              </a:lnSpc>
              <a:spcBef>
                <a:spcPts val="1191"/>
              </a:spcBef>
              <a:spcAft>
                <a:spcPts val="992"/>
              </a:spcAft>
              <a:tabLst>
                <a:tab algn="l" pos="0"/>
              </a:tabLst>
            </a:pPr>
            <a:r>
              <a:rPr lang="de" sz="1800" b="0" u="none" strike="noStrike">
                <a:solidFill>
                  <a:schemeClr val="lt1"/>
                </a:solidFill>
                <a:effectLst/>
                <a:uFillTx/>
                <a:latin typeface="Montserrat ExtraBold"/>
                <a:ea typeface="Montserrat ExtraBold"/>
              </a:rPr>
              <a:t>Melpomene</a:t>
            </a:r>
            <a:br>
              <a:rPr sz="1800"/>
            </a:br>
            <a:r>
              <a:rPr lang="de" sz="1800" b="0" u="none" strike="noStrike">
                <a:solidFill>
                  <a:srgbClr val="ffb951"/>
                </a:solidFill>
                <a:effectLst/>
                <a:uFillTx/>
                <a:latin typeface="Montserrat ExtraBold"/>
                <a:ea typeface="Montserrat ExtraBold"/>
              </a:rPr>
              <a:t>Character Bio (Long)</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44" name="Google Shape;237;p6"/>
          <p:cNvGraphicFramePr/>
          <p:nvPr/>
        </p:nvGraphicFramePr>
        <p:xfrm>
          <a:off x="35640" y="50400"/>
          <a:ext cx="9107640" cy="5522040"/>
        </p:xfrm>
        <a:graphic>
          <a:graphicData uri="http://schemas.openxmlformats.org/drawingml/2006/table">
            <a:tbl>
              <a:tblPr/>
              <a:tblGrid>
                <a:gridCol w="1291680"/>
                <a:gridCol w="3939480"/>
                <a:gridCol w="3876840"/>
              </a:tblGrid>
              <a:tr h="239400">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Character: (Name)</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ptos"/>
                          <a:ea typeface="Aptos"/>
                        </a:rPr>
                        <a:t>DIALOGUE BARK – Situation v01</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a:t>
                      </a:r>
                      <a:r>
                        <a:rPr lang="de" sz="1100" b="0" u="none" strike="noStrike">
                          <a:solidFill>
                            <a:schemeClr val="dk1"/>
                          </a:solidFill>
                          <a:effectLst/>
                          <a:uFillTx/>
                          <a:latin typeface="Arial"/>
                          <a:ea typeface="Arial"/>
                        </a:rPr>
                        <a:t>Situation </a:t>
                      </a:r>
                      <a:r>
                        <a:rPr lang="de" sz="1100" b="1" u="none" strike="noStrike">
                          <a:solidFill>
                            <a:schemeClr val="dk1"/>
                          </a:solidFill>
                          <a:effectLst/>
                          <a:uFillTx/>
                          <a:latin typeface="Arial"/>
                          <a:ea typeface="Arial"/>
                        </a:rPr>
                        <a:t>v02</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Character: (Name)</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Situation  v01</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Situation  v02</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Character: (Name)</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Situation  v01</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Situation  v02</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Rechteck 1"/>
          <p:cNvSpPr/>
          <p:nvPr/>
        </p:nvSpPr>
        <p:spPr>
          <a:xfrm>
            <a:off x="-431640" y="4963320"/>
            <a:ext cx="10519920" cy="10407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de-DE" sz="1400" b="0" u="none" strike="noStrike">
              <a:solidFill>
                <a:schemeClr val="lt1"/>
              </a:solidFill>
              <a:effectLst/>
              <a:uFillTx/>
              <a:latin typeface="Arial"/>
              <a:ea typeface="Arial"/>
            </a:endParaRPr>
          </a:p>
        </p:txBody>
      </p:sp>
      <p:graphicFrame>
        <p:nvGraphicFramePr>
          <p:cNvPr id="146" name="Google Shape;242;p7"/>
          <p:cNvGraphicFramePr/>
          <p:nvPr/>
        </p:nvGraphicFramePr>
        <p:xfrm>
          <a:off x="0" y="0"/>
          <a:ext cx="9087120" cy="5470200"/>
        </p:xfrm>
        <a:graphic>
          <a:graphicData uri="http://schemas.openxmlformats.org/drawingml/2006/table">
            <a:tbl>
              <a:tblPr/>
              <a:tblGrid>
                <a:gridCol w="1299600"/>
                <a:gridCol w="3919680"/>
                <a:gridCol w="3868200"/>
              </a:tblGrid>
              <a:tr h="370440">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Character: (Name)</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ptos"/>
                          <a:ea typeface="Aptos"/>
                        </a:rPr>
                        <a:t>DIALOGUE BARK – Vorher</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a:t>
                      </a:r>
                      <a:r>
                        <a:rPr lang="de" sz="1100" b="0" u="none" strike="noStrike">
                          <a:solidFill>
                            <a:schemeClr val="dk1"/>
                          </a:solidFill>
                          <a:effectLst/>
                          <a:uFillTx/>
                          <a:latin typeface="Arial"/>
                          <a:ea typeface="Arial"/>
                        </a:rPr>
                        <a:t>Situation </a:t>
                      </a:r>
                      <a:r>
                        <a:rPr lang="de" sz="1100" b="1" u="none" strike="noStrike">
                          <a:solidFill>
                            <a:schemeClr val="dk1"/>
                          </a:solidFill>
                          <a:effectLst/>
                          <a:uFillTx/>
                          <a:latin typeface="Arial"/>
                          <a:ea typeface="Arial"/>
                        </a:rPr>
                        <a:t> v02</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440">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Character: (Name)</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Nach Richtiger Mask</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Situation  v02</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11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440">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Character: (Name)</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nach falscher mask</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tIns="34200" bIns="34200" anchor="t">
                      <a:noAutofit/>
                    </a:bodyPr>
                    <a:p>
                      <a:pPr algn="ctr">
                        <a:lnSpc>
                          <a:spcPct val="100000"/>
                        </a:lnSpc>
                        <a:tabLst>
                          <a:tab algn="l" pos="0"/>
                        </a:tabLst>
                      </a:pPr>
                      <a:r>
                        <a:rPr lang="de" sz="1100" b="1" u="none" strike="noStrike">
                          <a:solidFill>
                            <a:schemeClr val="dk1"/>
                          </a:solidFill>
                          <a:effectLst/>
                          <a:uFillTx/>
                          <a:latin typeface="Arial"/>
                          <a:ea typeface="Arial"/>
                        </a:rPr>
                        <a:t>DIALOGUE BARK –  Situation v02</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tIns="34200" bIns="34200" anchor="t">
                      <a:noAutofit/>
                    </a:bodyPr>
                    <a:p>
                      <a:pPr>
                        <a:lnSpc>
                          <a:spcPct val="100000"/>
                        </a:lnSpc>
                        <a:tabLst>
                          <a:tab algn="l" pos="0"/>
                        </a:tabLst>
                      </a:pPr>
                      <a:r>
                        <a:rPr lang="de" sz="1100" b="0" u="none" strike="noStrike">
                          <a:solidFill>
                            <a:schemeClr val="dk1"/>
                          </a:solidFill>
                          <a:effectLst/>
                          <a:uFillTx/>
                          <a:latin typeface="Arial"/>
                          <a:ea typeface="Arial"/>
                        </a:rPr>
                        <a:t>Location/Action</a:t>
                      </a:r>
                      <a:endParaRPr lang="en-GB" sz="1100" b="0" u="none" strike="noStrike">
                        <a:solidFill>
                          <a:srgbClr val="000000"/>
                        </a:solidFill>
                        <a:effectLst/>
                        <a:uFillTx/>
                        <a:latin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tIns="34200" bIns="34200" anchor="t">
                      <a:noAutofit/>
                    </a:bodyPr>
                    <a:p>
                      <a:pPr>
                        <a:lnSpc>
                          <a:spcPct val="100000"/>
                        </a:lnSpc>
                      </a:pPr>
                      <a:endParaRPr lang="en-GB" sz="900" b="0" u="none" strike="noStrike">
                        <a:solidFill>
                          <a:schemeClr val="dk1"/>
                        </a:solidFill>
                        <a:effectLst/>
                        <a:uFillTx/>
                        <a:latin typeface="Arial"/>
                        <a:ea typeface="Arial"/>
                      </a:endParaRPr>
                    </a:p>
                  </a:txBody>
                  <a:tcPr anchor="t" marL="68400" marR="68400" marT="34200" marB="342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bl>
          </a:graphicData>
        </a:graphic>
      </p:graphicFrame>
      <p:sp>
        <p:nvSpPr>
          <p:cNvPr id="147" name="Google Shape;243;p7"/>
          <p:cNvSpPr/>
          <p:nvPr/>
        </p:nvSpPr>
        <p:spPr>
          <a:xfrm>
            <a:off x="-248760" y="-200160"/>
            <a:ext cx="2999160" cy="39960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lang="de" sz="1400" b="0" u="none" strike="noStrike">
                <a:solidFill>
                  <a:srgbClr val="000000"/>
                </a:solidFill>
                <a:effectLst/>
                <a:uFillTx/>
                <a:latin typeface="Arial"/>
                <a:ea typeface="Arial"/>
              </a:rPr>
              <a:t> </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LibreOffice/25.8.4.2$Windows_X86_64 LibreOffice_project/290daaa01b999472f0c7a3890eb6a550fd74c6df</Application>
  <AppVersion>15.0000</AppVersion>
  <Words>475</Words>
  <Paragraphs>115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en-GB</dc:language>
  <cp:lastModifiedBy/>
  <dcterms:modified xsi:type="dcterms:W3CDTF">2026-01-31T03:24:02Z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Bildschirmpräsentation (16:9)</vt:lpwstr>
  </property>
  <property fmtid="{D5CDD505-2E9C-101B-9397-08002B2CF9AE}" pid="4" name="Slides">
    <vt:i4>6</vt:i4>
  </property>
</Properties>
</file>