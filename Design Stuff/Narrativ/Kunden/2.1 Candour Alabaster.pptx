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12"/>
  </p:notesMasterIdLst>
  <p:sldIdLst>
    <p:sldId id="256" r:id="rId3"/>
    <p:sldId id="264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3"/>
      <p:bold r:id="rId14"/>
      <p:italic r:id="rId15"/>
      <p:boldItalic r:id="rId16"/>
    </p:embeddedFont>
    <p:embeddedFont>
      <p:font typeface="Montserrat ExtraBold" panose="00000900000000000000" pitchFamily="2" charset="0"/>
      <p:bold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jTz30nbRXKs5E3vrOIH3TGAJAR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2E3274-4D5C-44BF-BB08-FA6336CB3DAF}">
  <a:tblStyle styleId="{692E3274-4D5C-44BF-BB08-FA6336CB3DAF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tcBdr/>
        <a:fill>
          <a:solidFill>
            <a:srgbClr val="CAD1D8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D1D8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660" y="2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2.fntdata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>
          <a:extLst>
            <a:ext uri="{FF2B5EF4-FFF2-40B4-BE49-F238E27FC236}">
              <a16:creationId xmlns:a16="http://schemas.microsoft.com/office/drawing/2014/main" id="{A8165BC0-1D55-F1B4-40CF-FD20102F0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:notes">
            <a:extLst>
              <a:ext uri="{FF2B5EF4-FFF2-40B4-BE49-F238E27FC236}">
                <a16:creationId xmlns:a16="http://schemas.microsoft.com/office/drawing/2014/main" id="{09B3A672-CED3-1D84-F472-965B3A72C2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2:notes">
            <a:extLst>
              <a:ext uri="{FF2B5EF4-FFF2-40B4-BE49-F238E27FC236}">
                <a16:creationId xmlns:a16="http://schemas.microsoft.com/office/drawing/2014/main" id="{091BDA76-524C-FD75-D913-D8392BC611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68391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636e5de4b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3b636e5de4b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b636e5de4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g3b636e5de4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"/>
              <a:t>20 minutes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"/>
              <a:t>Remember, when you are done your first draft. YOU ARE NOT DONE.  COUNT YOUR WORDS, if you are over 20 or under 3 in any line of dialogue you must edit your own text to make it fit or expand on the world lore or to make the character speaking sound unique. 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"/>
              <a:t>20 minutes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"/>
              <a:t>Remember, when you are done your first draft. YOU ARE NOT DONE.  COUNT YOUR WORDS, if you are over 20 or under 3 in any line of dialogue you must edit your own text to make it fit or expand on the world lore or to make the character speaking sound unique. 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2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2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3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3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>
            <a:endParaRPr/>
          </a:p>
        </p:txBody>
      </p:sp>
      <p:sp>
        <p:nvSpPr>
          <p:cNvPr id="68" name="Google Shape;68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3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8" name="Google Shape;78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8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8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3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9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39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3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3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0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40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5" name="Google Shape;95;p40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40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7" name="Google Shape;97;p40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4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4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4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4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42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9" name="Google Shape;109;p42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0" name="Google Shape;110;p4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4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43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43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7" name="Google Shape;117;p4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4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4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44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4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4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4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5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45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4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4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4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10" Type="http://schemas.openxmlformats.org/officeDocument/2006/relationships/image" Target="../media/image8.jpeg"/><Relationship Id="rId4" Type="http://schemas.openxmlformats.org/officeDocument/2006/relationships/image" Target="../media/image2.jpeg"/><Relationship Id="rId9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91827" y="164073"/>
            <a:ext cx="2281100" cy="4935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"/>
          <p:cNvSpPr/>
          <p:nvPr/>
        </p:nvSpPr>
        <p:spPr>
          <a:xfrm>
            <a:off x="660300" y="809750"/>
            <a:ext cx="1562400" cy="7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ARM WEAR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9" name="Google Shape;149;p2"/>
          <p:cNvGrpSpPr/>
          <p:nvPr/>
        </p:nvGrpSpPr>
        <p:grpSpPr>
          <a:xfrm>
            <a:off x="275" y="-1900"/>
            <a:ext cx="4420723" cy="779452"/>
            <a:chOff x="0" y="214638"/>
            <a:chExt cx="3107932" cy="815582"/>
          </a:xfrm>
        </p:grpSpPr>
        <p:grpSp>
          <p:nvGrpSpPr>
            <p:cNvPr id="150" name="Google Shape;150;p2"/>
            <p:cNvGrpSpPr/>
            <p:nvPr/>
          </p:nvGrpSpPr>
          <p:grpSpPr>
            <a:xfrm>
              <a:off x="0" y="291855"/>
              <a:ext cx="3107932" cy="738365"/>
              <a:chOff x="0" y="225393"/>
              <a:chExt cx="3076856" cy="738365"/>
            </a:xfrm>
          </p:grpSpPr>
          <p:sp>
            <p:nvSpPr>
              <p:cNvPr id="151" name="Google Shape;151;p2"/>
              <p:cNvSpPr/>
              <p:nvPr/>
            </p:nvSpPr>
            <p:spPr>
              <a:xfrm>
                <a:off x="0" y="225393"/>
                <a:ext cx="2275500" cy="738300"/>
              </a:xfrm>
              <a:prstGeom prst="rec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52" name="Google Shape;152;p2"/>
              <p:cNvSpPr/>
              <p:nvPr/>
            </p:nvSpPr>
            <p:spPr>
              <a:xfrm>
                <a:off x="1938759" y="225393"/>
                <a:ext cx="1138097" cy="738365"/>
              </a:xfrm>
              <a:prstGeom prst="flowChartInputOutpu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53" name="Google Shape;153;p2"/>
            <p:cNvGrpSpPr/>
            <p:nvPr/>
          </p:nvGrpSpPr>
          <p:grpSpPr>
            <a:xfrm>
              <a:off x="0" y="214638"/>
              <a:ext cx="3047301" cy="738365"/>
              <a:chOff x="0" y="214638"/>
              <a:chExt cx="3047301" cy="738365"/>
            </a:xfrm>
          </p:grpSpPr>
          <p:sp>
            <p:nvSpPr>
              <p:cNvPr id="154" name="Google Shape;154;p2"/>
              <p:cNvSpPr/>
              <p:nvPr/>
            </p:nvSpPr>
            <p:spPr>
              <a:xfrm>
                <a:off x="0" y="214638"/>
                <a:ext cx="2275500" cy="738300"/>
              </a:xfrm>
              <a:prstGeom prst="rec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55" name="Google Shape;155;p2"/>
              <p:cNvSpPr/>
              <p:nvPr/>
            </p:nvSpPr>
            <p:spPr>
              <a:xfrm>
                <a:off x="1909204" y="214638"/>
                <a:ext cx="1138097" cy="738365"/>
              </a:xfrm>
              <a:prstGeom prst="flowChartInputOutpu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156" name="Google Shape;156;p2"/>
          <p:cNvSpPr txBox="1"/>
          <p:nvPr/>
        </p:nvSpPr>
        <p:spPr>
          <a:xfrm flipH="1">
            <a:off x="12525" y="-82550"/>
            <a:ext cx="4090800" cy="8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</a:pPr>
            <a:r>
              <a:rPr lang="de-DE" sz="1800" b="0" i="0" u="none" strike="noStrike" cap="none" dirty="0" err="1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Candour</a:t>
            </a:r>
            <a:r>
              <a:rPr lang="de-DE" sz="1800" b="0" i="0" u="none" strike="noStrike" cap="none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Alabaster </a:t>
            </a:r>
            <a:endParaRPr sz="1800" b="0" i="0" u="none" strike="noStrike" cap="none" dirty="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B951"/>
              </a:buClr>
              <a:buSzPts val="1800"/>
              <a:buFont typeface="Montserrat ExtraBold"/>
              <a:buNone/>
            </a:pPr>
            <a:r>
              <a:rPr lang="de" sz="1800" b="0" i="0" u="none" strike="noStrike" cap="none" dirty="0">
                <a:solidFill>
                  <a:srgbClr val="FFB95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Selbstsicherheit</a:t>
            </a:r>
            <a:endParaRPr sz="1700" b="0" i="0" u="none" strike="noStrike" cap="none" dirty="0">
              <a:solidFill>
                <a:srgbClr val="FF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026" name="Picture 2" descr="Book Review: Skulduggery Pleasant By Derek Landy">
            <a:extLst>
              <a:ext uri="{FF2B5EF4-FFF2-40B4-BE49-F238E27FC236}">
                <a16:creationId xmlns:a16="http://schemas.microsoft.com/office/drawing/2014/main" id="{082ED784-3A10-6451-A4B4-02F389BF82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7725" y="1219269"/>
            <a:ext cx="1583055" cy="2363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yusui Nanami">
            <a:extLst>
              <a:ext uri="{FF2B5EF4-FFF2-40B4-BE49-F238E27FC236}">
                <a16:creationId xmlns:a16="http://schemas.microsoft.com/office/drawing/2014/main" id="{3C3E6E41-620E-CCDE-89D5-6C24E8DDAA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8"/>
          <a:stretch>
            <a:fillRect/>
          </a:stretch>
        </p:blipFill>
        <p:spPr bwMode="auto">
          <a:xfrm>
            <a:off x="1484556" y="768002"/>
            <a:ext cx="1875840" cy="1646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EST DR. STONE TIDDY POLL ‼️ TOP 👑👑👑 1! RYUSUI NANAMI 6,091 votes (  58.3%)">
            <a:extLst>
              <a:ext uri="{FF2B5EF4-FFF2-40B4-BE49-F238E27FC236}">
                <a16:creationId xmlns:a16="http://schemas.microsoft.com/office/drawing/2014/main" id="{CD00B251-0F29-4853-B392-008BAD22A2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6438" y="772348"/>
            <a:ext cx="1636593" cy="1636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CDC299C1-EA26-6A0B-CF40-EAAA411674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97"/>
          <a:stretch>
            <a:fillRect/>
          </a:stretch>
        </p:blipFill>
        <p:spPr bwMode="auto">
          <a:xfrm>
            <a:off x="3440408" y="120512"/>
            <a:ext cx="2593491" cy="4942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4" name="Google Shape;144;p2"/>
          <p:cNvCxnSpPr>
            <a:cxnSpLocks/>
            <a:stCxn id="1028" idx="3"/>
          </p:cNvCxnSpPr>
          <p:nvPr/>
        </p:nvCxnSpPr>
        <p:spPr>
          <a:xfrm flipV="1">
            <a:off x="3360396" y="1101828"/>
            <a:ext cx="916964" cy="489215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5" name="Google Shape;147;p2">
            <a:extLst>
              <a:ext uri="{FF2B5EF4-FFF2-40B4-BE49-F238E27FC236}">
                <a16:creationId xmlns:a16="http://schemas.microsoft.com/office/drawing/2014/main" id="{DF4BF2B3-8277-172F-911D-63C23E92596A}"/>
              </a:ext>
            </a:extLst>
          </p:cNvPr>
          <p:cNvCxnSpPr>
            <a:cxnSpLocks/>
            <a:stCxn id="1026" idx="1"/>
          </p:cNvCxnSpPr>
          <p:nvPr/>
        </p:nvCxnSpPr>
        <p:spPr>
          <a:xfrm flipH="1">
            <a:off x="4865050" y="2401089"/>
            <a:ext cx="1302675" cy="661895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0" name="Google Shape;147;p2">
            <a:extLst>
              <a:ext uri="{FF2B5EF4-FFF2-40B4-BE49-F238E27FC236}">
                <a16:creationId xmlns:a16="http://schemas.microsoft.com/office/drawing/2014/main" id="{8422D938-9861-1257-F08C-D22EE0629E92}"/>
              </a:ext>
            </a:extLst>
          </p:cNvPr>
          <p:cNvCxnSpPr>
            <a:cxnSpLocks/>
            <a:stCxn id="1026" idx="1"/>
          </p:cNvCxnSpPr>
          <p:nvPr/>
        </p:nvCxnSpPr>
        <p:spPr>
          <a:xfrm flipH="1">
            <a:off x="4329980" y="2401089"/>
            <a:ext cx="1837745" cy="1881351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47" name="Google Shape;147;p2"/>
          <p:cNvCxnSpPr>
            <a:cxnSpLocks/>
            <a:stCxn id="1026" idx="1"/>
          </p:cNvCxnSpPr>
          <p:nvPr/>
        </p:nvCxnSpPr>
        <p:spPr>
          <a:xfrm flipH="1" flipV="1">
            <a:off x="5110480" y="1881164"/>
            <a:ext cx="1057245" cy="519925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dash"/>
            <a:round/>
            <a:headEnd type="none" w="sm" len="sm"/>
            <a:tailEnd type="triangle" w="med" len="med"/>
          </a:ln>
        </p:spPr>
      </p:cxnSp>
      <p:pic>
        <p:nvPicPr>
          <p:cNvPr id="1040" name="Picture 16" descr="Story Pin-Bild">
            <a:extLst>
              <a:ext uri="{FF2B5EF4-FFF2-40B4-BE49-F238E27FC236}">
                <a16:creationId xmlns:a16="http://schemas.microsoft.com/office/drawing/2014/main" id="{5EAEEF97-F7B8-8660-94BD-A36F7F475A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0780" y="1219269"/>
            <a:ext cx="1575760" cy="2363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feld 30">
            <a:extLst>
              <a:ext uri="{FF2B5EF4-FFF2-40B4-BE49-F238E27FC236}">
                <a16:creationId xmlns:a16="http://schemas.microsoft.com/office/drawing/2014/main" id="{AC33CD92-8DCA-B906-EA93-925CD35037C1}"/>
              </a:ext>
            </a:extLst>
          </p:cNvPr>
          <p:cNvSpPr txBox="1"/>
          <p:nvPr/>
        </p:nvSpPr>
        <p:spPr>
          <a:xfrm>
            <a:off x="0" y="2401089"/>
            <a:ext cx="3360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(Haare &amp; Gesicht, </a:t>
            </a:r>
            <a:r>
              <a:rPr lang="de-DE" sz="1100" dirty="0" err="1"/>
              <a:t>vorallem</a:t>
            </a:r>
            <a:r>
              <a:rPr lang="de-DE" sz="1100" dirty="0"/>
              <a:t> die scharfen Kanten und Augenbrauen)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8526FA08-CAFD-6760-7399-CAC478D471F9}"/>
              </a:ext>
            </a:extLst>
          </p:cNvPr>
          <p:cNvSpPr txBox="1"/>
          <p:nvPr/>
        </p:nvSpPr>
        <p:spPr>
          <a:xfrm>
            <a:off x="7481540" y="3559912"/>
            <a:ext cx="5384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(</a:t>
            </a:r>
            <a:r>
              <a:rPr lang="de-DE" sz="1100" dirty="0" err="1"/>
              <a:t>Suit</a:t>
            </a:r>
            <a:r>
              <a:rPr lang="de-DE" sz="1100" dirty="0"/>
              <a:t>)</a:t>
            </a:r>
          </a:p>
        </p:txBody>
      </p:sp>
      <p:pic>
        <p:nvPicPr>
          <p:cNvPr id="1042" name="Picture 18" descr="Tie Pin | Grey | gun | | 30-975001 | LINDBERGH">
            <a:extLst>
              <a:ext uri="{FF2B5EF4-FFF2-40B4-BE49-F238E27FC236}">
                <a16:creationId xmlns:a16="http://schemas.microsoft.com/office/drawing/2014/main" id="{0FA386AC-DC9F-6110-90D1-72FD16637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1786" y="3109394"/>
            <a:ext cx="1000985" cy="1501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American Psycho Enamel Pin: Patrick Bateman Business Card Horror Pin -  Etsy.de">
            <a:extLst>
              <a:ext uri="{FF2B5EF4-FFF2-40B4-BE49-F238E27FC236}">
                <a16:creationId xmlns:a16="http://schemas.microsoft.com/office/drawing/2014/main" id="{61916326-6158-AC41-6E6B-AAEDD885B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32" y="3109393"/>
            <a:ext cx="1501478" cy="1501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Textfeld 36">
            <a:extLst>
              <a:ext uri="{FF2B5EF4-FFF2-40B4-BE49-F238E27FC236}">
                <a16:creationId xmlns:a16="http://schemas.microsoft.com/office/drawing/2014/main" id="{39C0476D-76B3-F003-0CE6-D476D38EAD8B}"/>
              </a:ext>
            </a:extLst>
          </p:cNvPr>
          <p:cNvSpPr txBox="1"/>
          <p:nvPr/>
        </p:nvSpPr>
        <p:spPr>
          <a:xfrm>
            <a:off x="117132" y="4592101"/>
            <a:ext cx="3360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(Krawatte mit übergroßer Visitenkarten-Anstecknadel)</a:t>
            </a:r>
          </a:p>
        </p:txBody>
      </p:sp>
      <p:cxnSp>
        <p:nvCxnSpPr>
          <p:cNvPr id="38" name="Google Shape;144;p2">
            <a:extLst>
              <a:ext uri="{FF2B5EF4-FFF2-40B4-BE49-F238E27FC236}">
                <a16:creationId xmlns:a16="http://schemas.microsoft.com/office/drawing/2014/main" id="{B7F273DC-0AC3-6B03-6626-F9C2660BE2BA}"/>
              </a:ext>
            </a:extLst>
          </p:cNvPr>
          <p:cNvCxnSpPr>
            <a:cxnSpLocks/>
            <a:stCxn id="1042" idx="3"/>
          </p:cNvCxnSpPr>
          <p:nvPr/>
        </p:nvCxnSpPr>
        <p:spPr>
          <a:xfrm flipV="1">
            <a:off x="2622771" y="2327293"/>
            <a:ext cx="1707209" cy="153284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dash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3CEAEE8C-8725-85DF-F3B5-A284A99E2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2">
            <a:extLst>
              <a:ext uri="{FF2B5EF4-FFF2-40B4-BE49-F238E27FC236}">
                <a16:creationId xmlns:a16="http://schemas.microsoft.com/office/drawing/2014/main" id="{2BFBC9FE-7D6F-FB37-0B3B-6CA76C971C96}"/>
              </a:ext>
            </a:extLst>
          </p:cNvPr>
          <p:cNvGrpSpPr/>
          <p:nvPr/>
        </p:nvGrpSpPr>
        <p:grpSpPr>
          <a:xfrm>
            <a:off x="275" y="-1900"/>
            <a:ext cx="4420723" cy="779452"/>
            <a:chOff x="0" y="214638"/>
            <a:chExt cx="3107932" cy="815582"/>
          </a:xfrm>
        </p:grpSpPr>
        <p:grpSp>
          <p:nvGrpSpPr>
            <p:cNvPr id="150" name="Google Shape;150;p2">
              <a:extLst>
                <a:ext uri="{FF2B5EF4-FFF2-40B4-BE49-F238E27FC236}">
                  <a16:creationId xmlns:a16="http://schemas.microsoft.com/office/drawing/2014/main" id="{989819C9-290A-530E-E5F0-397E84F706E9}"/>
                </a:ext>
              </a:extLst>
            </p:cNvPr>
            <p:cNvGrpSpPr/>
            <p:nvPr/>
          </p:nvGrpSpPr>
          <p:grpSpPr>
            <a:xfrm>
              <a:off x="0" y="291855"/>
              <a:ext cx="3107932" cy="738365"/>
              <a:chOff x="0" y="225393"/>
              <a:chExt cx="3076856" cy="738365"/>
            </a:xfrm>
          </p:grpSpPr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id="{E8DD376A-6A7E-B03C-38B9-5F291AC82DC3}"/>
                  </a:ext>
                </a:extLst>
              </p:cNvPr>
              <p:cNvSpPr/>
              <p:nvPr/>
            </p:nvSpPr>
            <p:spPr>
              <a:xfrm>
                <a:off x="0" y="225393"/>
                <a:ext cx="2275500" cy="738300"/>
              </a:xfrm>
              <a:prstGeom prst="rec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id="{EA9EEC01-A63A-ABA4-DFD9-E4ED65906229}"/>
                  </a:ext>
                </a:extLst>
              </p:cNvPr>
              <p:cNvSpPr/>
              <p:nvPr/>
            </p:nvSpPr>
            <p:spPr>
              <a:xfrm>
                <a:off x="1938759" y="225393"/>
                <a:ext cx="1138097" cy="738365"/>
              </a:xfrm>
              <a:prstGeom prst="flowChartInputOutpu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53" name="Google Shape;153;p2">
              <a:extLst>
                <a:ext uri="{FF2B5EF4-FFF2-40B4-BE49-F238E27FC236}">
                  <a16:creationId xmlns:a16="http://schemas.microsoft.com/office/drawing/2014/main" id="{1D02C4CA-7AC5-7788-8AD0-DCA41B29CA0E}"/>
                </a:ext>
              </a:extLst>
            </p:cNvPr>
            <p:cNvGrpSpPr/>
            <p:nvPr/>
          </p:nvGrpSpPr>
          <p:grpSpPr>
            <a:xfrm>
              <a:off x="0" y="214638"/>
              <a:ext cx="3047301" cy="738365"/>
              <a:chOff x="0" y="214638"/>
              <a:chExt cx="3047301" cy="738365"/>
            </a:xfrm>
          </p:grpSpPr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id="{8A7B3417-76E7-ACC0-EC08-AD2324763530}"/>
                  </a:ext>
                </a:extLst>
              </p:cNvPr>
              <p:cNvSpPr/>
              <p:nvPr/>
            </p:nvSpPr>
            <p:spPr>
              <a:xfrm>
                <a:off x="0" y="214638"/>
                <a:ext cx="2275500" cy="738300"/>
              </a:xfrm>
              <a:prstGeom prst="rec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55" name="Google Shape;155;p2">
                <a:extLst>
                  <a:ext uri="{FF2B5EF4-FFF2-40B4-BE49-F238E27FC236}">
                    <a16:creationId xmlns:a16="http://schemas.microsoft.com/office/drawing/2014/main" id="{69006882-1112-B36A-D415-4EA1BB820293}"/>
                  </a:ext>
                </a:extLst>
              </p:cNvPr>
              <p:cNvSpPr/>
              <p:nvPr/>
            </p:nvSpPr>
            <p:spPr>
              <a:xfrm>
                <a:off x="1909204" y="214638"/>
                <a:ext cx="1138097" cy="738365"/>
              </a:xfrm>
              <a:prstGeom prst="flowChartInputOutpu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156" name="Google Shape;156;p2">
            <a:extLst>
              <a:ext uri="{FF2B5EF4-FFF2-40B4-BE49-F238E27FC236}">
                <a16:creationId xmlns:a16="http://schemas.microsoft.com/office/drawing/2014/main" id="{98596211-107A-C6CB-FCD5-457AFD20AD22}"/>
              </a:ext>
            </a:extLst>
          </p:cNvPr>
          <p:cNvSpPr txBox="1"/>
          <p:nvPr/>
        </p:nvSpPr>
        <p:spPr>
          <a:xfrm flipH="1">
            <a:off x="12525" y="-82550"/>
            <a:ext cx="4090800" cy="8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</a:pPr>
            <a:r>
              <a:rPr lang="de-DE" sz="1800" b="0" i="0" u="none" strike="noStrike" cap="none" dirty="0" err="1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Candour</a:t>
            </a:r>
            <a:r>
              <a:rPr lang="de-DE" sz="1800" b="0" i="0" u="none" strike="noStrike" cap="none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Alabaster </a:t>
            </a:r>
            <a:endParaRPr sz="1800" b="0" i="0" u="none" strike="noStrike" cap="none" dirty="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B951"/>
              </a:buClr>
              <a:buSzPts val="1800"/>
              <a:buFont typeface="Montserrat ExtraBold"/>
              <a:buNone/>
            </a:pPr>
            <a:r>
              <a:rPr lang="de" sz="1800" b="0" i="0" u="none" strike="noStrike" cap="none" dirty="0">
                <a:solidFill>
                  <a:srgbClr val="FFB95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Visitenkarte</a:t>
            </a:r>
            <a:endParaRPr sz="1700" b="0" i="0" u="none" strike="noStrike" cap="none" dirty="0">
              <a:solidFill>
                <a:srgbClr val="FF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8A85AD86-555B-DB23-55EB-49B75B841061}"/>
              </a:ext>
            </a:extLst>
          </p:cNvPr>
          <p:cNvSpPr/>
          <p:nvPr/>
        </p:nvSpPr>
        <p:spPr>
          <a:xfrm>
            <a:off x="1634956" y="1162050"/>
            <a:ext cx="6112044" cy="30353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5E09B69-3612-5BDA-B5DD-0DEF92472A19}"/>
              </a:ext>
            </a:extLst>
          </p:cNvPr>
          <p:cNvSpPr txBox="1"/>
          <p:nvPr/>
        </p:nvSpPr>
        <p:spPr>
          <a:xfrm>
            <a:off x="2815486" y="1731989"/>
            <a:ext cx="37509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/>
              <a:t>ALABASTER LTD.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0BA39C1-E12C-2354-F25F-26499A6D95AB}"/>
              </a:ext>
            </a:extLst>
          </p:cNvPr>
          <p:cNvSpPr txBox="1"/>
          <p:nvPr/>
        </p:nvSpPr>
        <p:spPr>
          <a:xfrm>
            <a:off x="4278228" y="3644484"/>
            <a:ext cx="825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Stonks</a:t>
            </a:r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F32A4B7-FC1A-14ED-D21C-50AA0E68631E}"/>
              </a:ext>
            </a:extLst>
          </p:cNvPr>
          <p:cNvSpPr txBox="1"/>
          <p:nvPr/>
        </p:nvSpPr>
        <p:spPr>
          <a:xfrm>
            <a:off x="1638092" y="1182786"/>
            <a:ext cx="42558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Phone: +01100111 01100001 01111001 00001010</a:t>
            </a:r>
          </a:p>
        </p:txBody>
      </p:sp>
      <p:pic>
        <p:nvPicPr>
          <p:cNvPr id="8" name="Grafik 7" descr="Ein Bild, das Muster, nähen, Stoff enthält.&#10;&#10;KI-generierte Inhalte können fehlerhaft sein.">
            <a:extLst>
              <a:ext uri="{FF2B5EF4-FFF2-40B4-BE49-F238E27FC236}">
                <a16:creationId xmlns:a16="http://schemas.microsoft.com/office/drawing/2014/main" id="{AA7806D0-73E0-AB50-08EE-7892F995FB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3591" y="2449609"/>
            <a:ext cx="1074774" cy="1062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64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g3b636e5de4b_0_32"/>
          <p:cNvGrpSpPr/>
          <p:nvPr/>
        </p:nvGrpSpPr>
        <p:grpSpPr>
          <a:xfrm>
            <a:off x="274" y="-1897"/>
            <a:ext cx="3491140" cy="779452"/>
            <a:chOff x="0" y="214638"/>
            <a:chExt cx="3107932" cy="815582"/>
          </a:xfrm>
        </p:grpSpPr>
        <p:grpSp>
          <p:nvGrpSpPr>
            <p:cNvPr id="162" name="Google Shape;162;g3b636e5de4b_0_32"/>
            <p:cNvGrpSpPr/>
            <p:nvPr/>
          </p:nvGrpSpPr>
          <p:grpSpPr>
            <a:xfrm>
              <a:off x="0" y="291855"/>
              <a:ext cx="3107932" cy="738365"/>
              <a:chOff x="0" y="225393"/>
              <a:chExt cx="3076856" cy="738365"/>
            </a:xfrm>
          </p:grpSpPr>
          <p:sp>
            <p:nvSpPr>
              <p:cNvPr id="163" name="Google Shape;163;g3b636e5de4b_0_32"/>
              <p:cNvSpPr/>
              <p:nvPr/>
            </p:nvSpPr>
            <p:spPr>
              <a:xfrm>
                <a:off x="0" y="225393"/>
                <a:ext cx="2275500" cy="738300"/>
              </a:xfrm>
              <a:prstGeom prst="rec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64" name="Google Shape;164;g3b636e5de4b_0_32"/>
              <p:cNvSpPr/>
              <p:nvPr/>
            </p:nvSpPr>
            <p:spPr>
              <a:xfrm>
                <a:off x="1938759" y="225393"/>
                <a:ext cx="1138097" cy="738365"/>
              </a:xfrm>
              <a:prstGeom prst="flowChartInputOutpu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65" name="Google Shape;165;g3b636e5de4b_0_32"/>
            <p:cNvGrpSpPr/>
            <p:nvPr/>
          </p:nvGrpSpPr>
          <p:grpSpPr>
            <a:xfrm>
              <a:off x="0" y="214638"/>
              <a:ext cx="3047301" cy="738365"/>
              <a:chOff x="0" y="214638"/>
              <a:chExt cx="3047301" cy="738365"/>
            </a:xfrm>
          </p:grpSpPr>
          <p:sp>
            <p:nvSpPr>
              <p:cNvPr id="166" name="Google Shape;166;g3b636e5de4b_0_32"/>
              <p:cNvSpPr/>
              <p:nvPr/>
            </p:nvSpPr>
            <p:spPr>
              <a:xfrm>
                <a:off x="0" y="214638"/>
                <a:ext cx="2275500" cy="738300"/>
              </a:xfrm>
              <a:prstGeom prst="rec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67" name="Google Shape;167;g3b636e5de4b_0_32"/>
              <p:cNvSpPr/>
              <p:nvPr/>
            </p:nvSpPr>
            <p:spPr>
              <a:xfrm>
                <a:off x="1909204" y="214638"/>
                <a:ext cx="1138097" cy="738365"/>
              </a:xfrm>
              <a:prstGeom prst="flowChartInputOutpu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168" name="Google Shape;168;g3b636e5de4b_0_32"/>
          <p:cNvSpPr txBox="1"/>
          <p:nvPr/>
        </p:nvSpPr>
        <p:spPr>
          <a:xfrm flipH="1">
            <a:off x="12825" y="-82556"/>
            <a:ext cx="3755400" cy="8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</a:pPr>
            <a:r>
              <a:rPr lang="de" sz="1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Name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B951"/>
              </a:buClr>
              <a:buSzPts val="1800"/>
              <a:buFont typeface="Montserrat ExtraBold"/>
              <a:buNone/>
            </a:pPr>
            <a:r>
              <a:rPr lang="de" sz="1800" b="0" i="0" u="none" strike="noStrike" cap="none">
                <a:solidFill>
                  <a:srgbClr val="FFB95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Checklist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9" name="Google Shape;169;g3b636e5de4b_0_32"/>
          <p:cNvGraphicFramePr/>
          <p:nvPr/>
        </p:nvGraphicFramePr>
        <p:xfrm>
          <a:off x="21850" y="851289"/>
          <a:ext cx="9080600" cy="4974750"/>
        </p:xfrm>
        <a:graphic>
          <a:graphicData uri="http://schemas.openxmlformats.org/drawingml/2006/table">
            <a:tbl>
              <a:tblPr bandCol="1">
                <a:noFill/>
                <a:tableStyleId>{692E3274-4D5C-44BF-BB08-FA6336CB3DAF}</a:tableStyleId>
              </a:tblPr>
              <a:tblGrid>
                <a:gridCol w="227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0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9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Goal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Why do they do, what they do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A specific personality / Universal Behaviour</a:t>
                      </a:r>
                      <a:endParaRPr sz="1400" b="1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What makes them different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9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Flaw</a:t>
                      </a:r>
                      <a:endParaRPr sz="1400" b="1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something negative about them 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Secrets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Something mysterious about them (can be silly) 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9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Belonging</a:t>
                      </a:r>
                      <a:endParaRPr sz="1400" b="1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Which group do they belong too 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Assertiveness</a:t>
                      </a:r>
                      <a:endParaRPr sz="1400" b="1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How does he present himself 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9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Believe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In what do they believe 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Specific Tastes and professions</a:t>
                      </a:r>
                      <a:endParaRPr sz="1400" b="1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What do they prefer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9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Information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How does he enrich the world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Hurt Them</a:t>
                      </a:r>
                      <a:endParaRPr sz="1400" b="1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The most hurtful situation 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9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Special Skill</a:t>
                      </a:r>
                      <a:endParaRPr sz="1400" b="1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100"/>
                        <a:t>Give them a cool but very dumb quirk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"/>
          <p:cNvSpPr txBox="1"/>
          <p:nvPr/>
        </p:nvSpPr>
        <p:spPr>
          <a:xfrm>
            <a:off x="22124" y="703635"/>
            <a:ext cx="9122100" cy="38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Name: 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Gender: 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Age: 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Personality: 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de" sz="18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Alignment: 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de" sz="18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Occupation: </a:t>
            </a:r>
            <a:endParaRPr sz="18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de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Describe the past, the what and the now shortly</a:t>
            </a:r>
            <a:endParaRPr sz="18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5" name="Google Shape;175;p3"/>
          <p:cNvGrpSpPr/>
          <p:nvPr/>
        </p:nvGrpSpPr>
        <p:grpSpPr>
          <a:xfrm>
            <a:off x="274" y="-1897"/>
            <a:ext cx="3491140" cy="779452"/>
            <a:chOff x="0" y="214638"/>
            <a:chExt cx="3107932" cy="815582"/>
          </a:xfrm>
        </p:grpSpPr>
        <p:grpSp>
          <p:nvGrpSpPr>
            <p:cNvPr id="176" name="Google Shape;176;p3"/>
            <p:cNvGrpSpPr/>
            <p:nvPr/>
          </p:nvGrpSpPr>
          <p:grpSpPr>
            <a:xfrm>
              <a:off x="0" y="291855"/>
              <a:ext cx="3107932" cy="738365"/>
              <a:chOff x="0" y="225393"/>
              <a:chExt cx="3076856" cy="738365"/>
            </a:xfrm>
          </p:grpSpPr>
          <p:sp>
            <p:nvSpPr>
              <p:cNvPr id="177" name="Google Shape;177;p3"/>
              <p:cNvSpPr/>
              <p:nvPr/>
            </p:nvSpPr>
            <p:spPr>
              <a:xfrm>
                <a:off x="0" y="225393"/>
                <a:ext cx="2275500" cy="738300"/>
              </a:xfrm>
              <a:prstGeom prst="rec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78" name="Google Shape;178;p3"/>
              <p:cNvSpPr/>
              <p:nvPr/>
            </p:nvSpPr>
            <p:spPr>
              <a:xfrm>
                <a:off x="1938759" y="225393"/>
                <a:ext cx="1138097" cy="738365"/>
              </a:xfrm>
              <a:prstGeom prst="flowChartInputOutpu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79" name="Google Shape;179;p3"/>
            <p:cNvGrpSpPr/>
            <p:nvPr/>
          </p:nvGrpSpPr>
          <p:grpSpPr>
            <a:xfrm>
              <a:off x="0" y="214638"/>
              <a:ext cx="3047301" cy="738365"/>
              <a:chOff x="0" y="214638"/>
              <a:chExt cx="3047301" cy="738365"/>
            </a:xfrm>
          </p:grpSpPr>
          <p:sp>
            <p:nvSpPr>
              <p:cNvPr id="180" name="Google Shape;180;p3"/>
              <p:cNvSpPr/>
              <p:nvPr/>
            </p:nvSpPr>
            <p:spPr>
              <a:xfrm>
                <a:off x="0" y="214638"/>
                <a:ext cx="2275500" cy="738300"/>
              </a:xfrm>
              <a:prstGeom prst="rec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81" name="Google Shape;181;p3"/>
              <p:cNvSpPr/>
              <p:nvPr/>
            </p:nvSpPr>
            <p:spPr>
              <a:xfrm>
                <a:off x="1909204" y="214638"/>
                <a:ext cx="1138097" cy="738365"/>
              </a:xfrm>
              <a:prstGeom prst="flowChartInputOutpu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182" name="Google Shape;182;p3"/>
          <p:cNvSpPr txBox="1"/>
          <p:nvPr/>
        </p:nvSpPr>
        <p:spPr>
          <a:xfrm flipH="1">
            <a:off x="12825" y="-82556"/>
            <a:ext cx="3755400" cy="8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</a:pPr>
            <a:r>
              <a:rPr lang="de" sz="1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Name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B951"/>
              </a:buClr>
              <a:buSzPts val="1800"/>
              <a:buFont typeface="Montserrat ExtraBold"/>
              <a:buNone/>
            </a:pPr>
            <a:r>
              <a:rPr lang="de" sz="1800" b="0" i="0" u="none" strike="noStrike" cap="none">
                <a:solidFill>
                  <a:srgbClr val="FFB95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Bio (short)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"/>
          <p:cNvSpPr txBox="1"/>
          <p:nvPr/>
        </p:nvSpPr>
        <p:spPr>
          <a:xfrm>
            <a:off x="22124" y="703635"/>
            <a:ext cx="9122100" cy="3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8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8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8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de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Describe the past, the what and the now (see the checklist)</a:t>
            </a:r>
            <a:endParaRPr sz="18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200" b="0" i="0" u="none" strike="noStrike" cap="none">
              <a:solidFill>
                <a:srgbClr val="24242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2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1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8" name="Google Shape;188;p4"/>
          <p:cNvGrpSpPr/>
          <p:nvPr/>
        </p:nvGrpSpPr>
        <p:grpSpPr>
          <a:xfrm>
            <a:off x="274" y="-1897"/>
            <a:ext cx="3894239" cy="779452"/>
            <a:chOff x="0" y="214638"/>
            <a:chExt cx="3107932" cy="815582"/>
          </a:xfrm>
        </p:grpSpPr>
        <p:grpSp>
          <p:nvGrpSpPr>
            <p:cNvPr id="189" name="Google Shape;189;p4"/>
            <p:cNvGrpSpPr/>
            <p:nvPr/>
          </p:nvGrpSpPr>
          <p:grpSpPr>
            <a:xfrm>
              <a:off x="0" y="291855"/>
              <a:ext cx="3107932" cy="738365"/>
              <a:chOff x="0" y="225393"/>
              <a:chExt cx="3076856" cy="738365"/>
            </a:xfrm>
          </p:grpSpPr>
          <p:sp>
            <p:nvSpPr>
              <p:cNvPr id="190" name="Google Shape;190;p4"/>
              <p:cNvSpPr/>
              <p:nvPr/>
            </p:nvSpPr>
            <p:spPr>
              <a:xfrm>
                <a:off x="0" y="225393"/>
                <a:ext cx="2275500" cy="738300"/>
              </a:xfrm>
              <a:prstGeom prst="rec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91" name="Google Shape;191;p4"/>
              <p:cNvSpPr/>
              <p:nvPr/>
            </p:nvSpPr>
            <p:spPr>
              <a:xfrm>
                <a:off x="1938759" y="225393"/>
                <a:ext cx="1138097" cy="738365"/>
              </a:xfrm>
              <a:prstGeom prst="flowChartInputOutpu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92" name="Google Shape;192;p4"/>
            <p:cNvGrpSpPr/>
            <p:nvPr/>
          </p:nvGrpSpPr>
          <p:grpSpPr>
            <a:xfrm>
              <a:off x="0" y="214638"/>
              <a:ext cx="3047301" cy="738365"/>
              <a:chOff x="0" y="214638"/>
              <a:chExt cx="3047301" cy="738365"/>
            </a:xfrm>
          </p:grpSpPr>
          <p:sp>
            <p:nvSpPr>
              <p:cNvPr id="193" name="Google Shape;193;p4"/>
              <p:cNvSpPr/>
              <p:nvPr/>
            </p:nvSpPr>
            <p:spPr>
              <a:xfrm>
                <a:off x="0" y="214638"/>
                <a:ext cx="2275500" cy="738300"/>
              </a:xfrm>
              <a:prstGeom prst="rec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94" name="Google Shape;194;p4"/>
              <p:cNvSpPr/>
              <p:nvPr/>
            </p:nvSpPr>
            <p:spPr>
              <a:xfrm>
                <a:off x="1909204" y="214638"/>
                <a:ext cx="1138097" cy="738365"/>
              </a:xfrm>
              <a:prstGeom prst="flowChartInputOutpu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195" name="Google Shape;195;p4"/>
          <p:cNvSpPr txBox="1"/>
          <p:nvPr/>
        </p:nvSpPr>
        <p:spPr>
          <a:xfrm flipH="1">
            <a:off x="12896" y="-82558"/>
            <a:ext cx="3805500" cy="8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</a:pPr>
            <a:r>
              <a:rPr lang="de" sz="1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Name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B951"/>
              </a:buClr>
              <a:buSzPts val="1800"/>
              <a:buFont typeface="Montserrat ExtraBold"/>
              <a:buNone/>
            </a:pPr>
            <a:r>
              <a:rPr lang="de" sz="1800" b="0" i="0" u="none" strike="noStrike" cap="none">
                <a:solidFill>
                  <a:srgbClr val="FFB95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Bio (Long)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0;p5"/>
          <p:cNvGrpSpPr/>
          <p:nvPr/>
        </p:nvGrpSpPr>
        <p:grpSpPr>
          <a:xfrm>
            <a:off x="27169" y="24983"/>
            <a:ext cx="2858365" cy="550436"/>
            <a:chOff x="0" y="214638"/>
            <a:chExt cx="3107932" cy="815582"/>
          </a:xfrm>
        </p:grpSpPr>
        <p:grpSp>
          <p:nvGrpSpPr>
            <p:cNvPr id="201" name="Google Shape;201;p5"/>
            <p:cNvGrpSpPr/>
            <p:nvPr/>
          </p:nvGrpSpPr>
          <p:grpSpPr>
            <a:xfrm>
              <a:off x="0" y="291855"/>
              <a:ext cx="3107932" cy="738365"/>
              <a:chOff x="0" y="225393"/>
              <a:chExt cx="3076856" cy="738365"/>
            </a:xfrm>
          </p:grpSpPr>
          <p:sp>
            <p:nvSpPr>
              <p:cNvPr id="202" name="Google Shape;202;p5"/>
              <p:cNvSpPr/>
              <p:nvPr/>
            </p:nvSpPr>
            <p:spPr>
              <a:xfrm>
                <a:off x="0" y="225393"/>
                <a:ext cx="2275500" cy="738300"/>
              </a:xfrm>
              <a:prstGeom prst="rec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03" name="Google Shape;203;p5"/>
              <p:cNvSpPr/>
              <p:nvPr/>
            </p:nvSpPr>
            <p:spPr>
              <a:xfrm>
                <a:off x="1938759" y="225393"/>
                <a:ext cx="1138097" cy="738365"/>
              </a:xfrm>
              <a:prstGeom prst="flowChartInputOutpu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204" name="Google Shape;204;p5"/>
            <p:cNvGrpSpPr/>
            <p:nvPr/>
          </p:nvGrpSpPr>
          <p:grpSpPr>
            <a:xfrm>
              <a:off x="0" y="214638"/>
              <a:ext cx="3047301" cy="738365"/>
              <a:chOff x="0" y="214638"/>
              <a:chExt cx="3047301" cy="738365"/>
            </a:xfrm>
          </p:grpSpPr>
          <p:sp>
            <p:nvSpPr>
              <p:cNvPr id="205" name="Google Shape;205;p5"/>
              <p:cNvSpPr/>
              <p:nvPr/>
            </p:nvSpPr>
            <p:spPr>
              <a:xfrm>
                <a:off x="0" y="214638"/>
                <a:ext cx="2275500" cy="738300"/>
              </a:xfrm>
              <a:prstGeom prst="rec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06" name="Google Shape;206;p5"/>
              <p:cNvSpPr/>
              <p:nvPr/>
            </p:nvSpPr>
            <p:spPr>
              <a:xfrm>
                <a:off x="1909204" y="214638"/>
                <a:ext cx="1138097" cy="738365"/>
              </a:xfrm>
              <a:prstGeom prst="flowChartInputOutpu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207" name="Google Shape;207;p5"/>
          <p:cNvSpPr txBox="1"/>
          <p:nvPr/>
        </p:nvSpPr>
        <p:spPr>
          <a:xfrm flipH="1">
            <a:off x="81385" y="-232075"/>
            <a:ext cx="2838000" cy="8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</a:pPr>
            <a:r>
              <a:rPr lang="de" sz="1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Weapons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5"/>
          <p:cNvSpPr txBox="1"/>
          <p:nvPr/>
        </p:nvSpPr>
        <p:spPr>
          <a:xfrm>
            <a:off x="16389" y="771225"/>
            <a:ext cx="26346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Weapon  -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de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Detailed Description: 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34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-"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636e5de4b_0_0"/>
          <p:cNvSpPr/>
          <p:nvPr/>
        </p:nvSpPr>
        <p:spPr>
          <a:xfrm>
            <a:off x="245556" y="997143"/>
            <a:ext cx="2394900" cy="250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de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Attack</a:t>
            </a:r>
            <a:r>
              <a:rPr lang="d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/Abillity -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b636e5de4b_0_0"/>
          <p:cNvSpPr txBox="1"/>
          <p:nvPr/>
        </p:nvSpPr>
        <p:spPr>
          <a:xfrm>
            <a:off x="245556" y="1266338"/>
            <a:ext cx="29478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de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5" name="Google Shape;215;g3b636e5de4b_0_0"/>
          <p:cNvGrpSpPr/>
          <p:nvPr/>
        </p:nvGrpSpPr>
        <p:grpSpPr>
          <a:xfrm>
            <a:off x="27169" y="24983"/>
            <a:ext cx="2858365" cy="550436"/>
            <a:chOff x="0" y="214638"/>
            <a:chExt cx="3107932" cy="815582"/>
          </a:xfrm>
        </p:grpSpPr>
        <p:grpSp>
          <p:nvGrpSpPr>
            <p:cNvPr id="216" name="Google Shape;216;g3b636e5de4b_0_0"/>
            <p:cNvGrpSpPr/>
            <p:nvPr/>
          </p:nvGrpSpPr>
          <p:grpSpPr>
            <a:xfrm>
              <a:off x="0" y="291855"/>
              <a:ext cx="3107932" cy="738365"/>
              <a:chOff x="0" y="225393"/>
              <a:chExt cx="3076856" cy="738365"/>
            </a:xfrm>
          </p:grpSpPr>
          <p:sp>
            <p:nvSpPr>
              <p:cNvPr id="217" name="Google Shape;217;g3b636e5de4b_0_0"/>
              <p:cNvSpPr/>
              <p:nvPr/>
            </p:nvSpPr>
            <p:spPr>
              <a:xfrm>
                <a:off x="0" y="225393"/>
                <a:ext cx="2275500" cy="738300"/>
              </a:xfrm>
              <a:prstGeom prst="rec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18" name="Google Shape;218;g3b636e5de4b_0_0"/>
              <p:cNvSpPr/>
              <p:nvPr/>
            </p:nvSpPr>
            <p:spPr>
              <a:xfrm>
                <a:off x="1938759" y="225393"/>
                <a:ext cx="1138097" cy="738365"/>
              </a:xfrm>
              <a:prstGeom prst="flowChartInputOutpu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219" name="Google Shape;219;g3b636e5de4b_0_0"/>
            <p:cNvGrpSpPr/>
            <p:nvPr/>
          </p:nvGrpSpPr>
          <p:grpSpPr>
            <a:xfrm>
              <a:off x="0" y="214638"/>
              <a:ext cx="3047301" cy="738365"/>
              <a:chOff x="0" y="214638"/>
              <a:chExt cx="3047301" cy="738365"/>
            </a:xfrm>
          </p:grpSpPr>
          <p:sp>
            <p:nvSpPr>
              <p:cNvPr id="220" name="Google Shape;220;g3b636e5de4b_0_0"/>
              <p:cNvSpPr/>
              <p:nvPr/>
            </p:nvSpPr>
            <p:spPr>
              <a:xfrm>
                <a:off x="0" y="214638"/>
                <a:ext cx="2275500" cy="738300"/>
              </a:xfrm>
              <a:prstGeom prst="rec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21" name="Google Shape;221;g3b636e5de4b_0_0"/>
              <p:cNvSpPr/>
              <p:nvPr/>
            </p:nvSpPr>
            <p:spPr>
              <a:xfrm>
                <a:off x="1909204" y="214638"/>
                <a:ext cx="1138097" cy="738365"/>
              </a:xfrm>
              <a:prstGeom prst="flowChartInputOutpu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222" name="Google Shape;222;g3b636e5de4b_0_0"/>
          <p:cNvSpPr txBox="1"/>
          <p:nvPr/>
        </p:nvSpPr>
        <p:spPr>
          <a:xfrm flipH="1">
            <a:off x="50585" y="-232050"/>
            <a:ext cx="2838000" cy="8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</a:pPr>
            <a:r>
              <a:rPr lang="de" sz="1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Attacks </a:t>
            </a:r>
            <a:r>
              <a:rPr lang="de" sz="1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&amp; Abillities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b636e5de4b_0_0"/>
          <p:cNvSpPr/>
          <p:nvPr/>
        </p:nvSpPr>
        <p:spPr>
          <a:xfrm>
            <a:off x="2885531" y="997143"/>
            <a:ext cx="2394900" cy="250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de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Attack</a:t>
            </a:r>
            <a:r>
              <a:rPr lang="d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/Abillity -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g3b636e5de4b_0_0"/>
          <p:cNvSpPr txBox="1"/>
          <p:nvPr/>
        </p:nvSpPr>
        <p:spPr>
          <a:xfrm>
            <a:off x="2885531" y="1266338"/>
            <a:ext cx="29478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de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3b636e5de4b_0_0"/>
          <p:cNvSpPr/>
          <p:nvPr/>
        </p:nvSpPr>
        <p:spPr>
          <a:xfrm>
            <a:off x="5525506" y="997143"/>
            <a:ext cx="2394900" cy="250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de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Attack</a:t>
            </a:r>
            <a:r>
              <a:rPr lang="d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/Abillity -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b636e5de4b_0_0"/>
          <p:cNvSpPr txBox="1"/>
          <p:nvPr/>
        </p:nvSpPr>
        <p:spPr>
          <a:xfrm>
            <a:off x="5525506" y="1266338"/>
            <a:ext cx="29478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de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b636e5de4b_0_0"/>
          <p:cNvSpPr/>
          <p:nvPr/>
        </p:nvSpPr>
        <p:spPr>
          <a:xfrm>
            <a:off x="245556" y="2571743"/>
            <a:ext cx="2394900" cy="250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de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Attack</a:t>
            </a:r>
            <a:r>
              <a:rPr lang="d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/Abillity -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g3b636e5de4b_0_0"/>
          <p:cNvSpPr txBox="1"/>
          <p:nvPr/>
        </p:nvSpPr>
        <p:spPr>
          <a:xfrm>
            <a:off x="245556" y="2840938"/>
            <a:ext cx="29478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de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3b636e5de4b_0_0"/>
          <p:cNvSpPr/>
          <p:nvPr/>
        </p:nvSpPr>
        <p:spPr>
          <a:xfrm>
            <a:off x="2885531" y="2571743"/>
            <a:ext cx="2394900" cy="250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de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Attack</a:t>
            </a:r>
            <a:r>
              <a:rPr lang="d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/Abillity -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g3b636e5de4b_0_0"/>
          <p:cNvSpPr txBox="1"/>
          <p:nvPr/>
        </p:nvSpPr>
        <p:spPr>
          <a:xfrm>
            <a:off x="2885531" y="2840938"/>
            <a:ext cx="29478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de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b636e5de4b_0_0"/>
          <p:cNvSpPr/>
          <p:nvPr/>
        </p:nvSpPr>
        <p:spPr>
          <a:xfrm>
            <a:off x="5525506" y="2571743"/>
            <a:ext cx="2394900" cy="250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de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Attack</a:t>
            </a:r>
            <a:r>
              <a:rPr lang="d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/Abillity -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b636e5de4b_0_0"/>
          <p:cNvSpPr txBox="1"/>
          <p:nvPr/>
        </p:nvSpPr>
        <p:spPr>
          <a:xfrm>
            <a:off x="5525506" y="2840938"/>
            <a:ext cx="29478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de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7" name="Google Shape;237;p6"/>
          <p:cNvGraphicFramePr/>
          <p:nvPr/>
        </p:nvGraphicFramePr>
        <p:xfrm>
          <a:off x="35626" y="50514"/>
          <a:ext cx="9108375" cy="5521740"/>
        </p:xfrm>
        <a:graphic>
          <a:graphicData uri="http://schemas.openxmlformats.org/drawingml/2006/table">
            <a:tbl>
              <a:tblPr firstRow="1" bandRow="1">
                <a:noFill/>
                <a:tableStyleId>{692E3274-4D5C-44BF-BB08-FA6336CB3DAF}</a:tableStyleId>
              </a:tblPr>
              <a:tblGrid>
                <a:gridCol w="129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6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9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Character: (Name)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>
                          <a:solidFill>
                            <a:schemeClr val="dk1"/>
                          </a:solidFill>
                        </a:rPr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v01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>
                          <a:solidFill>
                            <a:schemeClr val="dk1"/>
                          </a:solidFill>
                        </a:rPr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v02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Character: (Name)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 b="1"/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 v01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 b="1"/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 v02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Character: (Name)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 b="1"/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 v01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 b="1"/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 v02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2" name="Google Shape;242;p7"/>
          <p:cNvGraphicFramePr/>
          <p:nvPr/>
        </p:nvGraphicFramePr>
        <p:xfrm>
          <a:off x="35626" y="5051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{692E3274-4D5C-44BF-BB08-FA6336CB3DAF}</a:tableStyleId>
              </a:tblPr>
              <a:tblGrid>
                <a:gridCol w="130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6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9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Character: (Name)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>
                          <a:solidFill>
                            <a:schemeClr val="dk1"/>
                          </a:solidFill>
                        </a:rPr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v01 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>
                          <a:solidFill>
                            <a:schemeClr val="dk1"/>
                          </a:solidFill>
                        </a:rPr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 v02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Character: (Name)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 b="1"/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 v01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 b="1"/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 v02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Character: (Name)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 </a:t>
                      </a:r>
                      <a:r>
                        <a:rPr lang="de" sz="1100" b="1"/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v01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 </a:t>
                      </a:r>
                      <a:r>
                        <a:rPr lang="de" sz="1100" b="1"/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v02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243" name="Google Shape;243;p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de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541</Words>
  <Application>Microsoft Office PowerPoint</Application>
  <PresentationFormat>Bildschirmpräsentation (16:9)</PresentationFormat>
  <Paragraphs>133</Paragraphs>
  <Slides>9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9</vt:i4>
      </vt:variant>
    </vt:vector>
  </HeadingPairs>
  <TitlesOfParts>
    <vt:vector size="15" baseType="lpstr">
      <vt:lpstr>Calibri</vt:lpstr>
      <vt:lpstr>Montserrat</vt:lpstr>
      <vt:lpstr>Arial</vt:lpstr>
      <vt:lpstr>Montserrat ExtraBold</vt:lpstr>
      <vt:lpstr>Simple Light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Jonas Hever</dc:creator>
  <cp:lastModifiedBy>Hever, Jonas (Stud SRH-University)</cp:lastModifiedBy>
  <cp:revision>1</cp:revision>
  <dcterms:modified xsi:type="dcterms:W3CDTF">2026-01-30T21:24:52Z</dcterms:modified>
</cp:coreProperties>
</file>