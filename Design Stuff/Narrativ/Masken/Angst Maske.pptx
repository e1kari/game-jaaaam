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8"/>
  </p:notesMasterIdLst>
  <p:sldIdLst>
    <p:sldId id="256" r:id="rId3"/>
    <p:sldId id="257" r:id="rId4"/>
    <p:sldId id="258" r:id="rId5"/>
    <p:sldId id="259" r:id="rId6"/>
    <p:sldId id="263" r:id="rId7"/>
  </p:sldIdLst>
  <p:sldSz cx="9144000" cy="5143500" type="screen16x9"/>
  <p:notesSz cx="6858000" cy="9144000"/>
  <p:embeddedFontLst>
    <p:embeddedFont>
      <p:font typeface="Montserrat" panose="00000500000000000000" pitchFamily="2" charset="0"/>
      <p:regular r:id="rId9"/>
      <p:bold r:id="rId10"/>
      <p:italic r:id="rId11"/>
      <p:boldItalic r:id="rId12"/>
    </p:embeddedFont>
    <p:embeddedFont>
      <p:font typeface="Montserrat ExtraBold" panose="00000900000000000000" pitchFamily="2" charset="0"/>
      <p:bold r:id="rId13"/>
      <p:boldItalic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2" roundtripDataSignature="AMtx7mjTz30nbRXKs5E3vrOIH3TGAJARH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2E3274-4D5C-44BF-BB08-FA6336CB3DAF}">
  <a:tblStyle styleId="{692E3274-4D5C-44BF-BB08-FA6336CB3DAF}" styleName="Table_0">
    <a:wholeTbl>
      <a:tcTxStyle b="off" i="off">
        <a:font>
          <a:latin typeface="Aptos"/>
          <a:ea typeface="Aptos"/>
          <a:cs typeface="Aptos"/>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E9EC"/>
          </a:solidFill>
        </a:fill>
      </a:tcStyle>
    </a:wholeTbl>
    <a:band1H>
      <a:tcTxStyle b="off" i="off"/>
      <a:tcStyle>
        <a:tcBdr/>
        <a:fill>
          <a:solidFill>
            <a:srgbClr val="CAD1D8"/>
          </a:solidFill>
        </a:fill>
      </a:tcStyle>
    </a:band1H>
    <a:band2H>
      <a:tcTxStyle b="off" i="off"/>
      <a:tcStyle>
        <a:tcBdr/>
      </a:tcStyle>
    </a:band2H>
    <a:band1V>
      <a:tcTxStyle b="off" i="off"/>
      <a:tcStyle>
        <a:tcBdr/>
        <a:fill>
          <a:solidFill>
            <a:srgbClr val="CAD1D8"/>
          </a:solidFill>
        </a:fill>
      </a:tcStyle>
    </a:band1V>
    <a:band2V>
      <a:tcTxStyle b="off" i="off"/>
      <a:tcStyle>
        <a:tcBdr/>
      </a:tcStyle>
    </a:band2V>
    <a:lastCol>
      <a:tcTxStyle b="on" i="off">
        <a:font>
          <a:latin typeface="Aptos"/>
          <a:ea typeface="Aptos"/>
          <a:cs typeface="Aptos"/>
        </a:font>
        <a:schemeClr val="lt1"/>
      </a:tcTxStyle>
      <a:tcStyle>
        <a:tcBdr/>
        <a:fill>
          <a:solidFill>
            <a:schemeClr val="accent1"/>
          </a:solidFill>
        </a:fill>
      </a:tcStyle>
    </a:lastCol>
    <a:firstCol>
      <a:tcTxStyle b="on" i="off">
        <a:font>
          <a:latin typeface="Aptos"/>
          <a:ea typeface="Aptos"/>
          <a:cs typeface="Aptos"/>
        </a:font>
        <a:schemeClr val="lt1"/>
      </a:tcTxStyle>
      <a:tcStyle>
        <a:tcBdr/>
        <a:fill>
          <a:solidFill>
            <a:schemeClr val="accent1"/>
          </a:solidFill>
        </a:fill>
      </a:tcStyle>
    </a:firstCol>
    <a:lastRow>
      <a:tcTxStyle b="on" i="off">
        <a:font>
          <a:latin typeface="Aptos"/>
          <a:ea typeface="Aptos"/>
          <a:cs typeface="Aptos"/>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ptos"/>
          <a:ea typeface="Aptos"/>
          <a:cs typeface="Aptos"/>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2799" autoAdjust="0"/>
  </p:normalViewPr>
  <p:slideViewPr>
    <p:cSldViewPr snapToGrid="0">
      <p:cViewPr varScale="1">
        <p:scale>
          <a:sx n="135" d="100"/>
          <a:sy n="135" d="100"/>
        </p:scale>
        <p:origin x="380" y="10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font" Target="fonts/font5.fntdata"/><Relationship Id="rId26"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font" Target="fonts/font4.fntdata"/><Relationship Id="rId25"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3.fntdata"/><Relationship Id="rId24" Type="http://schemas.openxmlformats.org/officeDocument/2006/relationships/viewProps" Target="viewProps.xml"/><Relationship Id="rId5" Type="http://schemas.openxmlformats.org/officeDocument/2006/relationships/slide" Target="slides/slide3.xml"/><Relationship Id="rId23" Type="http://schemas.openxmlformats.org/officeDocument/2006/relationships/presProps" Target="presProps.xml"/><Relationship Id="rId10" Type="http://schemas.openxmlformats.org/officeDocument/2006/relationships/font" Target="fonts/font2.fntdata"/><Relationship Id="rId4" Type="http://schemas.openxmlformats.org/officeDocument/2006/relationships/slide" Target="slides/slide2.xml"/><Relationship Id="rId9" Type="http://schemas.openxmlformats.org/officeDocument/2006/relationships/font" Target="fonts/font1.fntdata"/><Relationship Id="rId14" Type="http://schemas.openxmlformats.org/officeDocument/2006/relationships/font" Target="fonts/font6.fntdata"/><Relationship Id="rId22"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4" name="Google Shape;134;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b636e5de4b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g3b636e5de4b_0_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Arial"/>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2" name="Google Shape;17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Arial"/>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5" name="Google Shape;185;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Arial"/>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0" name="Google Shape;240;p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de" dirty="0"/>
              <a:t>20 minutes </a:t>
            </a:r>
            <a:endParaRPr dirty="0"/>
          </a:p>
          <a:p>
            <a:pPr marL="0" lvl="0" indent="0" algn="l" rtl="0">
              <a:lnSpc>
                <a:spcPct val="100000"/>
              </a:lnSpc>
              <a:spcBef>
                <a:spcPts val="0"/>
              </a:spcBef>
              <a:spcAft>
                <a:spcPts val="0"/>
              </a:spcAft>
              <a:buSzPts val="1400"/>
              <a:buNone/>
            </a:pPr>
            <a:endParaRPr dirty="0"/>
          </a:p>
          <a:p>
            <a:pPr marL="0" lvl="0" indent="0" algn="l" rtl="0">
              <a:lnSpc>
                <a:spcPct val="100000"/>
              </a:lnSpc>
              <a:spcBef>
                <a:spcPts val="0"/>
              </a:spcBef>
              <a:spcAft>
                <a:spcPts val="0"/>
              </a:spcAft>
              <a:buSzPts val="1400"/>
              <a:buNone/>
            </a:pPr>
            <a:r>
              <a:rPr lang="de" dirty="0"/>
              <a:t>Remember, when you are done your first draft. YOU ARE NOT DONE.  COUNT YOUR WORDS, if you are over 20 or under 3 in any line of dialogue you must edit your own text to make it fit or expand on the world lore or to make the character speaking sound unique. </a:t>
            </a: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1"/>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1"/>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2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2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2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2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2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2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2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29"/>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29"/>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3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3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3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3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3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32"/>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33"/>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33"/>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6"/>
        <p:cNvGrpSpPr/>
        <p:nvPr/>
      </p:nvGrpSpPr>
      <p:grpSpPr>
        <a:xfrm>
          <a:off x="0" y="0"/>
          <a:ext cx="0" cy="0"/>
          <a:chOff x="0" y="0"/>
          <a:chExt cx="0" cy="0"/>
        </a:xfrm>
      </p:grpSpPr>
      <p:sp>
        <p:nvSpPr>
          <p:cNvPr id="57" name="Google Shape;57;p23"/>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8" name="Google Shape;58;p23"/>
          <p:cNvSpPr txBox="1">
            <a:spLocks noGrp="1"/>
          </p:cNvSpPr>
          <p:nvPr>
            <p:ph type="subTitle" idx="1"/>
          </p:nvPr>
        </p:nvSpPr>
        <p:spPr>
          <a:xfrm>
            <a:off x="1143000" y="2701529"/>
            <a:ext cx="6858000" cy="1241700"/>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59" name="Google Shape;59;p2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0" name="Google Shape;60;p2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1" name="Google Shape;61;p2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2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4" name="Google Shape;64;p2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5" name="Google Shape;65;p2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6"/>
        <p:cNvGrpSpPr/>
        <p:nvPr/>
      </p:nvGrpSpPr>
      <p:grpSpPr>
        <a:xfrm>
          <a:off x="0" y="0"/>
          <a:ext cx="0" cy="0"/>
          <a:chOff x="0" y="0"/>
          <a:chExt cx="0" cy="0"/>
        </a:xfrm>
      </p:grpSpPr>
      <p:sp>
        <p:nvSpPr>
          <p:cNvPr id="67" name="Google Shape;67;p35"/>
          <p:cNvSpPr txBox="1">
            <a:spLocks noGrp="1"/>
          </p:cNvSpPr>
          <p:nvPr>
            <p:ph type="title"/>
          </p:nvPr>
        </p:nvSpPr>
        <p:spPr>
          <a:xfrm>
            <a:off x="311700" y="2150850"/>
            <a:ext cx="8520600" cy="841800"/>
          </a:xfrm>
          <a:prstGeom prst="rect">
            <a:avLst/>
          </a:prstGeom>
          <a:noFill/>
          <a:ln>
            <a:noFill/>
          </a:ln>
        </p:spPr>
        <p:txBody>
          <a:bodyPr spcFirstLastPara="1" wrap="square" lIns="68575" tIns="68575" rIns="68575" bIns="68575" anchor="ctr" anchorCtr="0">
            <a:normAutofit/>
          </a:bodyPr>
          <a:lstStyle>
            <a:lvl1pPr lvl="0" algn="ctr">
              <a:lnSpc>
                <a:spcPct val="90000"/>
              </a:lnSpc>
              <a:spcBef>
                <a:spcPts val="0"/>
              </a:spcBef>
              <a:spcAft>
                <a:spcPts val="0"/>
              </a:spcAft>
              <a:buClr>
                <a:schemeClr val="dk1"/>
              </a:buClr>
              <a:buSzPts val="2700"/>
              <a:buFont typeface="Calibri"/>
              <a:buNone/>
              <a:defRPr sz="3600"/>
            </a:lvl1pPr>
            <a:lvl2pPr lvl="1" algn="ctr">
              <a:lnSpc>
                <a:spcPct val="100000"/>
              </a:lnSpc>
              <a:spcBef>
                <a:spcPts val="0"/>
              </a:spcBef>
              <a:spcAft>
                <a:spcPts val="0"/>
              </a:spcAft>
              <a:buSzPts val="2700"/>
              <a:buNone/>
              <a:defRPr sz="3600"/>
            </a:lvl2pPr>
            <a:lvl3pPr lvl="2" algn="ctr">
              <a:lnSpc>
                <a:spcPct val="100000"/>
              </a:lnSpc>
              <a:spcBef>
                <a:spcPts val="0"/>
              </a:spcBef>
              <a:spcAft>
                <a:spcPts val="0"/>
              </a:spcAft>
              <a:buSzPts val="2700"/>
              <a:buNone/>
              <a:defRPr sz="3600"/>
            </a:lvl3pPr>
            <a:lvl4pPr lvl="3" algn="ctr">
              <a:lnSpc>
                <a:spcPct val="100000"/>
              </a:lnSpc>
              <a:spcBef>
                <a:spcPts val="0"/>
              </a:spcBef>
              <a:spcAft>
                <a:spcPts val="0"/>
              </a:spcAft>
              <a:buSzPts val="2700"/>
              <a:buNone/>
              <a:defRPr sz="3600"/>
            </a:lvl4pPr>
            <a:lvl5pPr lvl="4" algn="ctr">
              <a:lnSpc>
                <a:spcPct val="100000"/>
              </a:lnSpc>
              <a:spcBef>
                <a:spcPts val="0"/>
              </a:spcBef>
              <a:spcAft>
                <a:spcPts val="0"/>
              </a:spcAft>
              <a:buSzPts val="2700"/>
              <a:buNone/>
              <a:defRPr sz="3600"/>
            </a:lvl5pPr>
            <a:lvl6pPr lvl="5" algn="ctr">
              <a:lnSpc>
                <a:spcPct val="100000"/>
              </a:lnSpc>
              <a:spcBef>
                <a:spcPts val="0"/>
              </a:spcBef>
              <a:spcAft>
                <a:spcPts val="0"/>
              </a:spcAft>
              <a:buSzPts val="2700"/>
              <a:buNone/>
              <a:defRPr sz="3600"/>
            </a:lvl6pPr>
            <a:lvl7pPr lvl="6" algn="ctr">
              <a:lnSpc>
                <a:spcPct val="100000"/>
              </a:lnSpc>
              <a:spcBef>
                <a:spcPts val="0"/>
              </a:spcBef>
              <a:spcAft>
                <a:spcPts val="0"/>
              </a:spcAft>
              <a:buSzPts val="2700"/>
              <a:buNone/>
              <a:defRPr sz="3600"/>
            </a:lvl7pPr>
            <a:lvl8pPr lvl="7" algn="ctr">
              <a:lnSpc>
                <a:spcPct val="100000"/>
              </a:lnSpc>
              <a:spcBef>
                <a:spcPts val="0"/>
              </a:spcBef>
              <a:spcAft>
                <a:spcPts val="0"/>
              </a:spcAft>
              <a:buSzPts val="2700"/>
              <a:buNone/>
              <a:defRPr sz="3600"/>
            </a:lvl8pPr>
            <a:lvl9pPr lvl="8" algn="ctr">
              <a:lnSpc>
                <a:spcPct val="100000"/>
              </a:lnSpc>
              <a:spcBef>
                <a:spcPts val="0"/>
              </a:spcBef>
              <a:spcAft>
                <a:spcPts val="0"/>
              </a:spcAft>
              <a:buSzPts val="2700"/>
              <a:buNone/>
              <a:defRPr sz="3600"/>
            </a:lvl9pPr>
          </a:lstStyle>
          <a:p>
            <a:endParaRPr/>
          </a:p>
        </p:txBody>
      </p:sp>
      <p:sp>
        <p:nvSpPr>
          <p:cNvPr id="68" name="Google Shape;68;p35"/>
          <p:cNvSpPr txBox="1">
            <a:spLocks noGrp="1"/>
          </p:cNvSpPr>
          <p:nvPr>
            <p:ph type="sldNum" idx="12"/>
          </p:nvPr>
        </p:nvSpPr>
        <p:spPr>
          <a:xfrm>
            <a:off x="8472458" y="4663217"/>
            <a:ext cx="548700" cy="393600"/>
          </a:xfrm>
          <a:prstGeom prst="rect">
            <a:avLst/>
          </a:prstGeom>
          <a:noFill/>
          <a:ln>
            <a:noFill/>
          </a:ln>
        </p:spPr>
        <p:txBody>
          <a:bodyPr spcFirstLastPara="1" wrap="square" lIns="68575" tIns="68575" rIns="68575" bIns="68575" anchor="ctr" anchorCtr="0">
            <a:normAutofit/>
          </a:bodyPr>
          <a:lstStyle>
            <a:lvl1pPr marL="0" marR="0" lvl="0"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69"/>
        <p:cNvGrpSpPr/>
        <p:nvPr/>
      </p:nvGrpSpPr>
      <p:grpSpPr>
        <a:xfrm>
          <a:off x="0" y="0"/>
          <a:ext cx="0" cy="0"/>
          <a:chOff x="0" y="0"/>
          <a:chExt cx="0" cy="0"/>
        </a:xfrm>
      </p:grpSpPr>
      <p:sp>
        <p:nvSpPr>
          <p:cNvPr id="70" name="Google Shape;70;p36"/>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1" name="Google Shape;71;p36"/>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2" name="Google Shape;72;p3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3" name="Google Shape;73;p3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3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75"/>
        <p:cNvGrpSpPr/>
        <p:nvPr/>
      </p:nvGrpSpPr>
      <p:grpSpPr>
        <a:xfrm>
          <a:off x="0" y="0"/>
          <a:ext cx="0" cy="0"/>
          <a:chOff x="0" y="0"/>
          <a:chExt cx="0" cy="0"/>
        </a:xfrm>
      </p:grpSpPr>
      <p:sp>
        <p:nvSpPr>
          <p:cNvPr id="76" name="Google Shape;76;p37"/>
          <p:cNvSpPr txBox="1">
            <a:spLocks noGrp="1"/>
          </p:cNvSpPr>
          <p:nvPr>
            <p:ph type="title"/>
          </p:nvPr>
        </p:nvSpPr>
        <p:spPr>
          <a:xfrm>
            <a:off x="311700" y="445025"/>
            <a:ext cx="8520600" cy="572700"/>
          </a:xfrm>
          <a:prstGeom prst="rect">
            <a:avLst/>
          </a:prstGeom>
          <a:noFill/>
          <a:ln>
            <a:noFill/>
          </a:ln>
        </p:spPr>
        <p:txBody>
          <a:bodyPr spcFirstLastPara="1" wrap="square" lIns="68575" tIns="68575" rIns="68575" bIns="68575" anchor="t" anchorCtr="0">
            <a:normAutofit/>
          </a:bodyPr>
          <a:lstStyle>
            <a:lvl1pPr lvl="0" algn="l">
              <a:lnSpc>
                <a:spcPct val="90000"/>
              </a:lnSpc>
              <a:spcBef>
                <a:spcPts val="0"/>
              </a:spcBef>
              <a:spcAft>
                <a:spcPts val="0"/>
              </a:spcAft>
              <a:buClr>
                <a:schemeClr val="dk1"/>
              </a:buClr>
              <a:buSzPts val="2100"/>
              <a:buFont typeface="Calibri"/>
              <a:buNone/>
              <a:defRPr/>
            </a:lvl1pPr>
            <a:lvl2pPr lvl="1" algn="l">
              <a:lnSpc>
                <a:spcPct val="100000"/>
              </a:lnSpc>
              <a:spcBef>
                <a:spcPts val="0"/>
              </a:spcBef>
              <a:spcAft>
                <a:spcPts val="0"/>
              </a:spcAft>
              <a:buSzPts val="2100"/>
              <a:buNone/>
              <a:defRPr/>
            </a:lvl2pPr>
            <a:lvl3pPr lvl="2" algn="l">
              <a:lnSpc>
                <a:spcPct val="100000"/>
              </a:lnSpc>
              <a:spcBef>
                <a:spcPts val="0"/>
              </a:spcBef>
              <a:spcAft>
                <a:spcPts val="0"/>
              </a:spcAft>
              <a:buSzPts val="2100"/>
              <a:buNone/>
              <a:defRPr/>
            </a:lvl3pPr>
            <a:lvl4pPr lvl="3" algn="l">
              <a:lnSpc>
                <a:spcPct val="100000"/>
              </a:lnSpc>
              <a:spcBef>
                <a:spcPts val="0"/>
              </a:spcBef>
              <a:spcAft>
                <a:spcPts val="0"/>
              </a:spcAft>
              <a:buSzPts val="2100"/>
              <a:buNone/>
              <a:defRPr/>
            </a:lvl4pPr>
            <a:lvl5pPr lvl="4" algn="l">
              <a:lnSpc>
                <a:spcPct val="100000"/>
              </a:lnSpc>
              <a:spcBef>
                <a:spcPts val="0"/>
              </a:spcBef>
              <a:spcAft>
                <a:spcPts val="0"/>
              </a:spcAft>
              <a:buSzPts val="2100"/>
              <a:buNone/>
              <a:defRPr/>
            </a:lvl5pPr>
            <a:lvl6pPr lvl="5" algn="l">
              <a:lnSpc>
                <a:spcPct val="100000"/>
              </a:lnSpc>
              <a:spcBef>
                <a:spcPts val="0"/>
              </a:spcBef>
              <a:spcAft>
                <a:spcPts val="0"/>
              </a:spcAft>
              <a:buSzPts val="2100"/>
              <a:buNone/>
              <a:defRPr/>
            </a:lvl6pPr>
            <a:lvl7pPr lvl="6" algn="l">
              <a:lnSpc>
                <a:spcPct val="100000"/>
              </a:lnSpc>
              <a:spcBef>
                <a:spcPts val="0"/>
              </a:spcBef>
              <a:spcAft>
                <a:spcPts val="0"/>
              </a:spcAft>
              <a:buSzPts val="2100"/>
              <a:buNone/>
              <a:defRPr/>
            </a:lvl7pPr>
            <a:lvl8pPr lvl="7" algn="l">
              <a:lnSpc>
                <a:spcPct val="100000"/>
              </a:lnSpc>
              <a:spcBef>
                <a:spcPts val="0"/>
              </a:spcBef>
              <a:spcAft>
                <a:spcPts val="0"/>
              </a:spcAft>
              <a:buSzPts val="2100"/>
              <a:buNone/>
              <a:defRPr/>
            </a:lvl8pPr>
            <a:lvl9pPr lvl="8" algn="l">
              <a:lnSpc>
                <a:spcPct val="100000"/>
              </a:lnSpc>
              <a:spcBef>
                <a:spcPts val="0"/>
              </a:spcBef>
              <a:spcAft>
                <a:spcPts val="0"/>
              </a:spcAft>
              <a:buSzPts val="2100"/>
              <a:buNone/>
              <a:defRPr/>
            </a:lvl9pPr>
          </a:lstStyle>
          <a:p>
            <a:endParaRPr/>
          </a:p>
        </p:txBody>
      </p:sp>
      <p:sp>
        <p:nvSpPr>
          <p:cNvPr id="77" name="Google Shape;77;p37"/>
          <p:cNvSpPr txBox="1">
            <a:spLocks noGrp="1"/>
          </p:cNvSpPr>
          <p:nvPr>
            <p:ph type="body" idx="1"/>
          </p:nvPr>
        </p:nvSpPr>
        <p:spPr>
          <a:xfrm>
            <a:off x="311700" y="1152475"/>
            <a:ext cx="8520600" cy="3416400"/>
          </a:xfrm>
          <a:prstGeom prst="rect">
            <a:avLst/>
          </a:prstGeom>
          <a:noFill/>
          <a:ln>
            <a:noFill/>
          </a:ln>
        </p:spPr>
        <p:txBody>
          <a:bodyPr spcFirstLastPara="1" wrap="square" lIns="68575" tIns="68575" rIns="68575" bIns="68575" anchor="t" anchorCtr="0">
            <a:normAutofit/>
          </a:bodyPr>
          <a:lstStyle>
            <a:lvl1pPr marL="457200" lvl="0" indent="-317500" algn="l">
              <a:lnSpc>
                <a:spcPct val="90000"/>
              </a:lnSpc>
              <a:spcBef>
                <a:spcPts val="0"/>
              </a:spcBef>
              <a:spcAft>
                <a:spcPts val="0"/>
              </a:spcAft>
              <a:buClr>
                <a:schemeClr val="dk1"/>
              </a:buClr>
              <a:buSzPts val="1400"/>
              <a:buChar char="●"/>
              <a:defRPr/>
            </a:lvl1pPr>
            <a:lvl2pPr marL="914400" lvl="1" indent="-298450" algn="l">
              <a:lnSpc>
                <a:spcPct val="90000"/>
              </a:lnSpc>
              <a:spcBef>
                <a:spcPts val="0"/>
              </a:spcBef>
              <a:spcAft>
                <a:spcPts val="0"/>
              </a:spcAft>
              <a:buClr>
                <a:schemeClr val="dk1"/>
              </a:buClr>
              <a:buSzPts val="1100"/>
              <a:buChar char="○"/>
              <a:defRPr/>
            </a:lvl2pPr>
            <a:lvl3pPr marL="1371600" lvl="2" indent="-298450" algn="l">
              <a:lnSpc>
                <a:spcPct val="90000"/>
              </a:lnSpc>
              <a:spcBef>
                <a:spcPts val="0"/>
              </a:spcBef>
              <a:spcAft>
                <a:spcPts val="0"/>
              </a:spcAft>
              <a:buClr>
                <a:schemeClr val="dk1"/>
              </a:buClr>
              <a:buSzPts val="1100"/>
              <a:buChar char="■"/>
              <a:defRPr/>
            </a:lvl3pPr>
            <a:lvl4pPr marL="1828800" lvl="3" indent="-298450" algn="l">
              <a:lnSpc>
                <a:spcPct val="90000"/>
              </a:lnSpc>
              <a:spcBef>
                <a:spcPts val="0"/>
              </a:spcBef>
              <a:spcAft>
                <a:spcPts val="0"/>
              </a:spcAft>
              <a:buClr>
                <a:schemeClr val="dk1"/>
              </a:buClr>
              <a:buSzPts val="1100"/>
              <a:buChar char="●"/>
              <a:defRPr/>
            </a:lvl4pPr>
            <a:lvl5pPr marL="2286000" lvl="4" indent="-298450" algn="l">
              <a:lnSpc>
                <a:spcPct val="90000"/>
              </a:lnSpc>
              <a:spcBef>
                <a:spcPts val="0"/>
              </a:spcBef>
              <a:spcAft>
                <a:spcPts val="0"/>
              </a:spcAft>
              <a:buClr>
                <a:schemeClr val="dk1"/>
              </a:buClr>
              <a:buSzPts val="1100"/>
              <a:buChar char="○"/>
              <a:defRPr/>
            </a:lvl5pPr>
            <a:lvl6pPr marL="2743200" lvl="5" indent="-298450" algn="l">
              <a:lnSpc>
                <a:spcPct val="90000"/>
              </a:lnSpc>
              <a:spcBef>
                <a:spcPts val="0"/>
              </a:spcBef>
              <a:spcAft>
                <a:spcPts val="0"/>
              </a:spcAft>
              <a:buClr>
                <a:schemeClr val="dk1"/>
              </a:buClr>
              <a:buSzPts val="1100"/>
              <a:buChar char="■"/>
              <a:defRPr/>
            </a:lvl6pPr>
            <a:lvl7pPr marL="3200400" lvl="6" indent="-298450" algn="l">
              <a:lnSpc>
                <a:spcPct val="90000"/>
              </a:lnSpc>
              <a:spcBef>
                <a:spcPts val="0"/>
              </a:spcBef>
              <a:spcAft>
                <a:spcPts val="0"/>
              </a:spcAft>
              <a:buClr>
                <a:schemeClr val="dk1"/>
              </a:buClr>
              <a:buSzPts val="1100"/>
              <a:buChar char="●"/>
              <a:defRPr/>
            </a:lvl7pPr>
            <a:lvl8pPr marL="3657600" lvl="7" indent="-298450" algn="l">
              <a:lnSpc>
                <a:spcPct val="90000"/>
              </a:lnSpc>
              <a:spcBef>
                <a:spcPts val="0"/>
              </a:spcBef>
              <a:spcAft>
                <a:spcPts val="0"/>
              </a:spcAft>
              <a:buClr>
                <a:schemeClr val="dk1"/>
              </a:buClr>
              <a:buSzPts val="1100"/>
              <a:buChar char="○"/>
              <a:defRPr/>
            </a:lvl8pPr>
            <a:lvl9pPr marL="4114800" lvl="8" indent="-298450" algn="l">
              <a:lnSpc>
                <a:spcPct val="90000"/>
              </a:lnSpc>
              <a:spcBef>
                <a:spcPts val="0"/>
              </a:spcBef>
              <a:spcAft>
                <a:spcPts val="0"/>
              </a:spcAft>
              <a:buClr>
                <a:schemeClr val="dk1"/>
              </a:buClr>
              <a:buSzPts val="1100"/>
              <a:buChar char="■"/>
              <a:defRPr/>
            </a:lvl9pPr>
          </a:lstStyle>
          <a:p>
            <a:endParaRPr/>
          </a:p>
        </p:txBody>
      </p:sp>
      <p:sp>
        <p:nvSpPr>
          <p:cNvPr id="78" name="Google Shape;78;p37"/>
          <p:cNvSpPr txBox="1">
            <a:spLocks noGrp="1"/>
          </p:cNvSpPr>
          <p:nvPr>
            <p:ph type="sldNum" idx="12"/>
          </p:nvPr>
        </p:nvSpPr>
        <p:spPr>
          <a:xfrm>
            <a:off x="8472458" y="4663217"/>
            <a:ext cx="548700" cy="393600"/>
          </a:xfrm>
          <a:prstGeom prst="rect">
            <a:avLst/>
          </a:prstGeom>
          <a:noFill/>
          <a:ln>
            <a:noFill/>
          </a:ln>
        </p:spPr>
        <p:txBody>
          <a:bodyPr spcFirstLastPara="1" wrap="square" lIns="68575" tIns="68575" rIns="68575" bIns="68575" anchor="ctr" anchorCtr="0">
            <a:normAutofit/>
          </a:bodyPr>
          <a:lstStyle>
            <a:lvl1pPr marL="0" marR="0" lvl="0"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79"/>
        <p:cNvGrpSpPr/>
        <p:nvPr/>
      </p:nvGrpSpPr>
      <p:grpSpPr>
        <a:xfrm>
          <a:off x="0" y="0"/>
          <a:ext cx="0" cy="0"/>
          <a:chOff x="0" y="0"/>
          <a:chExt cx="0" cy="0"/>
        </a:xfrm>
      </p:grpSpPr>
      <p:sp>
        <p:nvSpPr>
          <p:cNvPr id="80" name="Google Shape;80;p38"/>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1" name="Google Shape;81;p38"/>
          <p:cNvSpPr txBox="1">
            <a:spLocks noGrp="1"/>
          </p:cNvSpPr>
          <p:nvPr>
            <p:ph type="body" idx="1"/>
          </p:nvPr>
        </p:nvSpPr>
        <p:spPr>
          <a:xfrm>
            <a:off x="623888" y="3442097"/>
            <a:ext cx="7886700" cy="112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82" name="Google Shape;82;p3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3" name="Google Shape;83;p3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4" name="Google Shape;84;p3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85"/>
        <p:cNvGrpSpPr/>
        <p:nvPr/>
      </p:nvGrpSpPr>
      <p:grpSpPr>
        <a:xfrm>
          <a:off x="0" y="0"/>
          <a:ext cx="0" cy="0"/>
          <a:chOff x="0" y="0"/>
          <a:chExt cx="0" cy="0"/>
        </a:xfrm>
      </p:grpSpPr>
      <p:sp>
        <p:nvSpPr>
          <p:cNvPr id="86" name="Google Shape;86;p3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7" name="Google Shape;87;p39"/>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88" name="Google Shape;88;p39"/>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89" name="Google Shape;89;p3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0" name="Google Shape;90;p3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1" name="Google Shape;91;p3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92"/>
        <p:cNvGrpSpPr/>
        <p:nvPr/>
      </p:nvGrpSpPr>
      <p:grpSpPr>
        <a:xfrm>
          <a:off x="0" y="0"/>
          <a:ext cx="0" cy="0"/>
          <a:chOff x="0" y="0"/>
          <a:chExt cx="0" cy="0"/>
        </a:xfrm>
      </p:grpSpPr>
      <p:sp>
        <p:nvSpPr>
          <p:cNvPr id="93" name="Google Shape;93;p40"/>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4" name="Google Shape;94;p40"/>
          <p:cNvSpPr txBox="1">
            <a:spLocks noGrp="1"/>
          </p:cNvSpPr>
          <p:nvPr>
            <p:ph type="body" idx="1"/>
          </p:nvPr>
        </p:nvSpPr>
        <p:spPr>
          <a:xfrm>
            <a:off x="629841" y="1260872"/>
            <a:ext cx="38685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95" name="Google Shape;95;p40"/>
          <p:cNvSpPr txBox="1">
            <a:spLocks noGrp="1"/>
          </p:cNvSpPr>
          <p:nvPr>
            <p:ph type="body" idx="2"/>
          </p:nvPr>
        </p:nvSpPr>
        <p:spPr>
          <a:xfrm>
            <a:off x="629841" y="1878806"/>
            <a:ext cx="38685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96" name="Google Shape;96;p40"/>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97" name="Google Shape;97;p40"/>
          <p:cNvSpPr txBox="1">
            <a:spLocks noGrp="1"/>
          </p:cNvSpPr>
          <p:nvPr>
            <p:ph type="body" idx="4"/>
          </p:nvPr>
        </p:nvSpPr>
        <p:spPr>
          <a:xfrm>
            <a:off x="4629150" y="1878806"/>
            <a:ext cx="38874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98" name="Google Shape;98;p4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9" name="Google Shape;99;p4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0" name="Google Shape;100;p4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41"/>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3" name="Google Shape;103;p41"/>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4" name="Google Shape;104;p41"/>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5" name="Google Shape;105;p41"/>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06"/>
        <p:cNvGrpSpPr/>
        <p:nvPr/>
      </p:nvGrpSpPr>
      <p:grpSpPr>
        <a:xfrm>
          <a:off x="0" y="0"/>
          <a:ext cx="0" cy="0"/>
          <a:chOff x="0" y="0"/>
          <a:chExt cx="0" cy="0"/>
        </a:xfrm>
      </p:grpSpPr>
      <p:sp>
        <p:nvSpPr>
          <p:cNvPr id="107" name="Google Shape;107;p42"/>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8" name="Google Shape;108;p42"/>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109" name="Google Shape;109;p42"/>
          <p:cNvSpPr txBox="1">
            <a:spLocks noGrp="1"/>
          </p:cNvSpPr>
          <p:nvPr>
            <p:ph type="body" idx="2"/>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110" name="Google Shape;110;p4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1" name="Google Shape;111;p4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2" name="Google Shape;112;p4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13"/>
        <p:cNvGrpSpPr/>
        <p:nvPr/>
      </p:nvGrpSpPr>
      <p:grpSpPr>
        <a:xfrm>
          <a:off x="0" y="0"/>
          <a:ext cx="0" cy="0"/>
          <a:chOff x="0" y="0"/>
          <a:chExt cx="0" cy="0"/>
        </a:xfrm>
      </p:grpSpPr>
      <p:sp>
        <p:nvSpPr>
          <p:cNvPr id="114" name="Google Shape;114;p43"/>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5" name="Google Shape;115;p43"/>
          <p:cNvSpPr>
            <a:spLocks noGrp="1"/>
          </p:cNvSpPr>
          <p:nvPr>
            <p:ph type="pic" idx="2"/>
          </p:nvPr>
        </p:nvSpPr>
        <p:spPr>
          <a:xfrm>
            <a:off x="3887391" y="740569"/>
            <a:ext cx="4629300" cy="3655200"/>
          </a:xfrm>
          <a:prstGeom prst="rect">
            <a:avLst/>
          </a:prstGeom>
          <a:noFill/>
          <a:ln>
            <a:noFill/>
          </a:ln>
        </p:spPr>
      </p:sp>
      <p:sp>
        <p:nvSpPr>
          <p:cNvPr id="116" name="Google Shape;116;p43"/>
          <p:cNvSpPr txBox="1">
            <a:spLocks noGrp="1"/>
          </p:cNvSpPr>
          <p:nvPr>
            <p:ph type="body" idx="1"/>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117" name="Google Shape;117;p4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8" name="Google Shape;118;p4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9" name="Google Shape;119;p4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20"/>
        <p:cNvGrpSpPr/>
        <p:nvPr/>
      </p:nvGrpSpPr>
      <p:grpSpPr>
        <a:xfrm>
          <a:off x="0" y="0"/>
          <a:ext cx="0" cy="0"/>
          <a:chOff x="0" y="0"/>
          <a:chExt cx="0" cy="0"/>
        </a:xfrm>
      </p:grpSpPr>
      <p:sp>
        <p:nvSpPr>
          <p:cNvPr id="121" name="Google Shape;121;p44"/>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2" name="Google Shape;122;p44"/>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23" name="Google Shape;123;p4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4" name="Google Shape;124;p4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5" name="Google Shape;125;p4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26"/>
        <p:cNvGrpSpPr/>
        <p:nvPr/>
      </p:nvGrpSpPr>
      <p:grpSpPr>
        <a:xfrm>
          <a:off x="0" y="0"/>
          <a:ext cx="0" cy="0"/>
          <a:chOff x="0" y="0"/>
          <a:chExt cx="0" cy="0"/>
        </a:xfrm>
      </p:grpSpPr>
      <p:sp>
        <p:nvSpPr>
          <p:cNvPr id="127" name="Google Shape;127;p45"/>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8" name="Google Shape;128;p45"/>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29" name="Google Shape;129;p4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0" name="Google Shape;130;p4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1" name="Google Shape;131;p4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2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2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22"/>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52" name="Google Shape;52;p22"/>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53" name="Google Shape;53;p2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4" name="Google Shape;54;p2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5" name="Google Shape;55;p2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grpSp>
        <p:nvGrpSpPr>
          <p:cNvPr id="149" name="Google Shape;149;p2"/>
          <p:cNvGrpSpPr/>
          <p:nvPr/>
        </p:nvGrpSpPr>
        <p:grpSpPr>
          <a:xfrm>
            <a:off x="275" y="-1900"/>
            <a:ext cx="4420723" cy="779452"/>
            <a:chOff x="0" y="214638"/>
            <a:chExt cx="3107932" cy="815582"/>
          </a:xfrm>
        </p:grpSpPr>
        <p:grpSp>
          <p:nvGrpSpPr>
            <p:cNvPr id="150" name="Google Shape;150;p2"/>
            <p:cNvGrpSpPr/>
            <p:nvPr/>
          </p:nvGrpSpPr>
          <p:grpSpPr>
            <a:xfrm>
              <a:off x="0" y="291855"/>
              <a:ext cx="3107932" cy="738365"/>
              <a:chOff x="0" y="225393"/>
              <a:chExt cx="3076856" cy="738365"/>
            </a:xfrm>
          </p:grpSpPr>
          <p:sp>
            <p:nvSpPr>
              <p:cNvPr id="151" name="Google Shape;151;p2"/>
              <p:cNvSpPr/>
              <p:nvPr/>
            </p:nvSpPr>
            <p:spPr>
              <a:xfrm>
                <a:off x="0" y="225393"/>
                <a:ext cx="2275500" cy="738300"/>
              </a:xfrm>
              <a:prstGeom prst="rec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Calibri"/>
                  <a:buNone/>
                </a:pPr>
                <a:endParaRPr sz="1400" b="0" i="0" u="none" strike="noStrike" cap="none">
                  <a:solidFill>
                    <a:schemeClr val="dk1"/>
                  </a:solidFill>
                  <a:latin typeface="Montserrat"/>
                  <a:ea typeface="Montserrat"/>
                  <a:cs typeface="Montserrat"/>
                  <a:sym typeface="Montserrat"/>
                </a:endParaRPr>
              </a:p>
            </p:txBody>
          </p:sp>
          <p:sp>
            <p:nvSpPr>
              <p:cNvPr id="152" name="Google Shape;152;p2"/>
              <p:cNvSpPr/>
              <p:nvPr/>
            </p:nvSpPr>
            <p:spPr>
              <a:xfrm>
                <a:off x="1938759" y="225393"/>
                <a:ext cx="1138097" cy="738365"/>
              </a:xfrm>
              <a:prstGeom prst="flowChartInputOutpu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Calibri"/>
                  <a:buNone/>
                </a:pPr>
                <a:endParaRPr sz="1400" b="0" i="0" u="none" strike="noStrike" cap="none">
                  <a:solidFill>
                    <a:schemeClr val="dk1"/>
                  </a:solidFill>
                  <a:latin typeface="Montserrat"/>
                  <a:ea typeface="Montserrat"/>
                  <a:cs typeface="Montserrat"/>
                  <a:sym typeface="Montserrat"/>
                </a:endParaRPr>
              </a:p>
            </p:txBody>
          </p:sp>
        </p:grpSp>
        <p:grpSp>
          <p:nvGrpSpPr>
            <p:cNvPr id="153" name="Google Shape;153;p2"/>
            <p:cNvGrpSpPr/>
            <p:nvPr/>
          </p:nvGrpSpPr>
          <p:grpSpPr>
            <a:xfrm>
              <a:off x="0" y="214638"/>
              <a:ext cx="3047301" cy="738365"/>
              <a:chOff x="0" y="214638"/>
              <a:chExt cx="3047301" cy="738365"/>
            </a:xfrm>
          </p:grpSpPr>
          <p:sp>
            <p:nvSpPr>
              <p:cNvPr id="154" name="Google Shape;154;p2"/>
              <p:cNvSpPr/>
              <p:nvPr/>
            </p:nvSpPr>
            <p:spPr>
              <a:xfrm>
                <a:off x="0" y="214638"/>
                <a:ext cx="2275500" cy="738300"/>
              </a:xfrm>
              <a:prstGeom prst="rec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Calibri"/>
                  <a:buNone/>
                </a:pPr>
                <a:endParaRPr sz="1400" b="0" i="0" u="none" strike="noStrike" cap="none">
                  <a:solidFill>
                    <a:schemeClr val="dk1"/>
                  </a:solidFill>
                  <a:latin typeface="Montserrat"/>
                  <a:ea typeface="Montserrat"/>
                  <a:cs typeface="Montserrat"/>
                  <a:sym typeface="Montserrat"/>
                </a:endParaRPr>
              </a:p>
            </p:txBody>
          </p:sp>
          <p:sp>
            <p:nvSpPr>
              <p:cNvPr id="155" name="Google Shape;155;p2"/>
              <p:cNvSpPr/>
              <p:nvPr/>
            </p:nvSpPr>
            <p:spPr>
              <a:xfrm>
                <a:off x="1909204" y="214638"/>
                <a:ext cx="1138097" cy="738365"/>
              </a:xfrm>
              <a:prstGeom prst="flowChartInputOutpu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Calibri"/>
                  <a:buNone/>
                </a:pPr>
                <a:endParaRPr sz="1400" b="0" i="0" u="none" strike="noStrike" cap="none">
                  <a:solidFill>
                    <a:schemeClr val="dk1"/>
                  </a:solidFill>
                  <a:latin typeface="Montserrat"/>
                  <a:ea typeface="Montserrat"/>
                  <a:cs typeface="Montserrat"/>
                  <a:sym typeface="Montserrat"/>
                </a:endParaRPr>
              </a:p>
            </p:txBody>
          </p:sp>
        </p:grpSp>
      </p:grpSp>
      <p:sp>
        <p:nvSpPr>
          <p:cNvPr id="156" name="Google Shape;156;p2"/>
          <p:cNvSpPr txBox="1"/>
          <p:nvPr/>
        </p:nvSpPr>
        <p:spPr>
          <a:xfrm flipH="1">
            <a:off x="12525" y="-82550"/>
            <a:ext cx="4090800" cy="873300"/>
          </a:xfrm>
          <a:prstGeom prst="rect">
            <a:avLst/>
          </a:prstGeom>
          <a:noFill/>
          <a:ln>
            <a:noFill/>
          </a:ln>
        </p:spPr>
        <p:txBody>
          <a:bodyPr spcFirstLastPara="1" wrap="square" lIns="68575" tIns="34275" rIns="68575" bIns="34275" anchor="ctr" anchorCtr="0">
            <a:noAutofit/>
          </a:bodyPr>
          <a:lstStyle/>
          <a:p>
            <a:pPr marL="0" marR="0" lvl="0" indent="0" algn="l" rtl="0">
              <a:lnSpc>
                <a:spcPct val="115000"/>
              </a:lnSpc>
              <a:spcBef>
                <a:spcPts val="0"/>
              </a:spcBef>
              <a:spcAft>
                <a:spcPts val="0"/>
              </a:spcAft>
              <a:buClr>
                <a:schemeClr val="lt1"/>
              </a:buClr>
              <a:buSzPts val="1800"/>
              <a:buFont typeface="Montserrat ExtraBold"/>
              <a:buNone/>
            </a:pPr>
            <a:r>
              <a:rPr lang="de-DE" sz="1800" dirty="0" err="1">
                <a:solidFill>
                  <a:schemeClr val="lt1"/>
                </a:solidFill>
                <a:latin typeface="Montserrat ExtraBold"/>
                <a:ea typeface="Montserrat ExtraBold"/>
                <a:cs typeface="Montserrat ExtraBold"/>
                <a:sym typeface="Montserrat ExtraBold"/>
              </a:rPr>
              <a:t>Kyoufu</a:t>
            </a:r>
            <a:endParaRPr sz="1800" b="0" i="0" u="none" strike="noStrike" cap="none" dirty="0">
              <a:solidFill>
                <a:schemeClr val="lt1"/>
              </a:solidFill>
              <a:latin typeface="Montserrat ExtraBold"/>
              <a:ea typeface="Montserrat ExtraBold"/>
              <a:cs typeface="Montserrat ExtraBold"/>
              <a:sym typeface="Montserrat ExtraBold"/>
            </a:endParaRPr>
          </a:p>
          <a:p>
            <a:pPr marL="0" marR="0" lvl="0" indent="0" algn="l" rtl="0">
              <a:lnSpc>
                <a:spcPct val="115000"/>
              </a:lnSpc>
              <a:spcBef>
                <a:spcPts val="0"/>
              </a:spcBef>
              <a:spcAft>
                <a:spcPts val="0"/>
              </a:spcAft>
              <a:buClr>
                <a:srgbClr val="FFB951"/>
              </a:buClr>
              <a:buSzPts val="1800"/>
              <a:buFont typeface="Montserrat ExtraBold"/>
              <a:buNone/>
            </a:pPr>
            <a:r>
              <a:rPr lang="de" sz="1800" b="0" i="0" u="none" strike="noStrike" cap="none" dirty="0">
                <a:solidFill>
                  <a:srgbClr val="FFB951"/>
                </a:solidFill>
                <a:latin typeface="Montserrat ExtraBold"/>
                <a:ea typeface="Montserrat ExtraBold"/>
                <a:cs typeface="Montserrat ExtraBold"/>
                <a:sym typeface="Montserrat ExtraBold"/>
              </a:rPr>
              <a:t>Fear Mask</a:t>
            </a:r>
            <a:endParaRPr sz="1700" b="0" i="0" u="none" strike="noStrike" cap="none" dirty="0">
              <a:solidFill>
                <a:srgbClr val="FF0000"/>
              </a:solidFill>
              <a:latin typeface="Montserrat ExtraBold"/>
              <a:ea typeface="Montserrat ExtraBold"/>
              <a:cs typeface="Montserrat ExtraBold"/>
              <a:sym typeface="Montserrat ExtraBold"/>
            </a:endParaRPr>
          </a:p>
        </p:txBody>
      </p:sp>
      <p:pic>
        <p:nvPicPr>
          <p:cNvPr id="2" name="Grafik 1">
            <a:extLst>
              <a:ext uri="{FF2B5EF4-FFF2-40B4-BE49-F238E27FC236}">
                <a16:creationId xmlns:a16="http://schemas.microsoft.com/office/drawing/2014/main" id="{D4645C81-524C-DB49-C8A0-F0191F36189C}"/>
              </a:ext>
            </a:extLst>
          </p:cNvPr>
          <p:cNvPicPr>
            <a:picLocks noChangeAspect="1"/>
          </p:cNvPicPr>
          <p:nvPr/>
        </p:nvPicPr>
        <p:blipFill>
          <a:blip r:embed="rId3"/>
          <a:stretch>
            <a:fillRect/>
          </a:stretch>
        </p:blipFill>
        <p:spPr>
          <a:xfrm>
            <a:off x="476596" y="938211"/>
            <a:ext cx="3729990" cy="3729990"/>
          </a:xfrm>
          <a:prstGeom prst="rect">
            <a:avLst/>
          </a:prstGeom>
        </p:spPr>
      </p:pic>
      <p:pic>
        <p:nvPicPr>
          <p:cNvPr id="3" name="Grafik 2">
            <a:extLst>
              <a:ext uri="{FF2B5EF4-FFF2-40B4-BE49-F238E27FC236}">
                <a16:creationId xmlns:a16="http://schemas.microsoft.com/office/drawing/2014/main" id="{672DE5C9-13C8-0ADB-C291-68AEF216AE40}"/>
              </a:ext>
            </a:extLst>
          </p:cNvPr>
          <p:cNvPicPr>
            <a:picLocks noChangeAspect="1"/>
          </p:cNvPicPr>
          <p:nvPr/>
        </p:nvPicPr>
        <p:blipFill>
          <a:blip r:embed="rId4"/>
          <a:stretch>
            <a:fillRect/>
          </a:stretch>
        </p:blipFill>
        <p:spPr>
          <a:xfrm>
            <a:off x="5371879" y="1130530"/>
            <a:ext cx="3560714" cy="3478357"/>
          </a:xfrm>
          <a:prstGeom prst="rect">
            <a:avLst/>
          </a:prstGeom>
        </p:spPr>
      </p:pic>
      <p:sp>
        <p:nvSpPr>
          <p:cNvPr id="4" name="Kreuz 3">
            <a:extLst>
              <a:ext uri="{FF2B5EF4-FFF2-40B4-BE49-F238E27FC236}">
                <a16:creationId xmlns:a16="http://schemas.microsoft.com/office/drawing/2014/main" id="{3796BCAA-4B09-1006-2CEE-BD30BAED9885}"/>
              </a:ext>
            </a:extLst>
          </p:cNvPr>
          <p:cNvSpPr/>
          <p:nvPr/>
        </p:nvSpPr>
        <p:spPr>
          <a:xfrm>
            <a:off x="4491872" y="2473467"/>
            <a:ext cx="676102" cy="659477"/>
          </a:xfrm>
          <a:prstGeom prst="plus">
            <a:avLst>
              <a:gd name="adj" fmla="val 3858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grpSp>
        <p:nvGrpSpPr>
          <p:cNvPr id="161" name="Google Shape;161;g3b636e5de4b_0_32"/>
          <p:cNvGrpSpPr/>
          <p:nvPr/>
        </p:nvGrpSpPr>
        <p:grpSpPr>
          <a:xfrm>
            <a:off x="274" y="-1897"/>
            <a:ext cx="3491140" cy="779452"/>
            <a:chOff x="0" y="214638"/>
            <a:chExt cx="3107932" cy="815582"/>
          </a:xfrm>
        </p:grpSpPr>
        <p:grpSp>
          <p:nvGrpSpPr>
            <p:cNvPr id="162" name="Google Shape;162;g3b636e5de4b_0_32"/>
            <p:cNvGrpSpPr/>
            <p:nvPr/>
          </p:nvGrpSpPr>
          <p:grpSpPr>
            <a:xfrm>
              <a:off x="0" y="291855"/>
              <a:ext cx="3107932" cy="738365"/>
              <a:chOff x="0" y="225393"/>
              <a:chExt cx="3076856" cy="738365"/>
            </a:xfrm>
          </p:grpSpPr>
          <p:sp>
            <p:nvSpPr>
              <p:cNvPr id="163" name="Google Shape;163;g3b636e5de4b_0_32"/>
              <p:cNvSpPr/>
              <p:nvPr/>
            </p:nvSpPr>
            <p:spPr>
              <a:xfrm>
                <a:off x="0" y="225393"/>
                <a:ext cx="2275500" cy="738300"/>
              </a:xfrm>
              <a:prstGeom prst="rec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sp>
            <p:nvSpPr>
              <p:cNvPr id="164" name="Google Shape;164;g3b636e5de4b_0_32"/>
              <p:cNvSpPr/>
              <p:nvPr/>
            </p:nvSpPr>
            <p:spPr>
              <a:xfrm>
                <a:off x="1938759" y="225393"/>
                <a:ext cx="1138097" cy="738365"/>
              </a:xfrm>
              <a:prstGeom prst="flowChartInputOutpu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grpSp>
        <p:grpSp>
          <p:nvGrpSpPr>
            <p:cNvPr id="165" name="Google Shape;165;g3b636e5de4b_0_32"/>
            <p:cNvGrpSpPr/>
            <p:nvPr/>
          </p:nvGrpSpPr>
          <p:grpSpPr>
            <a:xfrm>
              <a:off x="0" y="214638"/>
              <a:ext cx="3047301" cy="738365"/>
              <a:chOff x="0" y="214638"/>
              <a:chExt cx="3047301" cy="738365"/>
            </a:xfrm>
          </p:grpSpPr>
          <p:sp>
            <p:nvSpPr>
              <p:cNvPr id="166" name="Google Shape;166;g3b636e5de4b_0_32"/>
              <p:cNvSpPr/>
              <p:nvPr/>
            </p:nvSpPr>
            <p:spPr>
              <a:xfrm>
                <a:off x="0" y="214638"/>
                <a:ext cx="2275500" cy="738300"/>
              </a:xfrm>
              <a:prstGeom prst="rec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sp>
            <p:nvSpPr>
              <p:cNvPr id="167" name="Google Shape;167;g3b636e5de4b_0_32"/>
              <p:cNvSpPr/>
              <p:nvPr/>
            </p:nvSpPr>
            <p:spPr>
              <a:xfrm>
                <a:off x="1909204" y="214638"/>
                <a:ext cx="1138097" cy="738365"/>
              </a:xfrm>
              <a:prstGeom prst="flowChartInputOutpu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grpSp>
      </p:grpSp>
      <p:sp>
        <p:nvSpPr>
          <p:cNvPr id="168" name="Google Shape;168;g3b636e5de4b_0_32"/>
          <p:cNvSpPr txBox="1"/>
          <p:nvPr/>
        </p:nvSpPr>
        <p:spPr>
          <a:xfrm flipH="1">
            <a:off x="12825" y="-82556"/>
            <a:ext cx="3755400" cy="873300"/>
          </a:xfrm>
          <a:prstGeom prst="rect">
            <a:avLst/>
          </a:prstGeom>
          <a:noFill/>
          <a:ln>
            <a:noFill/>
          </a:ln>
        </p:spPr>
        <p:txBody>
          <a:bodyPr spcFirstLastPara="1" wrap="square" lIns="68575" tIns="34275" rIns="68575" bIns="34275" anchor="ctr" anchorCtr="0">
            <a:noAutofit/>
          </a:bodyPr>
          <a:lstStyle/>
          <a:p>
            <a:pPr lvl="0">
              <a:lnSpc>
                <a:spcPct val="115000"/>
              </a:lnSpc>
              <a:buClr>
                <a:schemeClr val="lt1"/>
              </a:buClr>
              <a:buSzPts val="1800"/>
            </a:pPr>
            <a:r>
              <a:rPr lang="de-DE" sz="1800" dirty="0" err="1">
                <a:solidFill>
                  <a:schemeClr val="lt1"/>
                </a:solidFill>
                <a:latin typeface="Montserrat ExtraBold"/>
                <a:ea typeface="Montserrat ExtraBold"/>
                <a:cs typeface="Montserrat ExtraBold"/>
                <a:sym typeface="Montserrat ExtraBold"/>
              </a:rPr>
              <a:t>Kyoufu</a:t>
            </a:r>
            <a:r>
              <a:rPr lang="de-DE" sz="1800" dirty="0">
                <a:solidFill>
                  <a:schemeClr val="lt1"/>
                </a:solidFill>
                <a:latin typeface="Montserrat ExtraBold"/>
                <a:ea typeface="Montserrat ExtraBold"/>
                <a:cs typeface="Montserrat ExtraBold"/>
                <a:sym typeface="Montserrat ExtraBold"/>
              </a:rPr>
              <a:t> </a:t>
            </a:r>
          </a:p>
          <a:p>
            <a:pPr lvl="0">
              <a:lnSpc>
                <a:spcPct val="115000"/>
              </a:lnSpc>
              <a:buClr>
                <a:schemeClr val="lt1"/>
              </a:buClr>
              <a:buSzPts val="1800"/>
            </a:pPr>
            <a:r>
              <a:rPr lang="de" sz="1800" b="0" i="0" u="none" strike="noStrike" cap="none" dirty="0">
                <a:solidFill>
                  <a:srgbClr val="FFB951"/>
                </a:solidFill>
                <a:latin typeface="Montserrat ExtraBold"/>
                <a:ea typeface="Montserrat ExtraBold"/>
                <a:cs typeface="Montserrat ExtraBold"/>
                <a:sym typeface="Montserrat ExtraBold"/>
              </a:rPr>
              <a:t>Character Checklist</a:t>
            </a:r>
            <a:endParaRPr sz="1100" b="0" i="0" u="none" strike="noStrike" cap="none" dirty="0">
              <a:solidFill>
                <a:srgbClr val="000000"/>
              </a:solidFill>
              <a:latin typeface="Arial"/>
              <a:ea typeface="Arial"/>
              <a:cs typeface="Arial"/>
              <a:sym typeface="Arial"/>
            </a:endParaRPr>
          </a:p>
        </p:txBody>
      </p:sp>
      <p:graphicFrame>
        <p:nvGraphicFramePr>
          <p:cNvPr id="169" name="Google Shape;169;g3b636e5de4b_0_32"/>
          <p:cNvGraphicFramePr/>
          <p:nvPr>
            <p:extLst>
              <p:ext uri="{D42A27DB-BD31-4B8C-83A1-F6EECF244321}">
                <p14:modId xmlns:p14="http://schemas.microsoft.com/office/powerpoint/2010/main" val="3469388502"/>
              </p:ext>
            </p:extLst>
          </p:nvPr>
        </p:nvGraphicFramePr>
        <p:xfrm>
          <a:off x="21850" y="851289"/>
          <a:ext cx="9080600" cy="5864530"/>
        </p:xfrm>
        <a:graphic>
          <a:graphicData uri="http://schemas.openxmlformats.org/drawingml/2006/table">
            <a:tbl>
              <a:tblPr bandCol="1">
                <a:tableStyleId>{284E427A-3D55-4303-BF80-6455036E1DE7}</a:tableStyleId>
              </a:tblPr>
              <a:tblGrid>
                <a:gridCol w="2270150">
                  <a:extLst>
                    <a:ext uri="{9D8B030D-6E8A-4147-A177-3AD203B41FA5}">
                      <a16:colId xmlns:a16="http://schemas.microsoft.com/office/drawing/2014/main" val="20000"/>
                    </a:ext>
                  </a:extLst>
                </a:gridCol>
                <a:gridCol w="2270150">
                  <a:extLst>
                    <a:ext uri="{9D8B030D-6E8A-4147-A177-3AD203B41FA5}">
                      <a16:colId xmlns:a16="http://schemas.microsoft.com/office/drawing/2014/main" val="20001"/>
                    </a:ext>
                  </a:extLst>
                </a:gridCol>
                <a:gridCol w="2270150">
                  <a:extLst>
                    <a:ext uri="{9D8B030D-6E8A-4147-A177-3AD203B41FA5}">
                      <a16:colId xmlns:a16="http://schemas.microsoft.com/office/drawing/2014/main" val="20002"/>
                    </a:ext>
                  </a:extLst>
                </a:gridCol>
                <a:gridCol w="2270150">
                  <a:extLst>
                    <a:ext uri="{9D8B030D-6E8A-4147-A177-3AD203B41FA5}">
                      <a16:colId xmlns:a16="http://schemas.microsoft.com/office/drawing/2014/main" val="20003"/>
                    </a:ext>
                  </a:extLst>
                </a:gridCol>
              </a:tblGrid>
              <a:tr h="829125">
                <a:tc>
                  <a:txBody>
                    <a:bodyPr/>
                    <a:lstStyle/>
                    <a:p>
                      <a:pPr marL="0" marR="0" lvl="0" indent="0" algn="l" rtl="0">
                        <a:lnSpc>
                          <a:spcPct val="100000"/>
                        </a:lnSpc>
                        <a:spcBef>
                          <a:spcPts val="0"/>
                        </a:spcBef>
                        <a:spcAft>
                          <a:spcPts val="0"/>
                        </a:spcAft>
                        <a:buNone/>
                      </a:pPr>
                      <a:r>
                        <a:rPr lang="de" sz="1400" b="1" u="none" strike="noStrike" cap="none"/>
                        <a:t>Goal</a:t>
                      </a:r>
                      <a:endParaRPr/>
                    </a:p>
                  </a:txBody>
                  <a:tcPr marL="91450" marR="91450" marT="45725" marB="45725"/>
                </a:tc>
                <a:tc>
                  <a:txBody>
                    <a:bodyPr/>
                    <a:lstStyle/>
                    <a:p>
                      <a:pPr marL="0" lvl="0" indent="0" algn="l" rtl="0">
                        <a:spcBef>
                          <a:spcPts val="0"/>
                        </a:spcBef>
                        <a:spcAft>
                          <a:spcPts val="0"/>
                        </a:spcAft>
                        <a:buNone/>
                      </a:pPr>
                      <a:r>
                        <a:rPr lang="de" dirty="0"/>
                        <a:t>Versucht denen zu helfen die sich selbst nicht helfen können. Da er es in seinem Leben nicht getan hat</a:t>
                      </a:r>
                      <a:endParaRPr dirty="0"/>
                    </a:p>
                  </a:txBody>
                  <a:tcPr marL="91450" marR="91450" marT="45725" marB="45725"/>
                </a:tc>
                <a:tc>
                  <a:txBody>
                    <a:bodyPr/>
                    <a:lstStyle/>
                    <a:p>
                      <a:pPr marL="0" marR="0" lvl="0" indent="0" algn="l" rtl="0">
                        <a:lnSpc>
                          <a:spcPct val="100000"/>
                        </a:lnSpc>
                        <a:spcBef>
                          <a:spcPts val="0"/>
                        </a:spcBef>
                        <a:spcAft>
                          <a:spcPts val="0"/>
                        </a:spcAft>
                        <a:buNone/>
                      </a:pPr>
                      <a:r>
                        <a:rPr lang="de" sz="1400" b="1" u="none" strike="noStrike" cap="none"/>
                        <a:t>A specific personality / Universal Behaviour</a:t>
                      </a:r>
                      <a:endParaRPr sz="1400" b="1" u="none" strike="noStrike" cap="none"/>
                    </a:p>
                  </a:txBody>
                  <a:tcPr marL="91450" marR="91450" marT="45725" marB="45725"/>
                </a:tc>
                <a:tc>
                  <a:txBody>
                    <a:bodyPr/>
                    <a:lstStyle/>
                    <a:p>
                      <a:pPr marL="0" lvl="0" indent="0" algn="l" rtl="0">
                        <a:spcBef>
                          <a:spcPts val="0"/>
                        </a:spcBef>
                        <a:spcAft>
                          <a:spcPts val="0"/>
                        </a:spcAft>
                        <a:buNone/>
                      </a:pPr>
                      <a:r>
                        <a:rPr lang="de" dirty="0"/>
                        <a:t>Er fängt öfter an in der Luft zu starren</a:t>
                      </a:r>
                      <a:endParaRPr dirty="0"/>
                    </a:p>
                  </a:txBody>
                  <a:tcPr marL="91450" marR="91450" marT="45725" marB="45725"/>
                </a:tc>
                <a:extLst>
                  <a:ext uri="{0D108BD9-81ED-4DB2-BD59-A6C34878D82A}">
                    <a16:rowId xmlns:a16="http://schemas.microsoft.com/office/drawing/2014/main" val="10000"/>
                  </a:ext>
                </a:extLst>
              </a:tr>
              <a:tr h="829125">
                <a:tc>
                  <a:txBody>
                    <a:bodyPr/>
                    <a:lstStyle/>
                    <a:p>
                      <a:pPr marL="0" marR="0" lvl="0" indent="0" algn="l" rtl="0">
                        <a:lnSpc>
                          <a:spcPct val="100000"/>
                        </a:lnSpc>
                        <a:spcBef>
                          <a:spcPts val="0"/>
                        </a:spcBef>
                        <a:spcAft>
                          <a:spcPts val="0"/>
                        </a:spcAft>
                        <a:buNone/>
                      </a:pPr>
                      <a:r>
                        <a:rPr lang="de" sz="1400" b="1" u="none" strike="noStrike" cap="none" dirty="0"/>
                        <a:t>Flaw</a:t>
                      </a:r>
                      <a:endParaRPr sz="1400" b="1" u="none" strike="noStrike" cap="none" dirty="0"/>
                    </a:p>
                  </a:txBody>
                  <a:tcPr marL="91450" marR="91450" marT="45725" marB="45725"/>
                </a:tc>
                <a:tc>
                  <a:txBody>
                    <a:bodyPr/>
                    <a:lstStyle/>
                    <a:p>
                      <a:pPr marL="0" lvl="0" indent="0" algn="l" rtl="0">
                        <a:spcBef>
                          <a:spcPts val="0"/>
                        </a:spcBef>
                        <a:spcAft>
                          <a:spcPts val="0"/>
                        </a:spcAft>
                        <a:buNone/>
                      </a:pPr>
                      <a:r>
                        <a:rPr lang="de" dirty="0"/>
                        <a:t>Wenn ihm eine Aufgabe zu groß wird versucht er sich aus dieser Rauszureden</a:t>
                      </a:r>
                      <a:endParaRPr dirty="0"/>
                    </a:p>
                  </a:txBody>
                  <a:tcPr marL="91450" marR="91450" marT="45725" marB="45725"/>
                </a:tc>
                <a:tc>
                  <a:txBody>
                    <a:bodyPr/>
                    <a:lstStyle/>
                    <a:p>
                      <a:pPr marL="0" marR="0" lvl="0" indent="0" algn="l" rtl="0">
                        <a:lnSpc>
                          <a:spcPct val="100000"/>
                        </a:lnSpc>
                        <a:spcBef>
                          <a:spcPts val="0"/>
                        </a:spcBef>
                        <a:spcAft>
                          <a:spcPts val="0"/>
                        </a:spcAft>
                        <a:buNone/>
                      </a:pPr>
                      <a:r>
                        <a:rPr lang="de" sz="1400" b="1" u="none" strike="noStrike" cap="none"/>
                        <a:t>Secrets</a:t>
                      </a:r>
                      <a:endParaRPr/>
                    </a:p>
                  </a:txBody>
                  <a:tcPr marL="91450" marR="91450" marT="45725" marB="45725"/>
                </a:tc>
                <a:tc>
                  <a:txBody>
                    <a:bodyPr/>
                    <a:lstStyle/>
                    <a:p>
                      <a:pPr marL="0" lvl="0" indent="0" algn="l" rtl="0">
                        <a:spcBef>
                          <a:spcPts val="0"/>
                        </a:spcBef>
                        <a:spcAft>
                          <a:spcPts val="0"/>
                        </a:spcAft>
                        <a:buNone/>
                      </a:pPr>
                      <a:r>
                        <a:rPr lang="de" dirty="0"/>
                        <a:t>Er hat im Krieg immer versucht zu helfen ist aber bei großen Kämpfen abgehauen</a:t>
                      </a:r>
                      <a:endParaRPr dirty="0"/>
                    </a:p>
                  </a:txBody>
                  <a:tcPr marL="91450" marR="91450" marT="45725" marB="45725"/>
                </a:tc>
                <a:extLst>
                  <a:ext uri="{0D108BD9-81ED-4DB2-BD59-A6C34878D82A}">
                    <a16:rowId xmlns:a16="http://schemas.microsoft.com/office/drawing/2014/main" val="10001"/>
                  </a:ext>
                </a:extLst>
              </a:tr>
              <a:tr h="829125">
                <a:tc>
                  <a:txBody>
                    <a:bodyPr/>
                    <a:lstStyle/>
                    <a:p>
                      <a:pPr marL="0" marR="0" lvl="0" indent="0" algn="l" rtl="0">
                        <a:lnSpc>
                          <a:spcPct val="100000"/>
                        </a:lnSpc>
                        <a:spcBef>
                          <a:spcPts val="0"/>
                        </a:spcBef>
                        <a:spcAft>
                          <a:spcPts val="0"/>
                        </a:spcAft>
                        <a:buNone/>
                      </a:pPr>
                      <a:r>
                        <a:rPr lang="de" sz="1400" b="1" u="none" strike="noStrike" cap="none"/>
                        <a:t>Belonging</a:t>
                      </a:r>
                      <a:endParaRPr sz="1400" b="1" u="none" strike="noStrike" cap="none"/>
                    </a:p>
                  </a:txBody>
                  <a:tcPr marL="91450" marR="91450" marT="45725" marB="45725"/>
                </a:tc>
                <a:tc>
                  <a:txBody>
                    <a:bodyPr/>
                    <a:lstStyle/>
                    <a:p>
                      <a:pPr marL="0" lvl="0" indent="0" algn="l" rtl="0">
                        <a:spcBef>
                          <a:spcPts val="0"/>
                        </a:spcBef>
                        <a:spcAft>
                          <a:spcPts val="0"/>
                        </a:spcAft>
                        <a:buNone/>
                      </a:pPr>
                      <a:r>
                        <a:rPr lang="de" dirty="0"/>
                        <a:t>Sleep Department</a:t>
                      </a:r>
                      <a:endParaRPr dirty="0"/>
                    </a:p>
                  </a:txBody>
                  <a:tcPr marL="91450" marR="91450" marT="45725" marB="45725"/>
                </a:tc>
                <a:tc>
                  <a:txBody>
                    <a:bodyPr/>
                    <a:lstStyle/>
                    <a:p>
                      <a:pPr marL="0" marR="0" lvl="0" indent="0" algn="l" rtl="0">
                        <a:lnSpc>
                          <a:spcPct val="100000"/>
                        </a:lnSpc>
                        <a:spcBef>
                          <a:spcPts val="0"/>
                        </a:spcBef>
                        <a:spcAft>
                          <a:spcPts val="0"/>
                        </a:spcAft>
                        <a:buNone/>
                      </a:pPr>
                      <a:r>
                        <a:rPr lang="de" sz="1400" b="1" u="none" strike="noStrike" cap="none"/>
                        <a:t>Assertiveness</a:t>
                      </a:r>
                      <a:endParaRPr sz="1400" b="1" u="none" strike="noStrike" cap="none"/>
                    </a:p>
                  </a:txBody>
                  <a:tcPr marL="91450" marR="91450" marT="45725" marB="45725"/>
                </a:tc>
                <a:tc>
                  <a:txBody>
                    <a:bodyPr/>
                    <a:lstStyle/>
                    <a:p>
                      <a:pPr marL="0" lvl="0" indent="0" algn="l" rtl="0">
                        <a:spcBef>
                          <a:spcPts val="0"/>
                        </a:spcBef>
                        <a:spcAft>
                          <a:spcPts val="0"/>
                        </a:spcAft>
                        <a:buNone/>
                      </a:pPr>
                      <a:r>
                        <a:rPr lang="de" dirty="0"/>
                        <a:t>Versucht Mutig zu wirken schreckt jedoch häufig zusammen</a:t>
                      </a:r>
                      <a:endParaRPr dirty="0"/>
                    </a:p>
                  </a:txBody>
                  <a:tcPr marL="91450" marR="91450" marT="45725" marB="45725"/>
                </a:tc>
                <a:extLst>
                  <a:ext uri="{0D108BD9-81ED-4DB2-BD59-A6C34878D82A}">
                    <a16:rowId xmlns:a16="http://schemas.microsoft.com/office/drawing/2014/main" val="10002"/>
                  </a:ext>
                </a:extLst>
              </a:tr>
              <a:tr h="829125">
                <a:tc>
                  <a:txBody>
                    <a:bodyPr/>
                    <a:lstStyle/>
                    <a:p>
                      <a:pPr marL="0" marR="0" lvl="0" indent="0" algn="l" rtl="0">
                        <a:lnSpc>
                          <a:spcPct val="100000"/>
                        </a:lnSpc>
                        <a:spcBef>
                          <a:spcPts val="0"/>
                        </a:spcBef>
                        <a:spcAft>
                          <a:spcPts val="0"/>
                        </a:spcAft>
                        <a:buNone/>
                      </a:pPr>
                      <a:r>
                        <a:rPr lang="de" sz="1400" b="1" u="none" strike="noStrike" cap="none"/>
                        <a:t>Believe</a:t>
                      </a:r>
                      <a:endParaRPr/>
                    </a:p>
                  </a:txBody>
                  <a:tcPr marL="91450" marR="91450" marT="45725" marB="45725"/>
                </a:tc>
                <a:tc>
                  <a:txBody>
                    <a:bodyPr/>
                    <a:lstStyle/>
                    <a:p>
                      <a:pPr marL="0" lvl="0" indent="0" algn="l" rtl="0">
                        <a:spcBef>
                          <a:spcPts val="0"/>
                        </a:spcBef>
                        <a:spcAft>
                          <a:spcPts val="0"/>
                        </a:spcAft>
                        <a:buNone/>
                      </a:pPr>
                      <a:r>
                        <a:rPr lang="de" dirty="0"/>
                        <a:t>Angst ist der größte Segen und der größte Fluch der Welt. Du solltest dich ihr unterwerfen. </a:t>
                      </a:r>
                      <a:endParaRPr dirty="0"/>
                    </a:p>
                  </a:txBody>
                  <a:tcPr marL="91450" marR="91450" marT="45725" marB="45725"/>
                </a:tc>
                <a:tc>
                  <a:txBody>
                    <a:bodyPr/>
                    <a:lstStyle/>
                    <a:p>
                      <a:pPr marL="0" marR="0" lvl="0" indent="0" algn="l" rtl="0">
                        <a:lnSpc>
                          <a:spcPct val="100000"/>
                        </a:lnSpc>
                        <a:spcBef>
                          <a:spcPts val="0"/>
                        </a:spcBef>
                        <a:spcAft>
                          <a:spcPts val="0"/>
                        </a:spcAft>
                        <a:buNone/>
                      </a:pPr>
                      <a:r>
                        <a:rPr lang="de" sz="1400" b="1" u="none" strike="noStrike" cap="none"/>
                        <a:t>Specific Tastes and professions</a:t>
                      </a:r>
                      <a:endParaRPr sz="1400" b="1" u="none" strike="noStrike" cap="none"/>
                    </a:p>
                  </a:txBody>
                  <a:tcPr marL="91450" marR="91450" marT="45725" marB="45725"/>
                </a:tc>
                <a:tc>
                  <a:txBody>
                    <a:bodyPr/>
                    <a:lstStyle/>
                    <a:p>
                      <a:pPr marL="0" lvl="0" indent="0" algn="l" rtl="0">
                        <a:spcBef>
                          <a:spcPts val="0"/>
                        </a:spcBef>
                        <a:spcAft>
                          <a:spcPts val="0"/>
                        </a:spcAft>
                        <a:buNone/>
                      </a:pPr>
                      <a:r>
                        <a:rPr lang="de" dirty="0"/>
                        <a:t>Sicherheit</a:t>
                      </a:r>
                      <a:endParaRPr dirty="0"/>
                    </a:p>
                  </a:txBody>
                  <a:tcPr marL="91450" marR="91450" marT="45725" marB="45725"/>
                </a:tc>
                <a:extLst>
                  <a:ext uri="{0D108BD9-81ED-4DB2-BD59-A6C34878D82A}">
                    <a16:rowId xmlns:a16="http://schemas.microsoft.com/office/drawing/2014/main" val="10003"/>
                  </a:ext>
                </a:extLst>
              </a:tr>
              <a:tr h="829125">
                <a:tc>
                  <a:txBody>
                    <a:bodyPr/>
                    <a:lstStyle/>
                    <a:p>
                      <a:pPr marL="0" marR="0" lvl="0" indent="0" algn="l" rtl="0">
                        <a:lnSpc>
                          <a:spcPct val="100000"/>
                        </a:lnSpc>
                        <a:spcBef>
                          <a:spcPts val="0"/>
                        </a:spcBef>
                        <a:spcAft>
                          <a:spcPts val="0"/>
                        </a:spcAft>
                        <a:buNone/>
                      </a:pPr>
                      <a:r>
                        <a:rPr lang="de" sz="1400" b="1" u="none" strike="noStrike" cap="none"/>
                        <a:t>Information</a:t>
                      </a:r>
                      <a:endParaRPr/>
                    </a:p>
                  </a:txBody>
                  <a:tcPr marL="91450" marR="91450" marT="45725" marB="45725"/>
                </a:tc>
                <a:tc>
                  <a:txBody>
                    <a:bodyPr/>
                    <a:lstStyle/>
                    <a:p>
                      <a:pPr marL="0" lvl="0" indent="0" algn="l" rtl="0">
                        <a:spcBef>
                          <a:spcPts val="0"/>
                        </a:spcBef>
                        <a:spcAft>
                          <a:spcPts val="0"/>
                        </a:spcAft>
                        <a:buNone/>
                      </a:pPr>
                      <a:r>
                        <a:rPr lang="de" dirty="0"/>
                        <a:t>Er kann Menschen durch gezielte Angst wieder demütig werden lassen, oder zurück in die Realität holen</a:t>
                      </a:r>
                      <a:endParaRPr dirty="0"/>
                    </a:p>
                  </a:txBody>
                  <a:tcPr marL="91450" marR="91450" marT="45725" marB="45725"/>
                </a:tc>
                <a:tc>
                  <a:txBody>
                    <a:bodyPr/>
                    <a:lstStyle/>
                    <a:p>
                      <a:pPr marL="0" marR="0" lvl="0" indent="0" algn="l" rtl="0">
                        <a:lnSpc>
                          <a:spcPct val="100000"/>
                        </a:lnSpc>
                        <a:spcBef>
                          <a:spcPts val="0"/>
                        </a:spcBef>
                        <a:spcAft>
                          <a:spcPts val="0"/>
                        </a:spcAft>
                        <a:buNone/>
                      </a:pPr>
                      <a:r>
                        <a:rPr lang="de" sz="1400" b="1" u="none" strike="noStrike" cap="none"/>
                        <a:t>Hurt Them</a:t>
                      </a:r>
                      <a:endParaRPr sz="1400" b="1" u="none" strike="noStrike" cap="none"/>
                    </a:p>
                  </a:txBody>
                  <a:tcPr marL="91450" marR="91450" marT="45725" marB="45725"/>
                </a:tc>
                <a:tc>
                  <a:txBody>
                    <a:bodyPr/>
                    <a:lstStyle/>
                    <a:p>
                      <a:pPr marL="0" lvl="0" indent="0" algn="l" rtl="0">
                        <a:spcBef>
                          <a:spcPts val="0"/>
                        </a:spcBef>
                        <a:spcAft>
                          <a:spcPts val="0"/>
                        </a:spcAft>
                        <a:buNone/>
                      </a:pPr>
                      <a:r>
                        <a:rPr lang="de" dirty="0"/>
                        <a:t>Als er nachdem er vor einem Kampf davon gelaufen ist in die Maske verwandelt wurde</a:t>
                      </a:r>
                      <a:endParaRPr dirty="0"/>
                    </a:p>
                  </a:txBody>
                  <a:tcPr marL="91450" marR="91450" marT="45725" marB="45725"/>
                </a:tc>
                <a:extLst>
                  <a:ext uri="{0D108BD9-81ED-4DB2-BD59-A6C34878D82A}">
                    <a16:rowId xmlns:a16="http://schemas.microsoft.com/office/drawing/2014/main" val="10004"/>
                  </a:ext>
                </a:extLst>
              </a:tr>
              <a:tr h="829125">
                <a:tc>
                  <a:txBody>
                    <a:bodyPr/>
                    <a:lstStyle/>
                    <a:p>
                      <a:pPr marL="0" marR="0" lvl="0" indent="0" algn="l" rtl="0">
                        <a:lnSpc>
                          <a:spcPct val="100000"/>
                        </a:lnSpc>
                        <a:spcBef>
                          <a:spcPts val="0"/>
                        </a:spcBef>
                        <a:spcAft>
                          <a:spcPts val="0"/>
                        </a:spcAft>
                        <a:buNone/>
                      </a:pPr>
                      <a:r>
                        <a:rPr lang="de" sz="1400" b="1" u="none" strike="noStrike" cap="none"/>
                        <a:t>Special Skill</a:t>
                      </a:r>
                      <a:endParaRPr sz="1400" b="1" u="none" strike="noStrike" cap="none"/>
                    </a:p>
                  </a:txBody>
                  <a:tcPr marL="91450" marR="91450" marT="45725" marB="45725"/>
                </a:tc>
                <a:tc>
                  <a:txBody>
                    <a:bodyPr/>
                    <a:lstStyle/>
                    <a:p>
                      <a:pPr marL="0" marR="0" lvl="0" indent="0" algn="l" rtl="0">
                        <a:lnSpc>
                          <a:spcPct val="100000"/>
                        </a:lnSpc>
                        <a:spcBef>
                          <a:spcPts val="0"/>
                        </a:spcBef>
                        <a:spcAft>
                          <a:spcPts val="0"/>
                        </a:spcAft>
                        <a:buNone/>
                      </a:pPr>
                      <a:r>
                        <a:rPr lang="de" sz="1100" u="none" strike="noStrike" cap="none" dirty="0"/>
                        <a:t>Kennt zu jeder situation ein passendes Sprichwort</a:t>
                      </a:r>
                      <a:endParaRPr sz="1100" u="none" strike="noStrike" cap="none" dirty="0"/>
                    </a:p>
                  </a:txBody>
                  <a:tcPr marL="91450" marR="91450" marT="45725" marB="45725"/>
                </a:tc>
                <a:tc>
                  <a:txBody>
                    <a:bodyPr/>
                    <a:lstStyle/>
                    <a:p>
                      <a:pPr marL="0" marR="0" lvl="0" indent="0" algn="l" rtl="0">
                        <a:lnSpc>
                          <a:spcPct val="100000"/>
                        </a:lnSpc>
                        <a:spcBef>
                          <a:spcPts val="0"/>
                        </a:spcBef>
                        <a:spcAft>
                          <a:spcPts val="0"/>
                        </a:spcAft>
                        <a:buNone/>
                      </a:pPr>
                      <a:endParaRPr sz="1400" b="1" u="none" strike="noStrike" cap="none"/>
                    </a:p>
                  </a:txBody>
                  <a:tcPr marL="91450" marR="91450" marT="45725" marB="45725"/>
                </a:tc>
                <a:tc>
                  <a:txBody>
                    <a:bodyPr/>
                    <a:lstStyle/>
                    <a:p>
                      <a:pPr marL="0" marR="0" lvl="0" indent="0" algn="l" rtl="0">
                        <a:lnSpc>
                          <a:spcPct val="100000"/>
                        </a:lnSpc>
                        <a:spcBef>
                          <a:spcPts val="0"/>
                        </a:spcBef>
                        <a:spcAft>
                          <a:spcPts val="0"/>
                        </a:spcAft>
                        <a:buNone/>
                      </a:pPr>
                      <a:endParaRPr sz="1100" u="none" strike="noStrike" cap="none" dirty="0"/>
                    </a:p>
                  </a:txBody>
                  <a:tcPr marL="91450" marR="91450" marT="45725" marB="45725"/>
                </a:tc>
                <a:extLst>
                  <a:ext uri="{0D108BD9-81ED-4DB2-BD59-A6C34878D82A}">
                    <a16:rowId xmlns:a16="http://schemas.microsoft.com/office/drawing/2014/main" val="1000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3"/>
          <p:cNvSpPr txBox="1"/>
          <p:nvPr/>
        </p:nvSpPr>
        <p:spPr>
          <a:xfrm>
            <a:off x="22124" y="703635"/>
            <a:ext cx="9122100" cy="4441186"/>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800"/>
              <a:buFont typeface="Arial"/>
              <a:buNone/>
            </a:pPr>
            <a:r>
              <a:rPr lang="de" sz="1800" b="1" i="0" u="none" strike="noStrike" cap="none" dirty="0">
                <a:solidFill>
                  <a:srgbClr val="FF0000"/>
                </a:solidFill>
                <a:latin typeface="Calibri"/>
                <a:ea typeface="Calibri"/>
                <a:cs typeface="Calibri"/>
                <a:sym typeface="Calibri"/>
              </a:rPr>
              <a:t>Name: </a:t>
            </a:r>
            <a:r>
              <a:rPr lang="de" sz="1800" b="1" dirty="0">
                <a:solidFill>
                  <a:schemeClr val="tx1"/>
                </a:solidFill>
                <a:latin typeface="Calibri"/>
                <a:ea typeface="Calibri"/>
                <a:cs typeface="Calibri"/>
                <a:sym typeface="Calibri"/>
              </a:rPr>
              <a:t>Kyofu</a:t>
            </a:r>
            <a:endParaRPr sz="1100" b="0" i="0" u="none" strike="noStrike" cap="none" dirty="0">
              <a:solidFill>
                <a:schemeClr val="dk1"/>
              </a:solidFill>
              <a:latin typeface="Calibri"/>
              <a:ea typeface="Calibri"/>
              <a:cs typeface="Calibri"/>
              <a:sym typeface="Calibri"/>
            </a:endParaRPr>
          </a:p>
          <a:p>
            <a:pPr lvl="0">
              <a:lnSpc>
                <a:spcPct val="115000"/>
              </a:lnSpc>
              <a:buSzPts val="1800"/>
            </a:pPr>
            <a:r>
              <a:rPr lang="de" sz="1800" b="1" i="0" u="none" strike="noStrike" cap="none" dirty="0">
                <a:solidFill>
                  <a:srgbClr val="FF0000"/>
                </a:solidFill>
                <a:latin typeface="Calibri"/>
                <a:ea typeface="Calibri"/>
                <a:cs typeface="Calibri"/>
                <a:sym typeface="Calibri"/>
              </a:rPr>
              <a:t>Gender: </a:t>
            </a:r>
            <a:r>
              <a:rPr lang="de" sz="1800" b="1" dirty="0">
                <a:solidFill>
                  <a:schemeClr val="tx1"/>
                </a:solidFill>
                <a:latin typeface="Calibri"/>
                <a:ea typeface="Calibri"/>
                <a:cs typeface="Calibri"/>
                <a:sym typeface="Calibri"/>
              </a:rPr>
              <a:t>Male</a:t>
            </a:r>
            <a:endParaRPr sz="1800" b="1"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rgbClr val="000000"/>
              </a:buClr>
              <a:buSzPts val="1800"/>
              <a:buFont typeface="Arial"/>
              <a:buNone/>
            </a:pPr>
            <a:r>
              <a:rPr lang="de" sz="1800" b="1" i="0" u="none" strike="noStrike" cap="none" dirty="0">
                <a:solidFill>
                  <a:srgbClr val="FF0000"/>
                </a:solidFill>
                <a:latin typeface="Calibri"/>
                <a:ea typeface="Calibri"/>
                <a:cs typeface="Calibri"/>
                <a:sym typeface="Calibri"/>
              </a:rPr>
              <a:t>Age: </a:t>
            </a:r>
            <a:r>
              <a:rPr lang="de" sz="1800" b="1" i="0" u="none" strike="noStrike" cap="none" dirty="0">
                <a:solidFill>
                  <a:schemeClr val="tx1"/>
                </a:solidFill>
                <a:latin typeface="Calibri"/>
                <a:ea typeface="Calibri"/>
                <a:cs typeface="Calibri"/>
                <a:sym typeface="Calibri"/>
              </a:rPr>
              <a:t>Over 500 years</a:t>
            </a:r>
            <a:endParaRPr sz="1800" b="1"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rgbClr val="000000"/>
              </a:buClr>
              <a:buSzPts val="1800"/>
              <a:buFont typeface="Arial"/>
              <a:buNone/>
            </a:pPr>
            <a:r>
              <a:rPr lang="de" sz="1800" b="1" i="0" u="none" strike="noStrike" cap="none" dirty="0">
                <a:solidFill>
                  <a:srgbClr val="FF0000"/>
                </a:solidFill>
                <a:latin typeface="Calibri"/>
                <a:ea typeface="Calibri"/>
                <a:cs typeface="Calibri"/>
                <a:sym typeface="Calibri"/>
              </a:rPr>
              <a:t>Personality: </a:t>
            </a:r>
            <a:r>
              <a:rPr lang="de" sz="1800" b="1" i="0" u="none" strike="noStrike" cap="none" dirty="0">
                <a:solidFill>
                  <a:schemeClr val="tx1"/>
                </a:solidFill>
                <a:latin typeface="Calibri"/>
                <a:ea typeface="Calibri"/>
                <a:cs typeface="Calibri"/>
                <a:sym typeface="Calibri"/>
              </a:rPr>
              <a:t>The Innocent, The Everyman</a:t>
            </a:r>
            <a:endParaRPr sz="1800" b="1"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chemeClr val="dk1"/>
              </a:buClr>
              <a:buSzPts val="1800"/>
              <a:buFont typeface="Arial"/>
              <a:buNone/>
            </a:pPr>
            <a:r>
              <a:rPr lang="de" sz="1800" b="1" i="0" u="none" strike="noStrike" cap="none" dirty="0">
                <a:solidFill>
                  <a:srgbClr val="FF0000"/>
                </a:solidFill>
                <a:latin typeface="Calibri"/>
                <a:ea typeface="Calibri"/>
                <a:cs typeface="Calibri"/>
                <a:sym typeface="Calibri"/>
              </a:rPr>
              <a:t>Alignment: </a:t>
            </a:r>
            <a:r>
              <a:rPr lang="de" sz="1800" b="1" dirty="0">
                <a:solidFill>
                  <a:schemeClr val="tx1"/>
                </a:solidFill>
                <a:latin typeface="Calibri"/>
                <a:ea typeface="Calibri"/>
                <a:cs typeface="Calibri"/>
                <a:sym typeface="Calibri"/>
              </a:rPr>
              <a:t>lawfull evil</a:t>
            </a:r>
            <a:endParaRPr sz="1800" b="1"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chemeClr val="dk1"/>
              </a:buClr>
              <a:buSzPts val="1800"/>
              <a:buFont typeface="Arial"/>
              <a:buNone/>
            </a:pPr>
            <a:r>
              <a:rPr lang="de" sz="1800" b="1" i="0" u="none" strike="noStrike" cap="none" dirty="0">
                <a:solidFill>
                  <a:srgbClr val="FF0000"/>
                </a:solidFill>
                <a:latin typeface="Calibri"/>
                <a:ea typeface="Calibri"/>
                <a:cs typeface="Calibri"/>
                <a:sym typeface="Calibri"/>
              </a:rPr>
              <a:t>Occupation: </a:t>
            </a:r>
            <a:r>
              <a:rPr lang="de" sz="1800" b="1" i="0" u="none" strike="noStrike" cap="none" dirty="0">
                <a:solidFill>
                  <a:schemeClr val="tx1"/>
                </a:solidFill>
                <a:latin typeface="Calibri"/>
                <a:ea typeface="Calibri"/>
                <a:cs typeface="Calibri"/>
                <a:sym typeface="Calibri"/>
              </a:rPr>
              <a:t>Medizin</a:t>
            </a:r>
            <a:endParaRPr sz="1800" b="1" i="0" u="none" strike="noStrike" cap="none" dirty="0">
              <a:solidFill>
                <a:srgbClr val="FF0000"/>
              </a:solidFill>
              <a:latin typeface="Calibri"/>
              <a:ea typeface="Calibri"/>
              <a:cs typeface="Calibri"/>
              <a:sym typeface="Calibri"/>
            </a:endParaRPr>
          </a:p>
          <a:p>
            <a:pPr marL="0" marR="0" lvl="0" indent="0" algn="l" rtl="0">
              <a:lnSpc>
                <a:spcPct val="115000"/>
              </a:lnSpc>
              <a:spcBef>
                <a:spcPts val="0"/>
              </a:spcBef>
              <a:spcAft>
                <a:spcPts val="0"/>
              </a:spcAft>
              <a:buClr>
                <a:srgbClr val="000000"/>
              </a:buClr>
              <a:buSzPts val="1800"/>
              <a:buFont typeface="Arial"/>
              <a:buNone/>
            </a:pPr>
            <a:endParaRPr sz="1800" b="1" i="0" u="none" strike="noStrike" cap="none" dirty="0">
              <a:solidFill>
                <a:srgbClr val="FF0000"/>
              </a:solidFill>
              <a:latin typeface="Calibri"/>
              <a:ea typeface="Calibri"/>
              <a:cs typeface="Calibri"/>
              <a:sym typeface="Calibri"/>
            </a:endParaRPr>
          </a:p>
          <a:p>
            <a:pPr marL="0" marR="0" lvl="0" indent="0" algn="l" rtl="0">
              <a:lnSpc>
                <a:spcPct val="115000"/>
              </a:lnSpc>
              <a:spcBef>
                <a:spcPts val="0"/>
              </a:spcBef>
              <a:spcAft>
                <a:spcPts val="0"/>
              </a:spcAft>
              <a:buClr>
                <a:srgbClr val="000000"/>
              </a:buClr>
              <a:buSzPts val="1800"/>
              <a:buFont typeface="Arial"/>
              <a:buNone/>
            </a:pPr>
            <a:r>
              <a:rPr lang="de" sz="1800" b="0" i="0" u="none" strike="noStrike" cap="none" dirty="0">
                <a:solidFill>
                  <a:srgbClr val="FF0000"/>
                </a:solidFill>
                <a:latin typeface="Calibri"/>
                <a:ea typeface="Calibri"/>
                <a:cs typeface="Calibri"/>
                <a:sym typeface="Calibri"/>
              </a:rPr>
              <a:t> </a:t>
            </a:r>
            <a:endParaRPr sz="1800" b="0" i="0" u="none" strike="noStrike" cap="none" dirty="0">
              <a:solidFill>
                <a:srgbClr val="FF0000"/>
              </a:solidFill>
              <a:latin typeface="Calibri"/>
              <a:ea typeface="Calibri"/>
              <a:cs typeface="Calibri"/>
              <a:sym typeface="Calibri"/>
            </a:endParaRPr>
          </a:p>
          <a:p>
            <a:pPr marL="0" marR="0" lvl="0" indent="0" algn="l" rtl="0">
              <a:lnSpc>
                <a:spcPct val="115000"/>
              </a:lnSpc>
              <a:spcBef>
                <a:spcPts val="0"/>
              </a:spcBef>
              <a:spcAft>
                <a:spcPts val="0"/>
              </a:spcAft>
              <a:buClr>
                <a:srgbClr val="000000"/>
              </a:buClr>
              <a:buSzPts val="1800"/>
              <a:buFont typeface="Arial"/>
              <a:buNone/>
            </a:pPr>
            <a:endParaRPr sz="1800" b="1" i="0" u="none" strike="noStrike" cap="none" dirty="0">
              <a:solidFill>
                <a:srgbClr val="FF0000"/>
              </a:solidFill>
              <a:latin typeface="Calibri"/>
              <a:ea typeface="Calibri"/>
              <a:cs typeface="Calibri"/>
              <a:sym typeface="Calibri"/>
            </a:endParaRPr>
          </a:p>
          <a:p>
            <a:pPr marL="0" marR="0" lvl="0" indent="0" algn="l" rtl="0">
              <a:lnSpc>
                <a:spcPct val="115000"/>
              </a:lnSpc>
              <a:spcBef>
                <a:spcPts val="900"/>
              </a:spcBef>
              <a:spcAft>
                <a:spcPts val="0"/>
              </a:spcAft>
              <a:buClr>
                <a:srgbClr val="000000"/>
              </a:buClr>
              <a:buSzPts val="1800"/>
              <a:buFont typeface="Arial"/>
              <a:buNone/>
            </a:pPr>
            <a:r>
              <a:rPr lang="de-DE" sz="1800" b="0" i="0" u="none" strike="noStrike" cap="none" dirty="0">
                <a:solidFill>
                  <a:srgbClr val="242424"/>
                </a:solidFill>
                <a:latin typeface="Calibri"/>
                <a:ea typeface="Calibri"/>
                <a:cs typeface="Calibri"/>
                <a:sym typeface="Calibri"/>
              </a:rPr>
              <a:t>Nachdem </a:t>
            </a:r>
            <a:r>
              <a:rPr lang="de-DE" sz="1800" b="0" i="0" u="none" strike="noStrike" cap="none" dirty="0" err="1">
                <a:solidFill>
                  <a:srgbClr val="242424"/>
                </a:solidFill>
                <a:latin typeface="Calibri"/>
                <a:ea typeface="Calibri"/>
                <a:cs typeface="Calibri"/>
                <a:sym typeface="Calibri"/>
              </a:rPr>
              <a:t>Kyoufu</a:t>
            </a:r>
            <a:r>
              <a:rPr lang="de-DE" sz="1800" b="0" i="0" u="none" strike="noStrike" cap="none" dirty="0">
                <a:solidFill>
                  <a:srgbClr val="242424"/>
                </a:solidFill>
                <a:latin typeface="Calibri"/>
                <a:ea typeface="Calibri"/>
                <a:cs typeface="Calibri"/>
                <a:sym typeface="Calibri"/>
              </a:rPr>
              <a:t>, ein ehemaliger Samurai, vor seiner wichtigsten Schlacht </a:t>
            </a:r>
            <a:r>
              <a:rPr lang="de-DE" sz="1800" dirty="0">
                <a:solidFill>
                  <a:srgbClr val="242424"/>
                </a:solidFill>
                <a:latin typeface="Calibri"/>
                <a:ea typeface="Calibri"/>
                <a:cs typeface="Calibri"/>
                <a:sym typeface="Calibri"/>
              </a:rPr>
              <a:t>floh,</a:t>
            </a:r>
            <a:r>
              <a:rPr lang="de-DE" sz="1800" b="0" i="0" u="none" strike="noStrike" cap="none" dirty="0">
                <a:solidFill>
                  <a:srgbClr val="242424"/>
                </a:solidFill>
                <a:latin typeface="Calibri"/>
                <a:ea typeface="Calibri"/>
                <a:cs typeface="Calibri"/>
                <a:sym typeface="Calibri"/>
              </a:rPr>
              <a:t> wurde er von den Göttern in eine Oni Maske verwandelt. Diese Form solle er behalten bis er seine Schuld beglichen habe. Nach dem </a:t>
            </a:r>
            <a:r>
              <a:rPr lang="de-DE" sz="1800" b="0" i="0" u="none" strike="noStrike" cap="none" dirty="0" err="1">
                <a:solidFill>
                  <a:srgbClr val="242424"/>
                </a:solidFill>
                <a:latin typeface="Calibri"/>
                <a:ea typeface="Calibri"/>
                <a:cs typeface="Calibri"/>
                <a:sym typeface="Calibri"/>
              </a:rPr>
              <a:t>they</a:t>
            </a:r>
            <a:r>
              <a:rPr lang="de-DE" sz="1800" b="0" i="0" u="none" strike="noStrike" cap="none" dirty="0">
                <a:solidFill>
                  <a:srgbClr val="242424"/>
                </a:solidFill>
                <a:latin typeface="Calibri"/>
                <a:ea typeface="Calibri"/>
                <a:cs typeface="Calibri"/>
                <a:sym typeface="Calibri"/>
              </a:rPr>
              <a:t> ihn in einem Museum gefunden hatte wurde er von ihr gekauft und hilft nun Menschen in ihrer Arzt Praxis.</a:t>
            </a:r>
            <a:endParaRPr sz="1800" b="0" i="0" u="none" strike="noStrike" cap="none" dirty="0">
              <a:solidFill>
                <a:srgbClr val="242424"/>
              </a:solidFill>
              <a:latin typeface="Calibri"/>
              <a:ea typeface="Calibri"/>
              <a:cs typeface="Calibri"/>
              <a:sym typeface="Calibri"/>
            </a:endParaRPr>
          </a:p>
        </p:txBody>
      </p:sp>
      <p:grpSp>
        <p:nvGrpSpPr>
          <p:cNvPr id="175" name="Google Shape;175;p3"/>
          <p:cNvGrpSpPr/>
          <p:nvPr/>
        </p:nvGrpSpPr>
        <p:grpSpPr>
          <a:xfrm>
            <a:off x="274" y="-1897"/>
            <a:ext cx="3491140" cy="779452"/>
            <a:chOff x="0" y="214638"/>
            <a:chExt cx="3107932" cy="815582"/>
          </a:xfrm>
        </p:grpSpPr>
        <p:grpSp>
          <p:nvGrpSpPr>
            <p:cNvPr id="176" name="Google Shape;176;p3"/>
            <p:cNvGrpSpPr/>
            <p:nvPr/>
          </p:nvGrpSpPr>
          <p:grpSpPr>
            <a:xfrm>
              <a:off x="0" y="291855"/>
              <a:ext cx="3107932" cy="738365"/>
              <a:chOff x="0" y="225393"/>
              <a:chExt cx="3076856" cy="738365"/>
            </a:xfrm>
          </p:grpSpPr>
          <p:sp>
            <p:nvSpPr>
              <p:cNvPr id="177" name="Google Shape;177;p3"/>
              <p:cNvSpPr/>
              <p:nvPr/>
            </p:nvSpPr>
            <p:spPr>
              <a:xfrm>
                <a:off x="0" y="225393"/>
                <a:ext cx="2275500" cy="738300"/>
              </a:xfrm>
              <a:prstGeom prst="rec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sp>
            <p:nvSpPr>
              <p:cNvPr id="178" name="Google Shape;178;p3"/>
              <p:cNvSpPr/>
              <p:nvPr/>
            </p:nvSpPr>
            <p:spPr>
              <a:xfrm>
                <a:off x="1938759" y="225393"/>
                <a:ext cx="1138097" cy="738365"/>
              </a:xfrm>
              <a:prstGeom prst="flowChartInputOutpu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grpSp>
        <p:grpSp>
          <p:nvGrpSpPr>
            <p:cNvPr id="179" name="Google Shape;179;p3"/>
            <p:cNvGrpSpPr/>
            <p:nvPr/>
          </p:nvGrpSpPr>
          <p:grpSpPr>
            <a:xfrm>
              <a:off x="0" y="214638"/>
              <a:ext cx="3047301" cy="738365"/>
              <a:chOff x="0" y="214638"/>
              <a:chExt cx="3047301" cy="738365"/>
            </a:xfrm>
          </p:grpSpPr>
          <p:sp>
            <p:nvSpPr>
              <p:cNvPr id="180" name="Google Shape;180;p3"/>
              <p:cNvSpPr/>
              <p:nvPr/>
            </p:nvSpPr>
            <p:spPr>
              <a:xfrm>
                <a:off x="0" y="214638"/>
                <a:ext cx="2275500" cy="738300"/>
              </a:xfrm>
              <a:prstGeom prst="rec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sp>
            <p:nvSpPr>
              <p:cNvPr id="181" name="Google Shape;181;p3"/>
              <p:cNvSpPr/>
              <p:nvPr/>
            </p:nvSpPr>
            <p:spPr>
              <a:xfrm>
                <a:off x="1909204" y="214638"/>
                <a:ext cx="1138097" cy="738365"/>
              </a:xfrm>
              <a:prstGeom prst="flowChartInputOutpu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grpSp>
      </p:grpSp>
      <p:sp>
        <p:nvSpPr>
          <p:cNvPr id="182" name="Google Shape;182;p3"/>
          <p:cNvSpPr txBox="1"/>
          <p:nvPr/>
        </p:nvSpPr>
        <p:spPr>
          <a:xfrm flipH="1">
            <a:off x="12825" y="-82556"/>
            <a:ext cx="3755400" cy="873300"/>
          </a:xfrm>
          <a:prstGeom prst="rect">
            <a:avLst/>
          </a:prstGeom>
          <a:noFill/>
          <a:ln>
            <a:noFill/>
          </a:ln>
        </p:spPr>
        <p:txBody>
          <a:bodyPr spcFirstLastPara="1" wrap="square" lIns="68575" tIns="34275" rIns="68575" bIns="34275" anchor="ctr" anchorCtr="0">
            <a:noAutofit/>
          </a:bodyPr>
          <a:lstStyle/>
          <a:p>
            <a:pPr lvl="0">
              <a:lnSpc>
                <a:spcPct val="115000"/>
              </a:lnSpc>
              <a:buClr>
                <a:schemeClr val="lt1"/>
              </a:buClr>
              <a:buSzPts val="1800"/>
            </a:pPr>
            <a:r>
              <a:rPr lang="de-DE" sz="1800" dirty="0" err="1">
                <a:solidFill>
                  <a:schemeClr val="lt1"/>
                </a:solidFill>
                <a:latin typeface="Montserrat ExtraBold"/>
                <a:ea typeface="Montserrat ExtraBold"/>
                <a:cs typeface="Montserrat ExtraBold"/>
                <a:sym typeface="Montserrat ExtraBold"/>
              </a:rPr>
              <a:t>Kyoufu</a:t>
            </a:r>
            <a:r>
              <a:rPr lang="de-DE" sz="1800" dirty="0">
                <a:solidFill>
                  <a:schemeClr val="lt1"/>
                </a:solidFill>
                <a:latin typeface="Montserrat ExtraBold"/>
                <a:ea typeface="Montserrat ExtraBold"/>
                <a:cs typeface="Montserrat ExtraBold"/>
                <a:sym typeface="Montserrat ExtraBold"/>
              </a:rPr>
              <a:t> </a:t>
            </a:r>
          </a:p>
          <a:p>
            <a:pPr lvl="0">
              <a:lnSpc>
                <a:spcPct val="115000"/>
              </a:lnSpc>
              <a:buClr>
                <a:schemeClr val="lt1"/>
              </a:buClr>
              <a:buSzPts val="1800"/>
            </a:pPr>
            <a:r>
              <a:rPr lang="de" sz="1800" b="0" i="0" u="none" strike="noStrike" cap="none" dirty="0">
                <a:solidFill>
                  <a:srgbClr val="FFB951"/>
                </a:solidFill>
                <a:latin typeface="Montserrat ExtraBold"/>
                <a:ea typeface="Montserrat ExtraBold"/>
                <a:cs typeface="Montserrat ExtraBold"/>
                <a:sym typeface="Montserrat ExtraBold"/>
              </a:rPr>
              <a:t>Character Bio (short)</a:t>
            </a:r>
            <a:endParaRPr sz="1100" b="0" i="0" u="none" strike="noStrike" cap="none" dirty="0">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4"/>
          <p:cNvSpPr txBox="1"/>
          <p:nvPr/>
        </p:nvSpPr>
        <p:spPr>
          <a:xfrm>
            <a:off x="22124" y="703635"/>
            <a:ext cx="9122100" cy="1936654"/>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800"/>
              <a:buFont typeface="Arial"/>
              <a:buNone/>
            </a:pPr>
            <a:r>
              <a:rPr lang="de-DE" sz="1100" b="0" i="0" u="none" strike="noStrike" cap="none" dirty="0" err="1">
                <a:solidFill>
                  <a:srgbClr val="000000"/>
                </a:solidFill>
                <a:latin typeface="Arial"/>
                <a:ea typeface="Arial"/>
                <a:cs typeface="Arial"/>
                <a:sym typeface="Arial"/>
              </a:rPr>
              <a:t>Kyoufu</a:t>
            </a:r>
            <a:r>
              <a:rPr lang="de-DE" sz="1100" b="0" i="0" u="none" strike="noStrike" cap="none" dirty="0">
                <a:solidFill>
                  <a:srgbClr val="000000"/>
                </a:solidFill>
                <a:latin typeface="Arial"/>
                <a:ea typeface="Arial"/>
                <a:cs typeface="Arial"/>
                <a:sym typeface="Arial"/>
              </a:rPr>
              <a:t> war sehr lange ein hoher Samurai </a:t>
            </a:r>
            <a:r>
              <a:rPr lang="de-DE" sz="1100" dirty="0"/>
              <a:t>Offizier. Er versuchte stets allen zu helfen. Vor großen Schlachten zog er sich immer zurück.</a:t>
            </a:r>
          </a:p>
          <a:p>
            <a:pPr marL="0" marR="0" lvl="0" indent="0" algn="l" rtl="0">
              <a:lnSpc>
                <a:spcPct val="115000"/>
              </a:lnSpc>
              <a:spcBef>
                <a:spcPts val="0"/>
              </a:spcBef>
              <a:spcAft>
                <a:spcPts val="0"/>
              </a:spcAft>
              <a:buClr>
                <a:srgbClr val="000000"/>
              </a:buClr>
              <a:buSzPts val="1800"/>
              <a:buFont typeface="Arial"/>
              <a:buNone/>
            </a:pPr>
            <a:br>
              <a:rPr lang="de-DE" sz="1100" b="0" i="0" u="none" strike="noStrike" cap="none" dirty="0">
                <a:solidFill>
                  <a:srgbClr val="000000"/>
                </a:solidFill>
                <a:latin typeface="Arial"/>
                <a:ea typeface="Arial"/>
                <a:cs typeface="Arial"/>
                <a:sym typeface="Arial"/>
              </a:rPr>
            </a:br>
            <a:r>
              <a:rPr lang="de-DE" sz="1100" dirty="0"/>
              <a:t>Vor der größten Schlacht die ihm bevor stand, sendete er alle seine Offiziere an die Front unter dem Versprechen, das er ihnen beisteht. Im letzten Moment floh er doch. Während er floh wurde er von einem Blitz getroffen, der ihn in eine Oni Maske verwandelte.</a:t>
            </a:r>
          </a:p>
          <a:p>
            <a:pPr marL="0" marR="0" lvl="0" indent="0" algn="l" rtl="0">
              <a:lnSpc>
                <a:spcPct val="115000"/>
              </a:lnSpc>
              <a:spcBef>
                <a:spcPts val="0"/>
              </a:spcBef>
              <a:spcAft>
                <a:spcPts val="0"/>
              </a:spcAft>
              <a:buClr>
                <a:srgbClr val="000000"/>
              </a:buClr>
              <a:buSzPts val="1800"/>
              <a:buFont typeface="Arial"/>
              <a:buNone/>
            </a:pPr>
            <a:endParaRPr lang="de-DE" sz="11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800"/>
              <a:buFont typeface="Arial"/>
              <a:buNone/>
            </a:pPr>
            <a:r>
              <a:rPr lang="de-DE" sz="1100" b="0" i="0" u="none" strike="noStrike" cap="none" dirty="0">
                <a:solidFill>
                  <a:srgbClr val="000000"/>
                </a:solidFill>
                <a:latin typeface="Arial"/>
                <a:ea typeface="Arial"/>
                <a:cs typeface="Arial"/>
                <a:sym typeface="Arial"/>
              </a:rPr>
              <a:t>Nachdem er von </a:t>
            </a:r>
            <a:r>
              <a:rPr lang="de-DE" sz="1100" b="0" i="0" u="none" strike="noStrike" cap="none" dirty="0" err="1">
                <a:solidFill>
                  <a:srgbClr val="000000"/>
                </a:solidFill>
                <a:latin typeface="Arial"/>
                <a:ea typeface="Arial"/>
                <a:cs typeface="Arial"/>
                <a:sym typeface="Arial"/>
              </a:rPr>
              <a:t>Archeologen</a:t>
            </a:r>
            <a:r>
              <a:rPr lang="de-DE" sz="1100" b="0" i="0" u="none" strike="noStrike" cap="none" dirty="0">
                <a:solidFill>
                  <a:srgbClr val="000000"/>
                </a:solidFill>
                <a:latin typeface="Arial"/>
                <a:ea typeface="Arial"/>
                <a:cs typeface="Arial"/>
                <a:sym typeface="Arial"/>
              </a:rPr>
              <a:t> an seinem Todes</a:t>
            </a:r>
            <a:r>
              <a:rPr lang="de-DE" sz="1100" dirty="0"/>
              <a:t>ort ausgegraben wurde, verbachte er viele Jahre in einem Museum, bis er von </a:t>
            </a:r>
            <a:r>
              <a:rPr lang="de-DE" sz="1100" dirty="0" err="1"/>
              <a:t>They</a:t>
            </a:r>
            <a:r>
              <a:rPr lang="de-DE" sz="1100" dirty="0"/>
              <a:t> ersteigert wurde.</a:t>
            </a:r>
          </a:p>
          <a:p>
            <a:pPr marL="0" marR="0" lvl="0" indent="0" algn="l" rtl="0">
              <a:lnSpc>
                <a:spcPct val="115000"/>
              </a:lnSpc>
              <a:spcBef>
                <a:spcPts val="0"/>
              </a:spcBef>
              <a:spcAft>
                <a:spcPts val="0"/>
              </a:spcAft>
              <a:buClr>
                <a:srgbClr val="000000"/>
              </a:buClr>
              <a:buSzPts val="1800"/>
              <a:buFont typeface="Arial"/>
              <a:buNone/>
            </a:pPr>
            <a:endParaRPr lang="de-DE" sz="1100" dirty="0"/>
          </a:p>
          <a:p>
            <a:pPr marL="0" marR="0" lvl="0" indent="0" algn="l" rtl="0">
              <a:lnSpc>
                <a:spcPct val="115000"/>
              </a:lnSpc>
              <a:spcBef>
                <a:spcPts val="0"/>
              </a:spcBef>
              <a:spcAft>
                <a:spcPts val="0"/>
              </a:spcAft>
              <a:buClr>
                <a:srgbClr val="000000"/>
              </a:buClr>
              <a:buSzPts val="1800"/>
              <a:buFont typeface="Arial"/>
              <a:buNone/>
            </a:pPr>
            <a:r>
              <a:rPr lang="de-DE" sz="1100" dirty="0"/>
              <a:t>Nun versucht er seine Schuld zu begleichen in dem er Menschen beim Einschlafen hilft.</a:t>
            </a:r>
          </a:p>
        </p:txBody>
      </p:sp>
      <p:grpSp>
        <p:nvGrpSpPr>
          <p:cNvPr id="188" name="Google Shape;188;p4"/>
          <p:cNvGrpSpPr/>
          <p:nvPr/>
        </p:nvGrpSpPr>
        <p:grpSpPr>
          <a:xfrm>
            <a:off x="274" y="-1897"/>
            <a:ext cx="3894239" cy="779452"/>
            <a:chOff x="0" y="214638"/>
            <a:chExt cx="3107932" cy="815582"/>
          </a:xfrm>
        </p:grpSpPr>
        <p:grpSp>
          <p:nvGrpSpPr>
            <p:cNvPr id="189" name="Google Shape;189;p4"/>
            <p:cNvGrpSpPr/>
            <p:nvPr/>
          </p:nvGrpSpPr>
          <p:grpSpPr>
            <a:xfrm>
              <a:off x="0" y="291855"/>
              <a:ext cx="3107932" cy="738365"/>
              <a:chOff x="0" y="225393"/>
              <a:chExt cx="3076856" cy="738365"/>
            </a:xfrm>
          </p:grpSpPr>
          <p:sp>
            <p:nvSpPr>
              <p:cNvPr id="190" name="Google Shape;190;p4"/>
              <p:cNvSpPr/>
              <p:nvPr/>
            </p:nvSpPr>
            <p:spPr>
              <a:xfrm>
                <a:off x="0" y="225393"/>
                <a:ext cx="2275500" cy="738300"/>
              </a:xfrm>
              <a:prstGeom prst="rec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sp>
            <p:nvSpPr>
              <p:cNvPr id="191" name="Google Shape;191;p4"/>
              <p:cNvSpPr/>
              <p:nvPr/>
            </p:nvSpPr>
            <p:spPr>
              <a:xfrm>
                <a:off x="1938759" y="225393"/>
                <a:ext cx="1138097" cy="738365"/>
              </a:xfrm>
              <a:prstGeom prst="flowChartInputOutpu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grpSp>
        <p:grpSp>
          <p:nvGrpSpPr>
            <p:cNvPr id="192" name="Google Shape;192;p4"/>
            <p:cNvGrpSpPr/>
            <p:nvPr/>
          </p:nvGrpSpPr>
          <p:grpSpPr>
            <a:xfrm>
              <a:off x="0" y="214638"/>
              <a:ext cx="3047301" cy="738365"/>
              <a:chOff x="0" y="214638"/>
              <a:chExt cx="3047301" cy="738365"/>
            </a:xfrm>
          </p:grpSpPr>
          <p:sp>
            <p:nvSpPr>
              <p:cNvPr id="193" name="Google Shape;193;p4"/>
              <p:cNvSpPr/>
              <p:nvPr/>
            </p:nvSpPr>
            <p:spPr>
              <a:xfrm>
                <a:off x="0" y="214638"/>
                <a:ext cx="2275500" cy="738300"/>
              </a:xfrm>
              <a:prstGeom prst="rec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sp>
            <p:nvSpPr>
              <p:cNvPr id="194" name="Google Shape;194;p4"/>
              <p:cNvSpPr/>
              <p:nvPr/>
            </p:nvSpPr>
            <p:spPr>
              <a:xfrm>
                <a:off x="1909204" y="214638"/>
                <a:ext cx="1138097" cy="738365"/>
              </a:xfrm>
              <a:prstGeom prst="flowChartInputOutpu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grpSp>
      </p:grpSp>
      <p:sp>
        <p:nvSpPr>
          <p:cNvPr id="195" name="Google Shape;195;p4"/>
          <p:cNvSpPr txBox="1"/>
          <p:nvPr/>
        </p:nvSpPr>
        <p:spPr>
          <a:xfrm flipH="1">
            <a:off x="12896" y="-82558"/>
            <a:ext cx="3805500" cy="873300"/>
          </a:xfrm>
          <a:prstGeom prst="rect">
            <a:avLst/>
          </a:prstGeom>
          <a:noFill/>
          <a:ln>
            <a:noFill/>
          </a:ln>
        </p:spPr>
        <p:txBody>
          <a:bodyPr spcFirstLastPara="1" wrap="square" lIns="68575" tIns="34275" rIns="68575" bIns="34275" anchor="ctr" anchorCtr="0">
            <a:noAutofit/>
          </a:bodyPr>
          <a:lstStyle/>
          <a:p>
            <a:pPr lvl="0">
              <a:lnSpc>
                <a:spcPct val="115000"/>
              </a:lnSpc>
              <a:buClr>
                <a:schemeClr val="lt1"/>
              </a:buClr>
              <a:buSzPts val="1800"/>
            </a:pPr>
            <a:r>
              <a:rPr lang="de-DE" sz="1800" dirty="0" err="1">
                <a:solidFill>
                  <a:schemeClr val="lt1"/>
                </a:solidFill>
                <a:latin typeface="Montserrat ExtraBold"/>
                <a:ea typeface="Montserrat ExtraBold"/>
                <a:cs typeface="Montserrat ExtraBold"/>
                <a:sym typeface="Montserrat ExtraBold"/>
              </a:rPr>
              <a:t>Kyoufu</a:t>
            </a:r>
            <a:r>
              <a:rPr lang="de-DE" sz="1800" dirty="0">
                <a:solidFill>
                  <a:schemeClr val="lt1"/>
                </a:solidFill>
                <a:latin typeface="Montserrat ExtraBold"/>
                <a:ea typeface="Montserrat ExtraBold"/>
                <a:cs typeface="Montserrat ExtraBold"/>
                <a:sym typeface="Montserrat ExtraBold"/>
              </a:rPr>
              <a:t> </a:t>
            </a:r>
          </a:p>
          <a:p>
            <a:pPr lvl="0">
              <a:lnSpc>
                <a:spcPct val="115000"/>
              </a:lnSpc>
              <a:buClr>
                <a:schemeClr val="lt1"/>
              </a:buClr>
              <a:buSzPts val="1800"/>
            </a:pPr>
            <a:r>
              <a:rPr lang="de" sz="1800" b="0" i="0" u="none" strike="noStrike" cap="none" dirty="0">
                <a:solidFill>
                  <a:srgbClr val="FFB951"/>
                </a:solidFill>
                <a:latin typeface="Montserrat ExtraBold"/>
                <a:ea typeface="Montserrat ExtraBold"/>
                <a:cs typeface="Montserrat ExtraBold"/>
                <a:sym typeface="Montserrat ExtraBold"/>
              </a:rPr>
              <a:t>Character Bio (Long)</a:t>
            </a:r>
            <a:endParaRPr sz="1100" b="0" i="0" u="none" strike="noStrike" cap="none" dirty="0">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 name="Rechteck 1">
            <a:extLst>
              <a:ext uri="{FF2B5EF4-FFF2-40B4-BE49-F238E27FC236}">
                <a16:creationId xmlns:a16="http://schemas.microsoft.com/office/drawing/2014/main" id="{119283B3-1105-CB21-93A2-24081C7A5465}"/>
              </a:ext>
            </a:extLst>
          </p:cNvPr>
          <p:cNvSpPr/>
          <p:nvPr/>
        </p:nvSpPr>
        <p:spPr>
          <a:xfrm>
            <a:off x="-431800" y="4963160"/>
            <a:ext cx="10520680" cy="10414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aphicFrame>
        <p:nvGraphicFramePr>
          <p:cNvPr id="242" name="Google Shape;242;p7"/>
          <p:cNvGraphicFramePr/>
          <p:nvPr>
            <p:extLst>
              <p:ext uri="{D42A27DB-BD31-4B8C-83A1-F6EECF244321}">
                <p14:modId xmlns:p14="http://schemas.microsoft.com/office/powerpoint/2010/main" val="1756318248"/>
              </p:ext>
            </p:extLst>
          </p:nvPr>
        </p:nvGraphicFramePr>
        <p:xfrm>
          <a:off x="1" y="0"/>
          <a:ext cx="9088119" cy="5463960"/>
        </p:xfrm>
        <a:graphic>
          <a:graphicData uri="http://schemas.openxmlformats.org/drawingml/2006/table">
            <a:tbl>
              <a:tblPr firstRow="1" bandRow="1">
                <a:noFill/>
                <a:tableStyleId>{692E3274-4D5C-44BF-BB08-FA6336CB3DAF}</a:tableStyleId>
              </a:tblPr>
              <a:tblGrid>
                <a:gridCol w="1299899">
                  <a:extLst>
                    <a:ext uri="{9D8B030D-6E8A-4147-A177-3AD203B41FA5}">
                      <a16:colId xmlns:a16="http://schemas.microsoft.com/office/drawing/2014/main" val="20000"/>
                    </a:ext>
                  </a:extLst>
                </a:gridCol>
                <a:gridCol w="3920002">
                  <a:extLst>
                    <a:ext uri="{9D8B030D-6E8A-4147-A177-3AD203B41FA5}">
                      <a16:colId xmlns:a16="http://schemas.microsoft.com/office/drawing/2014/main" val="20001"/>
                    </a:ext>
                  </a:extLst>
                </a:gridCol>
                <a:gridCol w="3868218">
                  <a:extLst>
                    <a:ext uri="{9D8B030D-6E8A-4147-A177-3AD203B41FA5}">
                      <a16:colId xmlns:a16="http://schemas.microsoft.com/office/drawing/2014/main" val="20002"/>
                    </a:ext>
                  </a:extLst>
                </a:gridCol>
              </a:tblGrid>
              <a:tr h="370617">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a:solidFill>
                            <a:schemeClr val="dk1"/>
                          </a:solidFill>
                        </a:rPr>
                        <a:t>Character: (Name)</a:t>
                      </a:r>
                      <a:endParaRPr sz="1100" u="none" strike="noStrike" cap="none"/>
                    </a:p>
                  </a:txBody>
                  <a:tcPr marL="68600" marR="68600" marT="34300" marB="34300">
                    <a:solidFill>
                      <a:srgbClr val="FFC000"/>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DIALOGUE BARK – </a:t>
                      </a:r>
                      <a:r>
                        <a:rPr lang="de" sz="1100" dirty="0">
                          <a:solidFill>
                            <a:schemeClr val="dk1"/>
                          </a:solidFill>
                        </a:rPr>
                        <a:t>Vorher</a:t>
                      </a:r>
                      <a:endParaRPr sz="1100" u="none" strike="noStrike" cap="none" dirty="0"/>
                    </a:p>
                  </a:txBody>
                  <a:tcPr marL="68600" marR="68600" marT="34300" marB="34300">
                    <a:solidFill>
                      <a:srgbClr val="FFC000"/>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DIALOGUE BARK – </a:t>
                      </a:r>
                      <a:r>
                        <a:rPr lang="de" sz="1100" dirty="0">
                          <a:solidFill>
                            <a:schemeClr val="dk1"/>
                          </a:solidFill>
                        </a:rPr>
                        <a:t>Situation </a:t>
                      </a:r>
                      <a:r>
                        <a:rPr lang="de" sz="1100" b="1" u="none" strike="noStrike" cap="none" dirty="0">
                          <a:solidFill>
                            <a:schemeClr val="dk1"/>
                          </a:solidFill>
                        </a:rPr>
                        <a:t> v02</a:t>
                      </a:r>
                      <a:endParaRPr sz="1100" u="none" strike="noStrike" cap="none" dirty="0"/>
                    </a:p>
                  </a:txBody>
                  <a:tcPr marL="68600" marR="68600" marT="34300" marB="34300">
                    <a:solidFill>
                      <a:srgbClr val="FFC000"/>
                    </a:solidFill>
                  </a:tcPr>
                </a:tc>
                <a:extLst>
                  <a:ext uri="{0D108BD9-81ED-4DB2-BD59-A6C34878D82A}">
                    <a16:rowId xmlns:a16="http://schemas.microsoft.com/office/drawing/2014/main" val="10000"/>
                  </a:ext>
                </a:extLst>
              </a:tr>
              <a:tr h="216784">
                <a:tc>
                  <a:txBody>
                    <a:bodyPr/>
                    <a:lstStyle/>
                    <a:p>
                      <a:pPr marL="0" lvl="0" indent="0" algn="l" rtl="0">
                        <a:spcBef>
                          <a:spcPts val="0"/>
                        </a:spcBef>
                        <a:spcAft>
                          <a:spcPts val="0"/>
                        </a:spcAft>
                        <a:buClr>
                          <a:schemeClr val="dk1"/>
                        </a:buClr>
                        <a:buSzPts val="1100"/>
                        <a:buFont typeface="Arial"/>
                        <a:buNone/>
                      </a:pPr>
                      <a:r>
                        <a:rPr lang="de" sz="1100" dirty="0"/>
                        <a:t>Selection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 … Ah Es ist mein Kunde… muss ich wirklich?</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1"/>
                  </a:ext>
                </a:extLst>
              </a:tr>
              <a:tr h="216784">
                <a:tc>
                  <a:txBody>
                    <a:bodyPr/>
                    <a:lstStyle/>
                    <a:p>
                      <a:pPr marL="0" lvl="0" indent="0" algn="l" rtl="0">
                        <a:spcBef>
                          <a:spcPts val="0"/>
                        </a:spcBef>
                        <a:spcAft>
                          <a:spcPts val="0"/>
                        </a:spcAft>
                        <a:buClr>
                          <a:schemeClr val="dk1"/>
                        </a:buClr>
                        <a:buSzPts val="1100"/>
                        <a:buFont typeface="Arial"/>
                        <a:buNone/>
                      </a:pPr>
                      <a:r>
                        <a:rPr lang="de" sz="1100" dirty="0"/>
                        <a:t>After Care</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Ok das war gar nicht so schlimm wie gedacht…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2"/>
                  </a:ext>
                </a:extLst>
              </a:tr>
              <a:tr h="216784">
                <a:tc>
                  <a:txBody>
                    <a:bodyPr/>
                    <a:lstStyle/>
                    <a:p>
                      <a:pPr marL="0" lvl="0" indent="0" algn="l" rtl="0">
                        <a:spcBef>
                          <a:spcPts val="0"/>
                        </a:spcBef>
                        <a:spcAft>
                          <a:spcPts val="0"/>
                        </a:spcAft>
                        <a:buClr>
                          <a:schemeClr val="dk1"/>
                        </a:buClr>
                        <a:buSzPts val="1100"/>
                        <a:buFont typeface="Arial"/>
                        <a:buNone/>
                      </a:pPr>
                      <a:r>
                        <a:rPr lang="de" sz="1100" dirty="0"/>
                        <a:t>Not Selected</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err="1"/>
                        <a:t>Ahh</a:t>
                      </a:r>
                      <a:r>
                        <a:rPr lang="de-DE" sz="1100" u="none" strike="noStrike" cap="none" dirty="0"/>
                        <a:t> danke</a:t>
                      </a:r>
                      <a:r>
                        <a:rPr lang="de-DE" sz="1100" u="none" strike="noStrike" cap="none"/>
                        <a:t>… danke…</a:t>
                      </a:r>
                      <a:endParaRPr sz="11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3"/>
                  </a:ext>
                </a:extLst>
              </a:tr>
              <a:tr h="216784">
                <a:tc>
                  <a:txBody>
                    <a:bodyPr/>
                    <a:lstStyle/>
                    <a:p>
                      <a:pPr marL="0" lvl="0" indent="0" algn="l" rtl="0">
                        <a:spcBef>
                          <a:spcPts val="0"/>
                        </a:spcBef>
                        <a:spcAft>
                          <a:spcPts val="0"/>
                        </a:spcAft>
                        <a:buClr>
                          <a:schemeClr val="dk1"/>
                        </a:buClr>
                        <a:buSzPts val="1100"/>
                        <a:buFont typeface="Arial"/>
                        <a:buNone/>
                      </a:pPr>
                      <a:r>
                        <a:rPr lang="de" sz="1100"/>
                        <a:t>Location/Action</a:t>
                      </a:r>
                      <a:endParaRPr sz="11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4"/>
                  </a:ext>
                </a:extLst>
              </a:tr>
              <a:tr h="216784">
                <a:tc>
                  <a:txBody>
                    <a:bodyPr/>
                    <a:lstStyle/>
                    <a:p>
                      <a:pPr marL="0" lvl="0" indent="0" algn="l" rtl="0">
                        <a:spcBef>
                          <a:spcPts val="0"/>
                        </a:spcBef>
                        <a:spcAft>
                          <a:spcPts val="0"/>
                        </a:spcAft>
                        <a:buClr>
                          <a:schemeClr val="dk1"/>
                        </a:buClr>
                        <a:buSzPts val="1100"/>
                        <a:buFont typeface="Arial"/>
                        <a:buNone/>
                      </a:pPr>
                      <a:r>
                        <a:rPr lang="de" sz="1100"/>
                        <a:t>Location/Action</a:t>
                      </a:r>
                      <a:endParaRPr sz="11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5"/>
                  </a:ext>
                </a:extLst>
              </a:tr>
              <a:tr h="216784">
                <a:tc>
                  <a:txBody>
                    <a:bodyPr/>
                    <a:lstStyle/>
                    <a:p>
                      <a:pPr marL="0" lvl="0" indent="0" algn="l" rtl="0">
                        <a:spcBef>
                          <a:spcPts val="0"/>
                        </a:spcBef>
                        <a:spcAft>
                          <a:spcPts val="0"/>
                        </a:spcAft>
                        <a:buClr>
                          <a:schemeClr val="dk1"/>
                        </a:buClr>
                        <a:buSzPts val="1100"/>
                        <a:buFont typeface="Arial"/>
                        <a:buNone/>
                      </a:pPr>
                      <a:r>
                        <a:rPr lang="de" sz="1100"/>
                        <a:t>Location/Action</a:t>
                      </a:r>
                      <a:endParaRPr sz="11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6"/>
                  </a:ext>
                </a:extLst>
              </a:tr>
              <a:tr h="370617">
                <a:tc>
                  <a:txBody>
                    <a:bodyPr/>
                    <a:lstStyle/>
                    <a:p>
                      <a:pPr marL="0" marR="0" lvl="0" indent="0" algn="ctr" rtl="0">
                        <a:lnSpc>
                          <a:spcPct val="100000"/>
                        </a:lnSpc>
                        <a:spcBef>
                          <a:spcPts val="0"/>
                        </a:spcBef>
                        <a:spcAft>
                          <a:spcPts val="0"/>
                        </a:spcAft>
                        <a:buClr>
                          <a:srgbClr val="000000"/>
                        </a:buClr>
                        <a:buSzPts val="1100"/>
                        <a:buFont typeface="Arial"/>
                        <a:buNone/>
                      </a:pPr>
                      <a:r>
                        <a:rPr lang="de" sz="1100" b="1" u="none" strike="noStrike" cap="none">
                          <a:solidFill>
                            <a:schemeClr val="dk1"/>
                          </a:solidFill>
                        </a:rPr>
                        <a:t>Character: (Name)</a:t>
                      </a:r>
                      <a:endParaRPr sz="1100" u="none" strike="noStrike" cap="none"/>
                    </a:p>
                  </a:txBody>
                  <a:tcPr marL="68600" marR="68600" marT="34300" marB="34300">
                    <a:solidFill>
                      <a:srgbClr val="FFC000"/>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DIALOGUE BARK – Nach Richtiger Mask</a:t>
                      </a:r>
                      <a:endParaRPr sz="1100" u="none" strike="noStrike" cap="none" dirty="0"/>
                    </a:p>
                  </a:txBody>
                  <a:tcPr marL="68600" marR="68600" marT="34300" marB="34300">
                    <a:solidFill>
                      <a:srgbClr val="FFC000"/>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DIALOGUE BARK – </a:t>
                      </a:r>
                      <a:r>
                        <a:rPr lang="de" sz="1100" b="1" dirty="0"/>
                        <a:t>Situation </a:t>
                      </a:r>
                      <a:r>
                        <a:rPr lang="de" sz="1100" b="1" u="none" strike="noStrike" cap="none" dirty="0">
                          <a:solidFill>
                            <a:schemeClr val="dk1"/>
                          </a:solidFill>
                        </a:rPr>
                        <a:t> v02</a:t>
                      </a:r>
                      <a:endParaRPr sz="1100" u="none" strike="noStrike" cap="none" dirty="0"/>
                    </a:p>
                  </a:txBody>
                  <a:tcPr marL="68600" marR="68600" marT="34300" marB="34300">
                    <a:solidFill>
                      <a:srgbClr val="FFC000"/>
                    </a:solidFill>
                  </a:tcPr>
                </a:tc>
                <a:extLst>
                  <a:ext uri="{0D108BD9-81ED-4DB2-BD59-A6C34878D82A}">
                    <a16:rowId xmlns:a16="http://schemas.microsoft.com/office/drawing/2014/main" val="10007"/>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8"/>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9"/>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10"/>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11"/>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extLst>
                  <a:ext uri="{0D108BD9-81ED-4DB2-BD59-A6C34878D82A}">
                    <a16:rowId xmlns:a16="http://schemas.microsoft.com/office/drawing/2014/main" val="10012"/>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extLst>
                  <a:ext uri="{0D108BD9-81ED-4DB2-BD59-A6C34878D82A}">
                    <a16:rowId xmlns:a16="http://schemas.microsoft.com/office/drawing/2014/main" val="10013"/>
                  </a:ext>
                </a:extLst>
              </a:tr>
              <a:tr h="370617">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Character: (Name)</a:t>
                      </a:r>
                      <a:endParaRPr sz="1100" u="none" strike="noStrike" cap="none" dirty="0"/>
                    </a:p>
                  </a:txBody>
                  <a:tcPr marL="68600" marR="68600" marT="34300" marB="34300">
                    <a:solidFill>
                      <a:srgbClr val="FFC000"/>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DIALOGUE BARK –  </a:t>
                      </a:r>
                      <a:r>
                        <a:rPr lang="de" sz="1100" b="1" dirty="0"/>
                        <a:t>nach falscher mask</a:t>
                      </a:r>
                      <a:endParaRPr sz="1100" u="none" strike="noStrike" cap="none" dirty="0"/>
                    </a:p>
                  </a:txBody>
                  <a:tcPr marL="68600" marR="68600" marT="34300" marB="34300">
                    <a:solidFill>
                      <a:srgbClr val="FFC000"/>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DIALOGUE BARK –  </a:t>
                      </a:r>
                      <a:r>
                        <a:rPr lang="de" sz="1100" b="1" dirty="0"/>
                        <a:t>Situation </a:t>
                      </a:r>
                      <a:r>
                        <a:rPr lang="de" sz="1100" b="1" u="none" strike="noStrike" cap="none" dirty="0">
                          <a:solidFill>
                            <a:schemeClr val="dk1"/>
                          </a:solidFill>
                        </a:rPr>
                        <a:t>v02</a:t>
                      </a:r>
                      <a:endParaRPr sz="1100" u="none" strike="noStrike" cap="none" dirty="0"/>
                    </a:p>
                  </a:txBody>
                  <a:tcPr marL="68600" marR="68600" marT="34300" marB="34300">
                    <a:solidFill>
                      <a:srgbClr val="FFC000"/>
                    </a:solidFill>
                  </a:tcPr>
                </a:tc>
                <a:extLst>
                  <a:ext uri="{0D108BD9-81ED-4DB2-BD59-A6C34878D82A}">
                    <a16:rowId xmlns:a16="http://schemas.microsoft.com/office/drawing/2014/main" val="10014"/>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extLst>
                  <a:ext uri="{0D108BD9-81ED-4DB2-BD59-A6C34878D82A}">
                    <a16:rowId xmlns:a16="http://schemas.microsoft.com/office/drawing/2014/main" val="10015"/>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extLst>
                  <a:ext uri="{0D108BD9-81ED-4DB2-BD59-A6C34878D82A}">
                    <a16:rowId xmlns:a16="http://schemas.microsoft.com/office/drawing/2014/main" val="10016"/>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extLst>
                  <a:ext uri="{0D108BD9-81ED-4DB2-BD59-A6C34878D82A}">
                    <a16:rowId xmlns:a16="http://schemas.microsoft.com/office/drawing/2014/main" val="10017"/>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extLst>
                  <a:ext uri="{0D108BD9-81ED-4DB2-BD59-A6C34878D82A}">
                    <a16:rowId xmlns:a16="http://schemas.microsoft.com/office/drawing/2014/main" val="10018"/>
                  </a:ext>
                </a:extLst>
              </a:tr>
              <a:tr h="216784">
                <a:tc>
                  <a:txBody>
                    <a:bodyPr/>
                    <a:lstStyle/>
                    <a:p>
                      <a:pPr marL="0" lvl="0" indent="0" algn="l" rtl="0">
                        <a:spcBef>
                          <a:spcPts val="0"/>
                        </a:spcBef>
                        <a:spcAft>
                          <a:spcPts val="0"/>
                        </a:spcAft>
                        <a:buClr>
                          <a:schemeClr val="dk1"/>
                        </a:buClr>
                        <a:buSzPts val="1100"/>
                        <a:buFont typeface="Arial"/>
                        <a:buNone/>
                      </a:pPr>
                      <a:r>
                        <a:rPr lang="de" sz="1100"/>
                        <a:t>Location/Action</a:t>
                      </a:r>
                      <a:endParaRPr sz="11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endParaRPr sz="9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endParaRPr sz="900" u="none" strike="noStrike" cap="none"/>
                    </a:p>
                  </a:txBody>
                  <a:tcPr marL="68600" marR="68600" marT="34300" marB="34300">
                    <a:noFill/>
                  </a:tcPr>
                </a:tc>
                <a:extLst>
                  <a:ext uri="{0D108BD9-81ED-4DB2-BD59-A6C34878D82A}">
                    <a16:rowId xmlns:a16="http://schemas.microsoft.com/office/drawing/2014/main" val="10019"/>
                  </a:ext>
                </a:extLst>
              </a:tr>
              <a:tr h="216784">
                <a:tc>
                  <a:txBody>
                    <a:bodyPr/>
                    <a:lstStyle/>
                    <a:p>
                      <a:pPr marL="0" lvl="0" indent="0" algn="l" rtl="0">
                        <a:spcBef>
                          <a:spcPts val="0"/>
                        </a:spcBef>
                        <a:spcAft>
                          <a:spcPts val="0"/>
                        </a:spcAft>
                        <a:buClr>
                          <a:schemeClr val="dk1"/>
                        </a:buClr>
                        <a:buSzPts val="1100"/>
                        <a:buFont typeface="Arial"/>
                        <a:buNone/>
                      </a:pPr>
                      <a:r>
                        <a:rPr lang="de" sz="1100"/>
                        <a:t>Location/Action</a:t>
                      </a:r>
                      <a:endParaRPr sz="11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endParaRPr sz="9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endParaRPr sz="900" u="none" strike="noStrike" cap="none" dirty="0"/>
                    </a:p>
                  </a:txBody>
                  <a:tcPr marL="68600" marR="68600" marT="34300" marB="34300">
                    <a:noFill/>
                  </a:tcPr>
                </a:tc>
                <a:extLst>
                  <a:ext uri="{0D108BD9-81ED-4DB2-BD59-A6C34878D82A}">
                    <a16:rowId xmlns:a16="http://schemas.microsoft.com/office/drawing/2014/main" val="10020"/>
                  </a:ext>
                </a:extLst>
              </a:tr>
            </a:tbl>
          </a:graphicData>
        </a:graphic>
      </p:graphicFrame>
      <p:sp>
        <p:nvSpPr>
          <p:cNvPr id="243" name="Google Shape;243;p7"/>
          <p:cNvSpPr txBox="1"/>
          <p:nvPr/>
        </p:nvSpPr>
        <p:spPr>
          <a:xfrm>
            <a:off x="-248920" y="-200100"/>
            <a:ext cx="30000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de" sz="1400" b="0" i="0" u="none" strike="noStrike" cap="none">
                <a:solidFill>
                  <a:srgbClr val="000000"/>
                </a:solidFill>
                <a:latin typeface="Arial"/>
                <a:ea typeface="Arial"/>
                <a:cs typeface="Arial"/>
                <a:sym typeface="Arial"/>
              </a:rPr>
              <a:t>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577</Words>
  <Application>Microsoft Office PowerPoint</Application>
  <PresentationFormat>Bildschirmpräsentation (16:9)</PresentationFormat>
  <Paragraphs>109</Paragraphs>
  <Slides>5</Slides>
  <Notes>5</Notes>
  <HiddenSlides>0</HiddenSlides>
  <MMClips>0</MMClips>
  <ScaleCrop>false</ScaleCrop>
  <HeadingPairs>
    <vt:vector size="6" baseType="variant">
      <vt:variant>
        <vt:lpstr>Verwendete Schriftarten</vt:lpstr>
      </vt:variant>
      <vt:variant>
        <vt:i4>4</vt:i4>
      </vt:variant>
      <vt:variant>
        <vt:lpstr>Design</vt:lpstr>
      </vt:variant>
      <vt:variant>
        <vt:i4>2</vt:i4>
      </vt:variant>
      <vt:variant>
        <vt:lpstr>Folientitel</vt:lpstr>
      </vt:variant>
      <vt:variant>
        <vt:i4>5</vt:i4>
      </vt:variant>
    </vt:vector>
  </HeadingPairs>
  <TitlesOfParts>
    <vt:vector size="11" baseType="lpstr">
      <vt:lpstr>Calibri</vt:lpstr>
      <vt:lpstr>Arial</vt:lpstr>
      <vt:lpstr>Montserrat</vt:lpstr>
      <vt:lpstr>Montserrat ExtraBold</vt:lpstr>
      <vt:lpstr>Simple Light</vt:lpstr>
      <vt:lpstr>Office Theme</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Hever, Jonas (Stud SRH-University)</cp:lastModifiedBy>
  <cp:revision>4</cp:revision>
  <dcterms:modified xsi:type="dcterms:W3CDTF">2026-01-31T00:40:10Z</dcterms:modified>
</cp:coreProperties>
</file>