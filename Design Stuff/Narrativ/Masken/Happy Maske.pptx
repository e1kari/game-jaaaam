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8"/>
  </p:notesMasterIdLst>
  <p:sldIdLst>
    <p:sldId id="256" r:id="rId3"/>
    <p:sldId id="257" r:id="rId4"/>
    <p:sldId id="258" r:id="rId5"/>
    <p:sldId id="259" r:id="rId6"/>
    <p:sldId id="263" r:id="rId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9"/>
      <p:bold r:id="rId10"/>
      <p:italic r:id="rId11"/>
      <p:boldItalic r:id="rId12"/>
    </p:embeddedFont>
    <p:embeddedFont>
      <p:font typeface="Montserrat ExtraBold" panose="00000900000000000000" pitchFamily="2" charset="0"/>
      <p:bold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jTz30nbRXKs5E3vrOIH3TGAJAR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2E3274-4D5C-44BF-BB08-FA6336CB3DAF}">
  <a:tblStyle styleId="{692E3274-4D5C-44BF-BB08-FA6336CB3DAF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tcBdr/>
        <a:fill>
          <a:solidFill>
            <a:srgbClr val="CAD1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1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300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23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636e5de4b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g3b636e5de4b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0" name="Google Shape;24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de"/>
              <a:t>20 minutes 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de"/>
              <a:t>Remember, when you are done your first draft. YOU ARE NOT DONE.  COUNT YOUR WORDS, if you are over 20 or under 3 in any line of dialogue you must edit your own text to make it fit or expand on the world lore or to make the character speaking sound unique. 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2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9pPr>
          </a:lstStyle>
          <a:p>
            <a:endParaRPr/>
          </a:p>
        </p:txBody>
      </p:sp>
      <p:sp>
        <p:nvSpPr>
          <p:cNvPr id="68" name="Google Shape;68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3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8" name="Google Shape;78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8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8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3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39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9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3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3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0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40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5" name="Google Shape;95;p40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40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7" name="Google Shape;97;p40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4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4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4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4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42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09" name="Google Shape;109;p42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0" name="Google Shape;110;p4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4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43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43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7" name="Google Shape;117;p4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4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4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44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4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4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4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5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45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9" name="Google Shape;129;p4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4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4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2"/>
          <p:cNvGrpSpPr/>
          <p:nvPr/>
        </p:nvGrpSpPr>
        <p:grpSpPr>
          <a:xfrm>
            <a:off x="275" y="-1900"/>
            <a:ext cx="4420723" cy="779452"/>
            <a:chOff x="0" y="214638"/>
            <a:chExt cx="3107932" cy="815582"/>
          </a:xfrm>
        </p:grpSpPr>
        <p:grpSp>
          <p:nvGrpSpPr>
            <p:cNvPr id="150" name="Google Shape;150;p2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51" name="Google Shape;151;p2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52" name="Google Shape;152;p2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53" name="Google Shape;153;p2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54" name="Google Shape;154;p2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55" name="Google Shape;155;p2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56" name="Google Shape;156;p2"/>
          <p:cNvSpPr txBox="1"/>
          <p:nvPr/>
        </p:nvSpPr>
        <p:spPr>
          <a:xfrm flipH="1">
            <a:off x="12525" y="-82550"/>
            <a:ext cx="40908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dirty="0">
                <a:solidFill>
                  <a:schemeClr val="bg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Feli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dirty="0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Happiness Mask</a:t>
            </a:r>
            <a:endParaRPr sz="1700" b="0" i="0" u="none" strike="noStrike" cap="none" dirty="0">
              <a:solidFill>
                <a:srgbClr val="FF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Google Shape;161;g3b636e5de4b_0_32"/>
          <p:cNvGrpSpPr/>
          <p:nvPr/>
        </p:nvGrpSpPr>
        <p:grpSpPr>
          <a:xfrm>
            <a:off x="274" y="-1897"/>
            <a:ext cx="3491140" cy="779452"/>
            <a:chOff x="0" y="214638"/>
            <a:chExt cx="3107932" cy="815582"/>
          </a:xfrm>
        </p:grpSpPr>
        <p:grpSp>
          <p:nvGrpSpPr>
            <p:cNvPr id="162" name="Google Shape;162;g3b636e5de4b_0_32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63" name="Google Shape;163;g3b636e5de4b_0_32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4" name="Google Shape;164;g3b636e5de4b_0_32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65" name="Google Shape;165;g3b636e5de4b_0_32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66" name="Google Shape;166;g3b636e5de4b_0_32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7" name="Google Shape;167;g3b636e5de4b_0_32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68" name="Google Shape;168;g3b636e5de4b_0_32"/>
          <p:cNvSpPr txBox="1"/>
          <p:nvPr/>
        </p:nvSpPr>
        <p:spPr>
          <a:xfrm flipH="1">
            <a:off x="12825" y="-82556"/>
            <a:ext cx="37554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</a:pPr>
            <a:r>
              <a:rPr lang="de" sz="1800" dirty="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Feli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 dirty="0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Checklist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9" name="Google Shape;169;g3b636e5de4b_0_32"/>
          <p:cNvGraphicFramePr/>
          <p:nvPr>
            <p:extLst>
              <p:ext uri="{D42A27DB-BD31-4B8C-83A1-F6EECF244321}">
                <p14:modId xmlns:p14="http://schemas.microsoft.com/office/powerpoint/2010/main" val="1829016799"/>
              </p:ext>
            </p:extLst>
          </p:nvPr>
        </p:nvGraphicFramePr>
        <p:xfrm>
          <a:off x="361906" y="945199"/>
          <a:ext cx="8420188" cy="4376832"/>
        </p:xfrm>
        <a:graphic>
          <a:graphicData uri="http://schemas.openxmlformats.org/drawingml/2006/table">
            <a:tbl>
              <a:tblPr bandCol="1">
                <a:noFill/>
                <a:tableStyleId>{692E3274-4D5C-44BF-BB08-FA6336CB3DAF}</a:tableStyleId>
              </a:tblPr>
              <a:tblGrid>
                <a:gridCol w="2105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50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50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50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 dirty="0"/>
                        <a:t>Goal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/>
                        <a:t>Anderen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zeigen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wie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schön</a:t>
                      </a:r>
                      <a:r>
                        <a:rPr lang="en-GB" dirty="0"/>
                        <a:t> die Welt </a:t>
                      </a:r>
                      <a:r>
                        <a:rPr lang="en-GB" dirty="0" err="1"/>
                        <a:t>ist</a:t>
                      </a:r>
                      <a:r>
                        <a:rPr lang="en-GB" dirty="0"/>
                        <a:t> und </a:t>
                      </a:r>
                      <a:r>
                        <a:rPr lang="en-GB" dirty="0" err="1"/>
                        <a:t>sich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davon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inspirieren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zu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lassen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A specific personality / Universal Behaviour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What makes them different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Flaw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Delusional, </a:t>
                      </a:r>
                      <a:r>
                        <a:rPr lang="en-GB" dirty="0" err="1"/>
                        <a:t>ist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zu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optimistisch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Secrets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dirty="0"/>
                        <a:t>Something mysterious about them (can be silly) 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Belonging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Sleep Department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Assertiveness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/>
                        <a:t>Hilfsbereit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zuvorkommend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Believe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Dass es </a:t>
                      </a:r>
                      <a:r>
                        <a:rPr lang="en-GB" dirty="0" err="1"/>
                        <a:t>nichts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Böses</a:t>
                      </a:r>
                      <a:r>
                        <a:rPr lang="en-GB" dirty="0"/>
                        <a:t> auf der Welt </a:t>
                      </a:r>
                      <a:r>
                        <a:rPr lang="en-GB" dirty="0" err="1"/>
                        <a:t>gibt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nur</a:t>
                      </a:r>
                      <a:r>
                        <a:rPr lang="en-GB" dirty="0"/>
                        <a:t> Leute </a:t>
                      </a:r>
                      <a:r>
                        <a:rPr lang="en-GB" dirty="0" err="1"/>
                        <a:t>mit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anderen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Ansichten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Specific Tastes and professions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/>
                        <a:t>Süßigkeiten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Unehrlichkeit</a:t>
                      </a:r>
                      <a:r>
                        <a:rPr lang="en-GB" dirty="0"/>
                        <a:t>(</a:t>
                      </a:r>
                      <a:r>
                        <a:rPr lang="en-GB" dirty="0" err="1"/>
                        <a:t>bei</a:t>
                      </a:r>
                      <a:r>
                        <a:rPr lang="en-GB" dirty="0"/>
                        <a:t> </a:t>
                      </a:r>
                      <a:r>
                        <a:rPr lang="en-GB"/>
                        <a:t>negativen </a:t>
                      </a:r>
                      <a:r>
                        <a:rPr lang="en-GB" dirty="0" err="1"/>
                        <a:t>Dingen</a:t>
                      </a:r>
                      <a:r>
                        <a:rPr lang="en-GB" dirty="0"/>
                        <a:t>)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Information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Positive </a:t>
                      </a:r>
                      <a:r>
                        <a:rPr lang="en-GB" dirty="0" err="1"/>
                        <a:t>Energiequelle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inspirierend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 dirty="0"/>
                        <a:t>Hurt Them</a:t>
                      </a:r>
                      <a:endParaRPr sz="1400" b="1" u="none" strike="noStrike" cap="none"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/>
                        <a:t>Retrospektiv</a:t>
                      </a:r>
                      <a:r>
                        <a:rPr lang="en-GB" dirty="0"/>
                        <a:t>: Die </a:t>
                      </a:r>
                      <a:r>
                        <a:rPr lang="en-GB" dirty="0" err="1"/>
                        <a:t>ersten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zwei</a:t>
                      </a:r>
                      <a:r>
                        <a:rPr lang="en-GB" dirty="0"/>
                        <a:t> Tage, </a:t>
                      </a:r>
                      <a:r>
                        <a:rPr lang="en-GB" dirty="0" err="1"/>
                        <a:t>als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sie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alleine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im</a:t>
                      </a:r>
                      <a:r>
                        <a:rPr lang="en-GB" dirty="0"/>
                        <a:t> Labor war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Special Skill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/>
                        <a:t>Balloon Twisting Gott</a:t>
                      </a:r>
                      <a:endParaRPr sz="1100" u="none" strike="noStrike" cap="none"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"/>
          <p:cNvSpPr txBox="1"/>
          <p:nvPr/>
        </p:nvSpPr>
        <p:spPr>
          <a:xfrm>
            <a:off x="22124" y="703635"/>
            <a:ext cx="9122100" cy="4610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Name: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Feli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Gender: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female</a:t>
            </a:r>
            <a:endParaRPr sz="1800" b="1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years</a:t>
            </a:r>
            <a:endParaRPr sz="1800" b="1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Personality: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The Everyman, The Caregiver</a:t>
            </a:r>
            <a:endParaRPr sz="1800" b="1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Alignment: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Chaotic Good</a:t>
            </a:r>
            <a:endParaRPr sz="1800" b="1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Occupation: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Sleep Department</a:t>
            </a:r>
            <a:endParaRPr sz="1800" b="1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Describe the past, the what and the now shortly</a:t>
            </a: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6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Feli wurde im Labor des Sleep Departments erschaffen und hat noch nie Ablehnung oder Schmerz e</a:t>
            </a:r>
            <a:r>
              <a:rPr lang="de" sz="1600" b="1" dirty="0">
                <a:solidFill>
                  <a:schemeClr val="tx1"/>
                </a:solidFill>
              </a:rPr>
              <a:t>rfahren. Die anderen Masken sind für sie wie Familie.</a:t>
            </a:r>
            <a:endParaRPr lang="de" sz="16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600" b="1" dirty="0">
                <a:solidFill>
                  <a:schemeClr val="tx1"/>
                </a:solidFill>
              </a:rPr>
              <a:t>Die anderen</a:t>
            </a:r>
            <a:r>
              <a:rPr lang="de" sz="16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Masken haben es sich zur Aufgabe gemacht, ihre fröhliche Art und surreale Weltanschauung um jeden Preis zu schützen. Das bedeutet aber auch, dass sie manchmal die Wahrheit nicht erfährt.</a:t>
            </a:r>
            <a:endParaRPr sz="16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24242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5" name="Google Shape;175;p3"/>
          <p:cNvGrpSpPr/>
          <p:nvPr/>
        </p:nvGrpSpPr>
        <p:grpSpPr>
          <a:xfrm>
            <a:off x="274" y="-1897"/>
            <a:ext cx="3491140" cy="779452"/>
            <a:chOff x="0" y="214638"/>
            <a:chExt cx="3107932" cy="815582"/>
          </a:xfrm>
        </p:grpSpPr>
        <p:grpSp>
          <p:nvGrpSpPr>
            <p:cNvPr id="176" name="Google Shape;176;p3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77" name="Google Shape;177;p3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78" name="Google Shape;178;p3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79" name="Google Shape;179;p3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80" name="Google Shape;180;p3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81" name="Google Shape;181;p3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82" name="Google Shape;182;p3"/>
          <p:cNvSpPr txBox="1"/>
          <p:nvPr/>
        </p:nvSpPr>
        <p:spPr>
          <a:xfrm flipH="1">
            <a:off x="12825" y="-82556"/>
            <a:ext cx="37554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 dirty="0">
                <a:solidFill>
                  <a:schemeClr val="bg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Feli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 dirty="0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Bio (short)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"/>
          <p:cNvSpPr txBox="1"/>
          <p:nvPr/>
        </p:nvSpPr>
        <p:spPr>
          <a:xfrm>
            <a:off x="22124" y="703635"/>
            <a:ext cx="9122100" cy="680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Das Sleep Department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ist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ein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voller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Erfolg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doch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es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gibt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ein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Problem: es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wurde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bis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jetzt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keine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Maske für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Fröhlichkeit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gefunden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. Also </a:t>
            </a:r>
            <a:r>
              <a:rPr lang="en-GB" sz="1800" b="1" dirty="0" err="1">
                <a:solidFill>
                  <a:schemeClr val="tx1"/>
                </a:solidFill>
              </a:rPr>
              <a:t>be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schließen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die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Gründer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eine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Maske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künstlich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herzustellen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. Feli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wurde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im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Labor des Sleep Departments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erschaffen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Retrospektiv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waren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die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zwei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Tage, in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denen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sie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alleine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im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Labor lag, die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schlimmsten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ihres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Lebens, da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sie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noch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nie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Schmerz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oder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Ablehnung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erfahren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hat. </a:t>
            </a: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-GB" sz="1800" b="1" dirty="0">
                <a:solidFill>
                  <a:schemeClr val="tx1"/>
                </a:solidFill>
              </a:rPr>
              <a:t>Die </a:t>
            </a:r>
            <a:r>
              <a:rPr lang="en-GB" sz="1800" b="1" dirty="0" err="1">
                <a:solidFill>
                  <a:schemeClr val="tx1"/>
                </a:solidFill>
              </a:rPr>
              <a:t>anderen</a:t>
            </a:r>
            <a:r>
              <a:rPr lang="en-GB" sz="1800" b="1" dirty="0">
                <a:solidFill>
                  <a:schemeClr val="tx1"/>
                </a:solidFill>
              </a:rPr>
              <a:t> </a:t>
            </a:r>
            <a:r>
              <a:rPr lang="en-GB" sz="1800" b="1" dirty="0" err="1">
                <a:solidFill>
                  <a:schemeClr val="tx1"/>
                </a:solidFill>
              </a:rPr>
              <a:t>Masken</a:t>
            </a:r>
            <a:r>
              <a:rPr lang="en-GB" sz="1800" b="1" dirty="0">
                <a:solidFill>
                  <a:schemeClr val="tx1"/>
                </a:solidFill>
              </a:rPr>
              <a:t> </a:t>
            </a:r>
            <a:r>
              <a:rPr lang="en-GB" sz="1800" b="1" dirty="0" err="1">
                <a:solidFill>
                  <a:schemeClr val="tx1"/>
                </a:solidFill>
              </a:rPr>
              <a:t>sind</a:t>
            </a:r>
            <a:r>
              <a:rPr lang="en-GB" sz="1800" b="1" dirty="0">
                <a:solidFill>
                  <a:schemeClr val="tx1"/>
                </a:solidFill>
              </a:rPr>
              <a:t> für </a:t>
            </a:r>
            <a:r>
              <a:rPr lang="en-GB" sz="1800" b="1" dirty="0" err="1">
                <a:solidFill>
                  <a:schemeClr val="tx1"/>
                </a:solidFill>
              </a:rPr>
              <a:t>sie</a:t>
            </a:r>
            <a:r>
              <a:rPr lang="en-GB" sz="1800" b="1" dirty="0">
                <a:solidFill>
                  <a:schemeClr val="tx1"/>
                </a:solidFill>
              </a:rPr>
              <a:t> </a:t>
            </a:r>
            <a:r>
              <a:rPr lang="en-GB" sz="1800" b="1" dirty="0" err="1">
                <a:solidFill>
                  <a:schemeClr val="tx1"/>
                </a:solidFill>
              </a:rPr>
              <a:t>ihre</a:t>
            </a:r>
            <a:r>
              <a:rPr lang="en-GB" sz="1800" b="1" dirty="0">
                <a:solidFill>
                  <a:schemeClr val="tx1"/>
                </a:solidFill>
              </a:rPr>
              <a:t> </a:t>
            </a:r>
            <a:r>
              <a:rPr lang="en-GB" sz="1800" b="1" dirty="0" err="1">
                <a:solidFill>
                  <a:schemeClr val="tx1"/>
                </a:solidFill>
              </a:rPr>
              <a:t>Familie</a:t>
            </a:r>
            <a:r>
              <a:rPr lang="en-GB" sz="1800" b="1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115000"/>
              </a:lnSpc>
              <a:spcBef>
                <a:spcPts val="900"/>
              </a:spcBef>
              <a:buClr>
                <a:schemeClr val="dk1"/>
              </a:buClr>
              <a:buSzPts val="800"/>
            </a:pPr>
            <a:r>
              <a:rPr lang="de-DE" sz="1800" b="1" dirty="0">
                <a:solidFill>
                  <a:schemeClr val="tx1"/>
                </a:solidFill>
              </a:rPr>
              <a:t>Diese haben es sich zur Aufgabe gemacht, ihre fröhliche Art und surreale Weltanschauung um jeden Preis zu schützen. Das bedeutet aber auch, dass sie manchmal die Wahrheit nicht erfährt.</a:t>
            </a: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8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8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8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Describe the past, the what and the now (see the checklist)</a:t>
            </a:r>
            <a:endParaRPr sz="18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200" b="0" i="0" u="none" strike="noStrike" cap="none" dirty="0">
              <a:solidFill>
                <a:srgbClr val="24242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2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1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8" name="Google Shape;188;p4"/>
          <p:cNvGrpSpPr/>
          <p:nvPr/>
        </p:nvGrpSpPr>
        <p:grpSpPr>
          <a:xfrm>
            <a:off x="274" y="-1897"/>
            <a:ext cx="3894239" cy="779452"/>
            <a:chOff x="0" y="214638"/>
            <a:chExt cx="3107932" cy="815582"/>
          </a:xfrm>
        </p:grpSpPr>
        <p:grpSp>
          <p:nvGrpSpPr>
            <p:cNvPr id="189" name="Google Shape;189;p4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90" name="Google Shape;190;p4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91" name="Google Shape;191;p4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92" name="Google Shape;192;p4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93" name="Google Shape;193;p4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94" name="Google Shape;194;p4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95" name="Google Shape;195;p4"/>
          <p:cNvSpPr txBox="1"/>
          <p:nvPr/>
        </p:nvSpPr>
        <p:spPr>
          <a:xfrm flipH="1">
            <a:off x="12896" y="-82558"/>
            <a:ext cx="38055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</a:pPr>
            <a:r>
              <a:rPr lang="de" sz="1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Name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Bio (Long)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2" name="Google Shape;242;p7"/>
          <p:cNvGraphicFramePr/>
          <p:nvPr>
            <p:extLst>
              <p:ext uri="{D42A27DB-BD31-4B8C-83A1-F6EECF244321}">
                <p14:modId xmlns:p14="http://schemas.microsoft.com/office/powerpoint/2010/main" val="348474229"/>
              </p:ext>
            </p:extLst>
          </p:nvPr>
        </p:nvGraphicFramePr>
        <p:xfrm>
          <a:off x="35626" y="50514"/>
          <a:ext cx="9108400" cy="6182670"/>
        </p:xfrm>
        <a:graphic>
          <a:graphicData uri="http://schemas.openxmlformats.org/drawingml/2006/table">
            <a:tbl>
              <a:tblPr firstRow="1" bandRow="1">
                <a:noFill/>
                <a:tableStyleId>{692E3274-4D5C-44BF-BB08-FA6336CB3DAF}</a:tableStyleId>
              </a:tblPr>
              <a:tblGrid>
                <a:gridCol w="130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28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6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>
                          <a:solidFill>
                            <a:schemeClr val="dk1"/>
                          </a:solidFill>
                        </a:rPr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v01 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>
                          <a:solidFill>
                            <a:schemeClr val="dk1"/>
                          </a:solidFill>
                        </a:rPr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u="none" strike="noStrike" cap="none" dirty="0"/>
                        <a:t>“OH MEIN GOTT EINE NEUE PERSON HALLO WIE GEHTS DIR ICH MÖCHTE ALLES ÜBER DICH WISSEN!!! :D”</a:t>
                      </a:r>
                      <a:endParaRPr sz="11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u="none" strike="noStrike" cap="none" dirty="0"/>
                        <a:t>“Keine Sorge, es </a:t>
                      </a:r>
                      <a:r>
                        <a:rPr lang="en-GB" sz="1100" u="none" strike="noStrike" cap="none" dirty="0" err="1"/>
                        <a:t>gibt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nichts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schlechtes</a:t>
                      </a:r>
                      <a:r>
                        <a:rPr lang="en-GB" sz="1100" u="none" strike="noStrike" cap="none" dirty="0"/>
                        <a:t> Auf der Welt, </a:t>
                      </a:r>
                      <a:r>
                        <a:rPr lang="en-GB" sz="1100" u="none" strike="noStrike" cap="none" dirty="0" err="1"/>
                        <a:t>dein</a:t>
                      </a:r>
                      <a:r>
                        <a:rPr lang="en-GB" sz="1100" u="none" strike="noStrike" cap="none" dirty="0"/>
                        <a:t> Problem </a:t>
                      </a:r>
                      <a:r>
                        <a:rPr lang="en-GB" sz="1100" u="none" strike="noStrike" cap="none" dirty="0" err="1"/>
                        <a:t>ist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nur</a:t>
                      </a:r>
                      <a:r>
                        <a:rPr lang="en-GB" sz="1100" u="none" strike="noStrike" cap="none" dirty="0"/>
                        <a:t> in </a:t>
                      </a:r>
                      <a:r>
                        <a:rPr lang="en-GB" sz="1100" u="none" strike="noStrike" cap="none" dirty="0" err="1"/>
                        <a:t>deinem</a:t>
                      </a:r>
                      <a:r>
                        <a:rPr lang="en-GB" sz="1100" u="none" strike="noStrike" cap="none" dirty="0"/>
                        <a:t> Kopf und nicht real, also </a:t>
                      </a:r>
                      <a:r>
                        <a:rPr lang="en-GB" sz="1100" u="none" strike="noStrike" cap="none" dirty="0" err="1"/>
                        <a:t>wird</a:t>
                      </a:r>
                      <a:r>
                        <a:rPr lang="en-GB" sz="1100" u="none" strike="noStrike" cap="none" dirty="0"/>
                        <a:t> es </a:t>
                      </a:r>
                      <a:r>
                        <a:rPr lang="en-GB" sz="1100" u="none" strike="noStrike" cap="none" dirty="0" err="1"/>
                        <a:t>dir</a:t>
                      </a:r>
                      <a:r>
                        <a:rPr lang="en-GB" sz="1100" u="none" strike="noStrike" cap="none" dirty="0"/>
                        <a:t> bald </a:t>
                      </a:r>
                      <a:r>
                        <a:rPr lang="en-GB" sz="1100" u="none" strike="noStrike" cap="none" dirty="0" err="1"/>
                        <a:t>besser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gehen</a:t>
                      </a:r>
                      <a:r>
                        <a:rPr lang="en-GB" sz="1100" u="none" strike="noStrike" cap="none" dirty="0"/>
                        <a:t>! ;)”</a:t>
                      </a:r>
                      <a:endParaRPr sz="11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u="none" strike="noStrike" cap="none" dirty="0"/>
                        <a:t>“Bald </a:t>
                      </a:r>
                      <a:r>
                        <a:rPr lang="en-GB" sz="1100" u="none" strike="noStrike" cap="none" dirty="0" err="1"/>
                        <a:t>träumst</a:t>
                      </a:r>
                      <a:r>
                        <a:rPr lang="en-GB" sz="1100" u="none" strike="noStrike" cap="none" dirty="0"/>
                        <a:t> du </a:t>
                      </a:r>
                      <a:r>
                        <a:rPr lang="en-GB" sz="1100" u="none" strike="noStrike" cap="none" dirty="0" err="1"/>
                        <a:t>nur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noch</a:t>
                      </a:r>
                      <a:r>
                        <a:rPr lang="en-GB" sz="1100" u="none" strike="noStrike" cap="none" dirty="0"/>
                        <a:t> von </a:t>
                      </a:r>
                      <a:r>
                        <a:rPr lang="en-GB" sz="1100" u="none" strike="noStrike" cap="none" dirty="0" err="1"/>
                        <a:t>Blümchen</a:t>
                      </a:r>
                      <a:r>
                        <a:rPr lang="en-GB" sz="1100" u="none" strike="noStrike" cap="none" dirty="0"/>
                        <a:t> und </a:t>
                      </a:r>
                      <a:r>
                        <a:rPr lang="en-GB" sz="1100" u="none" strike="noStrike" cap="none" dirty="0" err="1"/>
                        <a:t>Einhörnern</a:t>
                      </a:r>
                      <a:r>
                        <a:rPr lang="en-GB" sz="1100" u="none" strike="noStrike" cap="none" dirty="0"/>
                        <a:t>, so </a:t>
                      </a:r>
                      <a:r>
                        <a:rPr lang="en-GB" sz="1100" u="none" strike="noStrike" cap="none" dirty="0" err="1"/>
                        <a:t>wie</a:t>
                      </a:r>
                      <a:r>
                        <a:rPr lang="en-GB" sz="1100" u="none" strike="noStrike" cap="none" dirty="0"/>
                        <a:t> ich! Das </a:t>
                      </a:r>
                      <a:r>
                        <a:rPr lang="en-GB" sz="1100" u="none" strike="noStrike" cap="none" dirty="0" err="1"/>
                        <a:t>wird</a:t>
                      </a:r>
                      <a:r>
                        <a:rPr lang="en-GB" sz="1100" u="none" strike="noStrike" cap="none" dirty="0"/>
                        <a:t> toll!!!”</a:t>
                      </a:r>
                      <a:endParaRPr sz="11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v01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v01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43" name="Google Shape;243;p7"/>
          <p:cNvSpPr txBox="1"/>
          <p:nvPr/>
        </p:nvSpPr>
        <p:spPr>
          <a:xfrm>
            <a:off x="0" y="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de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574</Words>
  <Application>Microsoft Office PowerPoint</Application>
  <PresentationFormat>On-screen Show (16:9)</PresentationFormat>
  <Paragraphs>83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Calibri</vt:lpstr>
      <vt:lpstr>Arial</vt:lpstr>
      <vt:lpstr>Montserrat</vt:lpstr>
      <vt:lpstr>Montserrat ExtraBold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Brenner, Rika (Stud SRH-University)</cp:lastModifiedBy>
  <cp:revision>5</cp:revision>
  <dcterms:modified xsi:type="dcterms:W3CDTF">2026-01-31T17:23:04Z</dcterms:modified>
</cp:coreProperties>
</file>